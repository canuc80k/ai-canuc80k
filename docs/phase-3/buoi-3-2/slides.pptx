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7d5103bc0f487a" /><Relationship Type="http://schemas.openxmlformats.org/officeDocument/2006/relationships/extended-properties" Target="/docProps/app.xml" Id="R5256fdbbad2b4b3a" /><Relationship Type="http://schemas.openxmlformats.org/officeDocument/2006/relationships/officeDocument" Target="/ppt/presentation.xml" Id="Rf456d847d6ae4e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22417d3a184f7c"/>
  </p:sldMasterIdLst>
  <p:notesMasterIdLst>
    <p:notesMasterId xmlns:r="http://schemas.openxmlformats.org/officeDocument/2006/relationships" r:id="Raa97bcaf5f21433d"/>
  </p:notesMasterIdLst>
  <p:sldIdLst>
    <p:sldId xmlns:r="http://schemas.openxmlformats.org/officeDocument/2006/relationships" id="256" r:id="Ra1c766b39a07425a"/>
    <p:sldId xmlns:r="http://schemas.openxmlformats.org/officeDocument/2006/relationships" id="257" r:id="R7b1377068e3a4d3a"/>
    <p:sldId xmlns:r="http://schemas.openxmlformats.org/officeDocument/2006/relationships" id="258" r:id="Rd2f14c1b6425424f"/>
    <p:sldId xmlns:r="http://schemas.openxmlformats.org/officeDocument/2006/relationships" id="259" r:id="R46d39d0a8fc04b94"/>
    <p:sldId xmlns:r="http://schemas.openxmlformats.org/officeDocument/2006/relationships" id="260" r:id="Rfe4e8f9e694f499c"/>
    <p:sldId xmlns:r="http://schemas.openxmlformats.org/officeDocument/2006/relationships" id="261" r:id="Rff2e3e6d777a4073"/>
    <p:sldId xmlns:r="http://schemas.openxmlformats.org/officeDocument/2006/relationships" id="262" r:id="Rbe04261a23c144b8"/>
    <p:sldId xmlns:r="http://schemas.openxmlformats.org/officeDocument/2006/relationships" id="263" r:id="Re9d9684c4ea04280"/>
    <p:sldId xmlns:r="http://schemas.openxmlformats.org/officeDocument/2006/relationships" id="264" r:id="R74fac0e51fed4745"/>
    <p:sldId xmlns:r="http://schemas.openxmlformats.org/officeDocument/2006/relationships" id="265" r:id="Rfd38cb51c6414e31"/>
    <p:sldId xmlns:r="http://schemas.openxmlformats.org/officeDocument/2006/relationships" id="266" r:id="Rba5328942f0841d0"/>
    <p:sldId xmlns:r="http://schemas.openxmlformats.org/officeDocument/2006/relationships" id="267" r:id="R31c019f6d2a040bc"/>
    <p:sldId xmlns:r="http://schemas.openxmlformats.org/officeDocument/2006/relationships" id="268" r:id="R91fd0fdb8a984a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0c4c90b1264048" /><Relationship Type="http://schemas.openxmlformats.org/officeDocument/2006/relationships/slideMaster" Target="/ppt/slideMasters/slideMaster1.xml" Id="Ra022417d3a184f7c" /><Relationship Type="http://schemas.openxmlformats.org/officeDocument/2006/relationships/notesMaster" Target="/ppt/notesMasters/notesMaster1.xml" Id="Raa97bcaf5f21433d" /><Relationship Type="http://schemas.openxmlformats.org/officeDocument/2006/relationships/presProps" Target="/ppt/presProps.xml" Id="R422f0f46ad7b4ede" /><Relationship Type="http://schemas.openxmlformats.org/officeDocument/2006/relationships/tableStyles" Target="/ppt/tableStyles.xml" Id="R68874dd5f4f0492a" /><Relationship Type="http://schemas.openxmlformats.org/officeDocument/2006/relationships/slide" Target="/ppt/slides/slide1.xml" Id="Ra1c766b39a07425a" /><Relationship Type="http://schemas.openxmlformats.org/officeDocument/2006/relationships/slide" Target="/ppt/slides/slide2.xml" Id="R7b1377068e3a4d3a" /><Relationship Type="http://schemas.openxmlformats.org/officeDocument/2006/relationships/slide" Target="/ppt/slides/slide3.xml" Id="Rd2f14c1b6425424f" /><Relationship Type="http://schemas.openxmlformats.org/officeDocument/2006/relationships/slide" Target="/ppt/slides/slide4.xml" Id="R46d39d0a8fc04b94" /><Relationship Type="http://schemas.openxmlformats.org/officeDocument/2006/relationships/slide" Target="/ppt/slides/slide5.xml" Id="Rfe4e8f9e694f499c" /><Relationship Type="http://schemas.openxmlformats.org/officeDocument/2006/relationships/slide" Target="/ppt/slides/slide6.xml" Id="Rff2e3e6d777a4073" /><Relationship Type="http://schemas.openxmlformats.org/officeDocument/2006/relationships/slide" Target="/ppt/slides/slide7.xml" Id="Rbe04261a23c144b8" /><Relationship Type="http://schemas.openxmlformats.org/officeDocument/2006/relationships/slide" Target="/ppt/slides/slide8.xml" Id="Re9d9684c4ea04280" /><Relationship Type="http://schemas.openxmlformats.org/officeDocument/2006/relationships/slide" Target="/ppt/slides/slide9.xml" Id="R74fac0e51fed4745" /><Relationship Type="http://schemas.openxmlformats.org/officeDocument/2006/relationships/slide" Target="/ppt/slides/slide10.xml" Id="Rfd38cb51c6414e31" /><Relationship Type="http://schemas.openxmlformats.org/officeDocument/2006/relationships/slide" Target="/ppt/slides/slide11.xml" Id="Rba5328942f0841d0" /><Relationship Type="http://schemas.openxmlformats.org/officeDocument/2006/relationships/slide" Target="/ppt/slides/slide12.xml" Id="R31c019f6d2a040bc" /><Relationship Type="http://schemas.openxmlformats.org/officeDocument/2006/relationships/slide" Target="/ppt/slides/slide13.xml" Id="R91fd0fdb8a984a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8539db98604c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d333d9e8634279" /><Relationship Type="http://schemas.openxmlformats.org/officeDocument/2006/relationships/notesMaster" Target="/ppt/notesMasters/notesMaster1.xml" Id="R9b605623252446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7c07cf3ea0494a" /><Relationship Type="http://schemas.openxmlformats.org/officeDocument/2006/relationships/notesMaster" Target="/ppt/notesMasters/notesMaster1.xml" Id="R74bf15b735c842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2a313c9dd04415" /><Relationship Type="http://schemas.openxmlformats.org/officeDocument/2006/relationships/notesMaster" Target="/ppt/notesMasters/notesMaster1.xml" Id="Rc4fe063a5c4045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fcf199195840e7" /><Relationship Type="http://schemas.openxmlformats.org/officeDocument/2006/relationships/notesMaster" Target="/ppt/notesMasters/notesMaster1.xml" Id="Ra9c9b07d175d41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4c652b48fd4575" /><Relationship Type="http://schemas.openxmlformats.org/officeDocument/2006/relationships/notesMaster" Target="/ppt/notesMasters/notesMaster1.xml" Id="R5a6c90cb766549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9b1217bf454ed9" /><Relationship Type="http://schemas.openxmlformats.org/officeDocument/2006/relationships/notesMaster" Target="/ppt/notesMasters/notesMaster1.xml" Id="R47f2809e4c6542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35780d08e949ec" /><Relationship Type="http://schemas.openxmlformats.org/officeDocument/2006/relationships/notesMaster" Target="/ppt/notesMasters/notesMaster1.xml" Id="Rd442e51de8e442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ea069eb26a4f34" /><Relationship Type="http://schemas.openxmlformats.org/officeDocument/2006/relationships/notesMaster" Target="/ppt/notesMasters/notesMaster1.xml" Id="R4e02a380277947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86dae6181e4265" /><Relationship Type="http://schemas.openxmlformats.org/officeDocument/2006/relationships/notesMaster" Target="/ppt/notesMasters/notesMaster1.xml" Id="R3a4ebd4502504b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56d702c6c04c03" /><Relationship Type="http://schemas.openxmlformats.org/officeDocument/2006/relationships/notesMaster" Target="/ppt/notesMasters/notesMaster1.xml" Id="R80ceb93e174a43a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df2f0f5d59f4123" /><Relationship Type="http://schemas.openxmlformats.org/officeDocument/2006/relationships/notesMaster" Target="/ppt/notesMasters/notesMaster1.xml" Id="Rba1df4081024479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590ae3aea844259" /><Relationship Type="http://schemas.openxmlformats.org/officeDocument/2006/relationships/notesMaster" Target="/ppt/notesMasters/notesMaster1.xml" Id="Rd1d85979ad8d446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b0efe9ee93b438c" /><Relationship Type="http://schemas.openxmlformats.org/officeDocument/2006/relationships/notesMaster" Target="/ppt/notesMasters/notesMaster1.xml" Id="Ra0637e1cf52549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PyTorch Learn the Basics: Datasets &amp; DataLoaders, Transforms.. Thực hành FashionMNIST của tutorial và xem batch theo hướng dẫn.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3.2: Dataset và DataLoader</a:t>
            </a:r>
          </a:p>
          <a:p xmlns:a="http://schemas.openxmlformats.org/drawingml/2006/main">
            <a:r>
              <a:t>Nguồn giáo trình: PyTorch Learn the Basics: Datasets &amp; DataLoaders, Transforms.</a:t>
            </a:r>
          </a:p>
          <a:p xmlns:a="http://schemas.openxmlformats.org/drawingml/2006/main">
            <a:r>
              <a:t>Bài tiếp theo trong nguồn: Thực hành FashionMNIST của tutorial và xem batch theo hướng dẫn.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3.2: Dataset và DataLoader</a:t>
            </a:r>
          </a:p>
          <a:p xmlns:a="http://schemas.openxmlformats.org/drawingml/2006/main">
            <a:r>
              <a:t>Nguồn giáo trình: PyTorch Learn the Basics: Datasets &amp; DataLoaders, Transforms.</a:t>
            </a:r>
          </a:p>
          <a:p xmlns:a="http://schemas.openxmlformats.org/drawingml/2006/main">
            <a:r>
              <a:t>Bài tiếp theo trong nguồn: Thực hành FashionMNIST của tutorial và xem batch theo hướng dẫn.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3.2: Dataset và DataLoader</a:t>
            </a:r>
          </a:p>
          <a:p xmlns:a="http://schemas.openxmlformats.org/drawingml/2006/main">
            <a:r>
              <a:t>Nguồn giáo trình: PyTorch Learn the Basics: Datasets &amp; DataLoaders, Transforms.</a:t>
            </a:r>
          </a:p>
          <a:p xmlns:a="http://schemas.openxmlformats.org/drawingml/2006/main">
            <a:r>
              <a:t>Bài tiếp theo trong nguồn: Thực hành FashionMNIST của tutorial và xem batch theo hướng dẫn.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3.2: Dataset và DataLoader</a:t>
            </a:r>
          </a:p>
          <a:p xmlns:a="http://schemas.openxmlformats.org/drawingml/2006/main">
            <a:r>
              <a:t>Nguồn giáo trình: PyTorch Learn the Basics: Datasets &amp; DataLoaders, Transforms.</a:t>
            </a:r>
          </a:p>
          <a:p xmlns:a="http://schemas.openxmlformats.org/drawingml/2006/main">
            <a:r>
              <a:t>Bài tiếp theo trong nguồn: Thực hành FashionMNIST của tutorial và xem batch theo hướng dẫn.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3.2: Dataset và DataLoader</a:t>
            </a:r>
          </a:p>
          <a:p xmlns:a="http://schemas.openxmlformats.org/drawingml/2006/main">
            <a:r>
              <a:t>Nguồn giáo trình: PyTorch Learn the Basics: Datasets &amp; DataLoaders, Transforms.</a:t>
            </a:r>
          </a:p>
          <a:p xmlns:a="http://schemas.openxmlformats.org/drawingml/2006/main">
            <a:r>
              <a:t>Bài tiếp theo trong nguồn: Thực hành FashionMNIST của tutorial và xem batch theo hướng dẫn.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3.2: Dataset và DataLoader</a:t>
            </a:r>
          </a:p>
          <a:p xmlns:a="http://schemas.openxmlformats.org/drawingml/2006/main">
            <a:r>
              <a:t>Nguồn giáo trình: PyTorch Learn the Basics: Datasets &amp; DataLoaders, Transforms.</a:t>
            </a:r>
          </a:p>
          <a:p xmlns:a="http://schemas.openxmlformats.org/drawingml/2006/main">
            <a:r>
              <a:t>Bài tiếp theo trong nguồn: Thực hành FashionMNIST của tutorial và xem batch theo hướng dẫn.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[4,4,1]</a:t>
            </a:r>
          </a:p>
          <a:p xmlns:a="http://schemas.openxmlformats.org/drawingml/2006/main">
            <a:r>
              <a:t>Tham khảo: PyTorch Learn the Basics: Datasets &amp; DataLoaders, Transforms.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[6,7,8]</a:t>
            </a:r>
          </a:p>
          <a:p xmlns:a="http://schemas.openxmlformats.org/drawingml/2006/main">
            <a:r>
              <a:t>Tham khảo: PyTorch Learn the Basics: Datasets &amp; DataLoaders, Transforms.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3.2: Dataset và DataLoader</a:t>
            </a:r>
          </a:p>
          <a:p xmlns:a="http://schemas.openxmlformats.org/drawingml/2006/main">
            <a:r>
              <a:t>Nguồn giáo trình: PyTorch Learn the Basics: Datasets &amp; DataLoaders, Transforms.</a:t>
            </a:r>
          </a:p>
          <a:p xmlns:a="http://schemas.openxmlformats.org/drawingml/2006/main">
            <a:r>
              <a:t>Bài tiếp theo trong nguồn: Thực hành FashionMNIST của tutorial và xem batch theo hướng dẫn.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3.2: Dataset và DataLoader</a:t>
            </a:r>
          </a:p>
          <a:p xmlns:a="http://schemas.openxmlformats.org/drawingml/2006/main">
            <a:r>
              <a:t>Nguồn giáo trình: PyTorch Learn the Basics: Datasets &amp; DataLoaders, Transforms.</a:t>
            </a:r>
          </a:p>
          <a:p xmlns:a="http://schemas.openxmlformats.org/drawingml/2006/main">
            <a:r>
              <a:t>Bài tiếp theo trong nguồn: Thực hành FashionMNIST của tutorial và xem batch theo hướng dẫn.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3.2: Dataset và DataLoader</a:t>
            </a:r>
          </a:p>
          <a:p xmlns:a="http://schemas.openxmlformats.org/drawingml/2006/main">
            <a:r>
              <a:t>Nguồn giáo trình: PyTorch Learn the Basics: Datasets &amp; DataLoaders, Transforms.</a:t>
            </a:r>
          </a:p>
          <a:p xmlns:a="http://schemas.openxmlformats.org/drawingml/2006/main">
            <a:r>
              <a:t>Bài tiếp theo trong nguồn: Thực hành FashionMNIST của tutorial và xem batch theo hướng dẫn.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3.2: Dataset và DataLoader</a:t>
            </a:r>
          </a:p>
          <a:p xmlns:a="http://schemas.openxmlformats.org/drawingml/2006/main">
            <a:r>
              <a:t>Nguồn giáo trình: PyTorch Learn the Basics: Datasets &amp; DataLoaders, Transforms.</a:t>
            </a:r>
          </a:p>
          <a:p xmlns:a="http://schemas.openxmlformats.org/drawingml/2006/main">
            <a:r>
              <a:t>Bài tiếp theo trong nguồn: Thực hành FashionMNIST của tutorial và xem batch theo hướng dẫn.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0c8dc7aece47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feb49a48cd4f40" /><Relationship Type="http://schemas.openxmlformats.org/officeDocument/2006/relationships/slideLayout" Target="/ppt/slideLayouts/slideLayout1.xml" Id="R2ddec753bf744b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dec753bf744b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bfdcfce0f4d03" /><Relationship Type="http://schemas.openxmlformats.org/officeDocument/2006/relationships/notesSlide" Target="/ppt/notesSlides/notesSlide1.xml" Id="R3ce386f9a7ca48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f1f12cfd84774" /><Relationship Type="http://schemas.openxmlformats.org/officeDocument/2006/relationships/notesSlide" Target="/ppt/notesSlides/notesSlide2.xml" Id="R2acc8cd07ec44e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d323545a24589" /><Relationship Type="http://schemas.openxmlformats.org/officeDocument/2006/relationships/notesSlide" Target="/ppt/notesSlides/notesSlide3.xml" Id="Rc7ab538734644e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679483cd7494d" /><Relationship Type="http://schemas.openxmlformats.org/officeDocument/2006/relationships/notesSlide" Target="/ppt/notesSlides/notesSlide4.xml" Id="Rcb00f262b0d44c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0274ce5b4441c" /><Relationship Type="http://schemas.openxmlformats.org/officeDocument/2006/relationships/notesSlide" Target="/ppt/notesSlides/notesSlide5.xml" Id="Rcea0c7fb7b6d49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46e1dbecb4361" /><Relationship Type="http://schemas.openxmlformats.org/officeDocument/2006/relationships/notesSlide" Target="/ppt/notesSlides/notesSlide6.xml" Id="Rd75b5a0543b74e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09a41f4bec4298" /><Relationship Type="http://schemas.openxmlformats.org/officeDocument/2006/relationships/notesSlide" Target="/ppt/notesSlides/notesSlide7.xml" Id="R650ee52ca2f64c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78612680444bb" /><Relationship Type="http://schemas.openxmlformats.org/officeDocument/2006/relationships/notesSlide" Target="/ppt/notesSlides/notesSlide8.xml" Id="R469eaf19185a4b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1d83a2d22f4e05" /><Relationship Type="http://schemas.openxmlformats.org/officeDocument/2006/relationships/notesSlide" Target="/ppt/notesSlides/notesSlide9.xml" Id="Rc7140ff584fc43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8609364984175" /><Relationship Type="http://schemas.openxmlformats.org/officeDocument/2006/relationships/notesSlide" Target="/ppt/notesSlides/notesSlide10.xml" Id="R327132e71893413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a67d236994178" /><Relationship Type="http://schemas.openxmlformats.org/officeDocument/2006/relationships/notesSlide" Target="/ppt/notesSlides/notesSlide11.xml" Id="R5788e33c06964a5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cd5dc2642491f" /><Relationship Type="http://schemas.openxmlformats.org/officeDocument/2006/relationships/notesSlide" Target="/ppt/notesSlides/notesSlide12.xml" Id="R258bcc4433ee471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ea4568aa74e9c" /><Relationship Type="http://schemas.openxmlformats.org/officeDocument/2006/relationships/notesSlide" Target="/ppt/notesSlides/notesSlide13.xml" Id="R86cf0c7566644f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AC458E-AD5F-4DDA-86EB-B5FEA432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3.2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C3A57-807E-45FB-9377-646F206C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Dataset và DataLoader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608BB1-3415-4F06-81CB-15B0DB40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Batch cuối ít mẫu hơn có bị mất khỏi dữ liệu không?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39059-CFAD-473B-A438-F06B7D4A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3.2 · 1/13</a:t>
            </a:r>
          </a:p>
        </p:txBody>
      </p:sp>
    </p:spTree>
    <p:extLst>
      <p:ext uri="{BB962C8B-B14F-4D97-AF65-F5344CB8AC3E}">
        <p14:creationId xmlns:p14="http://schemas.microsoft.com/office/powerpoint/2010/main" val="10926676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EBF9C2-2887-40DD-93DF-8DA6DFB8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63691-2CA3-4AEC-9CFF-4D729E9D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Dataset trả sample; DataLoader tạo batch và có thể shuffle.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3A413C-CAC0-44E5-85C6-C7F01331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drop_last quyết định có loại batch cuối thiếu phần tử.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EB9191-D5FE-46DF-B0B0-6C18D94F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Inference phải giữ IDs để ghép predictions đúng mẫu.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F6B8B-94C6-444F-9ECE-7990F1AC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n_batches = ceil(n_samples/batch_size)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388C3E-A38A-4D93-A7D5-FFF14A23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3.2 · 2/13</a:t>
            </a:r>
          </a:p>
        </p:txBody>
      </p:sp>
    </p:spTree>
    <p:extLst>
      <p:ext uri="{BB962C8B-B14F-4D97-AF65-F5344CB8AC3E}">
        <p14:creationId xmlns:p14="http://schemas.microsoft.com/office/powerpoint/2010/main" val="9911026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CC1F80-09E3-4F6F-877F-96675394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batch_size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drop_last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61705-99BC-4606-AFAE-2EBDB07B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3.2 · 3/13</a:t>
            </a:r>
          </a:p>
        </p:txBody>
      </p:sp>
    </p:spTree>
    <p:extLst>
      <p:ext uri="{BB962C8B-B14F-4D97-AF65-F5344CB8AC3E}">
        <p14:creationId xmlns:p14="http://schemas.microsoft.com/office/powerpoint/2010/main" val="1969686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F58DB-4532-48F6-90F8-2901219F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F95C9-7A58-44A8-BD4E-CED1322A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4,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4,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1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055CC-53FC-4051-B9E9-AF8CE462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3.2 · 4/13</a:t>
            </a:r>
          </a:p>
        </p:txBody>
      </p:sp>
    </p:spTree>
    <p:extLst>
      <p:ext uri="{BB962C8B-B14F-4D97-AF65-F5344CB8AC3E}">
        <p14:creationId xmlns:p14="http://schemas.microsoft.com/office/powerpoint/2010/main" val="16864896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2535F-311F-4B8A-B917-3B8A4C5C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53F6C-F97C-4736-8999-3A45E4AB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torch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torch.utils.data import TensorDataset,DataLoader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torch.manual_seed(42)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X = torch.arange(18,dtype=torch.float32).reshape(9,2)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y = torch.arange(9)%2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ids = torch.arange(9)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dataset = TensorDataset(X,y,ids)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loader = DataLoader(dataset,batch_size=4,shuffle=False,drop_last=False)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seen = []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for features,labels,batch_ids in loader: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print("batch shape",tuple(features.shape),"ids",batch_ids.tolist())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seen.extend(batch_ids.tolist())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assert seen==list(range(9))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Khi shuffle inference, phải sắp output lại theo ID, không theo thứ tự batch.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A70757-219B-42E5-9545-19662A3B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0843A-ADE7-497A-BAD4-69467352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3.2 · 5/13</a:t>
            </a:r>
          </a:p>
        </p:txBody>
      </p:sp>
    </p:spTree>
    <p:extLst>
      <p:ext uri="{BB962C8B-B14F-4D97-AF65-F5344CB8AC3E}">
        <p14:creationId xmlns:p14="http://schemas.microsoft.com/office/powerpoint/2010/main" val="6323309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B27DC7-E84C-451A-A3D5-8437B7EB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0A45B-2AD0-4BCC-92FB-EF7D605D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batch shape (4, 2) ids [0, 1, 2, 3]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batch shape (4, 2) ids [4, 5, 6, 7]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batch shape (1, 2) ids [8]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35EE8A-1EF7-4BB6-89F3-4199AD44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3.2 · 6/13</a:t>
            </a:r>
          </a:p>
        </p:txBody>
      </p:sp>
    </p:spTree>
    <p:extLst>
      <p:ext uri="{BB962C8B-B14F-4D97-AF65-F5344CB8AC3E}">
        <p14:creationId xmlns:p14="http://schemas.microsoft.com/office/powerpoint/2010/main" val="14082391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AF22C-073F-49AD-B4D5-FC52BCE0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68B68B-2AE0-40CB-ABBD-DC5C58A0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Shuffle output mà quên IDs làm nhãn đúng bị gán sang mẫu khác.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63857-81CB-4583-8B12-26C697AA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Dự đoán batch sizes của9 mẫu, batch4, drop_lastFalse/True.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A366F9-3105-4819-87E2-F774F774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3.2 · 7/13</a:t>
            </a:r>
          </a:p>
        </p:txBody>
      </p:sp>
    </p:spTree>
    <p:extLst>
      <p:ext uri="{BB962C8B-B14F-4D97-AF65-F5344CB8AC3E}">
        <p14:creationId xmlns:p14="http://schemas.microsoft.com/office/powerpoint/2010/main" val="6443314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6C54F-2BC7-42F7-847C-51FE1B0C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03949-4941-4EBB-B269-6FEDDF6D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Trả kích thước từng batch; drop_last loại batch cuối không đủ.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batch_size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drop_last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C4C74-1598-4033-A912-19CC9501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3.2 · 8/13</a:t>
            </a:r>
          </a:p>
        </p:txBody>
      </p:sp>
    </p:spTree>
    <p:extLst>
      <p:ext uri="{BB962C8B-B14F-4D97-AF65-F5344CB8AC3E}">
        <p14:creationId xmlns:p14="http://schemas.microsoft.com/office/powerpoint/2010/main" val="20167419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3A9EB-2BA8-45C9-AEE9-FAB674F5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983B9-A626-41AD-B6B7-4671ECF1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Trả predictions theo ids_order; batch_ids/pred có thể bịshuffle.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ids_order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[1,2,3]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batch_ids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[3,1,2]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pred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[8,6,7]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E7508D-A770-4154-A56F-65F32A61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3.2 · 9/13</a:t>
            </a:r>
          </a:p>
        </p:txBody>
      </p:sp>
    </p:spTree>
    <p:extLst>
      <p:ext uri="{BB962C8B-B14F-4D97-AF65-F5344CB8AC3E}">
        <p14:creationId xmlns:p14="http://schemas.microsoft.com/office/powerpoint/2010/main" val="2090684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7F10A6-DA02-404E-9CC9-AEB97ABC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14CF2-BFBF-4CB2-973D-117D108A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Trả kích thước từng batch; drop_last loại batch cuối không đủ.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92D692-BCF2-4198-92A4-93A1B1FC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n&gt;=0; batch_size&gt;=1; drop_last: boolean.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367CE-839F-4369-A755-4B17F6C8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5B5AE-C9DA-46F3-8385-DD9B15EF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3.2 · 10/13</a:t>
            </a:r>
          </a:p>
        </p:txBody>
      </p:sp>
    </p:spTree>
    <p:extLst>
      <p:ext uri="{BB962C8B-B14F-4D97-AF65-F5344CB8AC3E}">
        <p14:creationId xmlns:p14="http://schemas.microsoft.com/office/powerpoint/2010/main" val="6964266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C55AD1-8E13-4CE9-A01C-BE460DCB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5C4C8-89AA-43EC-950B-1865E0CD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Trả predictions theo ids_order; batch_ids/pred có thể bịshuffle.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D7142-0AD7-481C-9CCF-774F171C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ids_order: list unique; batch_ids: list permutation; pred: list same length.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FD898A-BB11-475C-B3B8-114AE5D6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FAE4F-615C-4F7A-8C81-528AAAB5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3.2 · 11/13</a:t>
            </a:r>
          </a:p>
        </p:txBody>
      </p:sp>
    </p:spTree>
    <p:extLst>
      <p:ext uri="{BB962C8B-B14F-4D97-AF65-F5344CB8AC3E}">
        <p14:creationId xmlns:p14="http://schemas.microsoft.com/office/powerpoint/2010/main" val="5846133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F0F0DE-28DA-4EA4-9B1C-D44F9DD8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202FF-43C2-4D1B-8796-C694B54A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DataLoader giữ đúng IDs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839151-9A07-422B-8F88-35DFED8E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Data: cls · {"train":500,"valid":120,"test":200}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CE486-09E0-40E0-A739-7A323DBD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Chấm: Accuracy, classes0/1/2.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1CC2D-8C52-43A4-8245-C2C1D6C0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Mở BTVN_03.txt, DATA_NOTE và sample_submission trước khi làm.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190B0-63F9-4441-9C4D-D5EFDB6F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3.2 · 12/13</a:t>
            </a:r>
          </a:p>
        </p:txBody>
      </p:sp>
    </p:spTree>
    <p:extLst>
      <p:ext uri="{BB962C8B-B14F-4D97-AF65-F5344CB8AC3E}">
        <p14:creationId xmlns:p14="http://schemas.microsoft.com/office/powerpoint/2010/main" val="48773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1D1A16-D88B-41BB-AE67-F26D7803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C9110-EE7A-4FB1-BAD8-525C6F64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Dự đoán batch sizes của9 mẫu, batch4, drop_lastFalse/True.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1C4B5-76FD-4BBF-8AEE-ACF9014F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PyTorch Learn the Basics: Datasets &amp; DataLoaders, Transforms.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4B6E1-C7C1-40EE-8BE1-1E98DEDF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Thực hành FashionMNIST của tutorial và xem batch theo hướng dẫn.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CC8F62-4C76-4180-A937-E06B24EA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3.2 · 13/13</a:t>
            </a:r>
          </a:p>
        </p:txBody>
      </p:sp>
    </p:spTree>
    <p:extLst>
      <p:ext uri="{BB962C8B-B14F-4D97-AF65-F5344CB8AC3E}">
        <p14:creationId xmlns:p14="http://schemas.microsoft.com/office/powerpoint/2010/main" val="3685991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2026-10-01T09:00:20.8320000Z</dcterms:created>
  <dcterms:modified xsi:type="dcterms:W3CDTF">2026-10-01T09:00:20.8320000Z</dcterms:modified>
</coreProperties>
</file>