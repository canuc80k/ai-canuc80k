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cb1206e3ca45d9" /><Relationship Type="http://schemas.openxmlformats.org/officeDocument/2006/relationships/extended-properties" Target="/docProps/app.xml" Id="R032b391bd59d4be9" /><Relationship Type="http://schemas.openxmlformats.org/officeDocument/2006/relationships/officeDocument" Target="/ppt/presentation.xml" Id="Re14e57799862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190d7db0945ee"/>
  </p:sldMasterIdLst>
  <p:notesMasterIdLst>
    <p:notesMasterId xmlns:r="http://schemas.openxmlformats.org/officeDocument/2006/relationships" r:id="R6b91417aaeb44f85"/>
  </p:notesMasterIdLst>
  <p:sldIdLst>
    <p:sldId xmlns:r="http://schemas.openxmlformats.org/officeDocument/2006/relationships" id="256" r:id="R31b19e7217e44969"/>
    <p:sldId xmlns:r="http://schemas.openxmlformats.org/officeDocument/2006/relationships" id="257" r:id="Rfb84b55068e241ed"/>
    <p:sldId xmlns:r="http://schemas.openxmlformats.org/officeDocument/2006/relationships" id="258" r:id="Rc68d238b6c014a24"/>
    <p:sldId xmlns:r="http://schemas.openxmlformats.org/officeDocument/2006/relationships" id="259" r:id="R8e56dc3610864f5a"/>
    <p:sldId xmlns:r="http://schemas.openxmlformats.org/officeDocument/2006/relationships" id="260" r:id="R57cf2377ec5d44db"/>
    <p:sldId xmlns:r="http://schemas.openxmlformats.org/officeDocument/2006/relationships" id="261" r:id="Rf001a474e10f45bc"/>
    <p:sldId xmlns:r="http://schemas.openxmlformats.org/officeDocument/2006/relationships" id="262" r:id="Rd1cc63293bcf4b36"/>
    <p:sldId xmlns:r="http://schemas.openxmlformats.org/officeDocument/2006/relationships" id="263" r:id="Rba18526a83b04299"/>
    <p:sldId xmlns:r="http://schemas.openxmlformats.org/officeDocument/2006/relationships" id="264" r:id="Rfd978cd32cc34347"/>
    <p:sldId xmlns:r="http://schemas.openxmlformats.org/officeDocument/2006/relationships" id="265" r:id="R3d54d43e193e4d5e"/>
    <p:sldId xmlns:r="http://schemas.openxmlformats.org/officeDocument/2006/relationships" id="266" r:id="Rc0f31445fd724264"/>
    <p:sldId xmlns:r="http://schemas.openxmlformats.org/officeDocument/2006/relationships" id="267" r:id="R22408d4014b040bb"/>
    <p:sldId xmlns:r="http://schemas.openxmlformats.org/officeDocument/2006/relationships" id="268" r:id="R86347449c3474b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5cb3bc76a4ac9" /><Relationship Type="http://schemas.openxmlformats.org/officeDocument/2006/relationships/slideMaster" Target="/ppt/slideMasters/slideMaster1.xml" Id="R7a6190d7db0945ee" /><Relationship Type="http://schemas.openxmlformats.org/officeDocument/2006/relationships/notesMaster" Target="/ppt/notesMasters/notesMaster1.xml" Id="R6b91417aaeb44f85" /><Relationship Type="http://schemas.openxmlformats.org/officeDocument/2006/relationships/presProps" Target="/ppt/presProps.xml" Id="R68f527c1474945ff" /><Relationship Type="http://schemas.openxmlformats.org/officeDocument/2006/relationships/tableStyles" Target="/ppt/tableStyles.xml" Id="R98391acc8026403e" /><Relationship Type="http://schemas.openxmlformats.org/officeDocument/2006/relationships/slide" Target="/ppt/slides/slide1.xml" Id="R31b19e7217e44969" /><Relationship Type="http://schemas.openxmlformats.org/officeDocument/2006/relationships/slide" Target="/ppt/slides/slide2.xml" Id="Rfb84b55068e241ed" /><Relationship Type="http://schemas.openxmlformats.org/officeDocument/2006/relationships/slide" Target="/ppt/slides/slide3.xml" Id="Rc68d238b6c014a24" /><Relationship Type="http://schemas.openxmlformats.org/officeDocument/2006/relationships/slide" Target="/ppt/slides/slide4.xml" Id="R8e56dc3610864f5a" /><Relationship Type="http://schemas.openxmlformats.org/officeDocument/2006/relationships/slide" Target="/ppt/slides/slide5.xml" Id="R57cf2377ec5d44db" /><Relationship Type="http://schemas.openxmlformats.org/officeDocument/2006/relationships/slide" Target="/ppt/slides/slide6.xml" Id="Rf001a474e10f45bc" /><Relationship Type="http://schemas.openxmlformats.org/officeDocument/2006/relationships/slide" Target="/ppt/slides/slide7.xml" Id="Rd1cc63293bcf4b36" /><Relationship Type="http://schemas.openxmlformats.org/officeDocument/2006/relationships/slide" Target="/ppt/slides/slide8.xml" Id="Rba18526a83b04299" /><Relationship Type="http://schemas.openxmlformats.org/officeDocument/2006/relationships/slide" Target="/ppt/slides/slide9.xml" Id="Rfd978cd32cc34347" /><Relationship Type="http://schemas.openxmlformats.org/officeDocument/2006/relationships/slide" Target="/ppt/slides/slide10.xml" Id="R3d54d43e193e4d5e" /><Relationship Type="http://schemas.openxmlformats.org/officeDocument/2006/relationships/slide" Target="/ppt/slides/slide11.xml" Id="Rc0f31445fd724264" /><Relationship Type="http://schemas.openxmlformats.org/officeDocument/2006/relationships/slide" Target="/ppt/slides/slide12.xml" Id="R22408d4014b040bb" /><Relationship Type="http://schemas.openxmlformats.org/officeDocument/2006/relationships/slide" Target="/ppt/slides/slide13.xml" Id="R86347449c3474b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b0124b909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ee44015e2b4636" /><Relationship Type="http://schemas.openxmlformats.org/officeDocument/2006/relationships/notesMaster" Target="/ppt/notesMasters/notesMaster1.xml" Id="R651a3607ffc8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5476bf20a64cfa" /><Relationship Type="http://schemas.openxmlformats.org/officeDocument/2006/relationships/notesMaster" Target="/ppt/notesMasters/notesMaster1.xml" Id="Rf28beca3c50141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ad80930ee04b6b" /><Relationship Type="http://schemas.openxmlformats.org/officeDocument/2006/relationships/notesMaster" Target="/ppt/notesMasters/notesMaster1.xml" Id="R027b294b9a40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aab959dd3438a" /><Relationship Type="http://schemas.openxmlformats.org/officeDocument/2006/relationships/notesMaster" Target="/ppt/notesMasters/notesMaster1.xml" Id="R1dad779726c1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23ac1a39dd4b22" /><Relationship Type="http://schemas.openxmlformats.org/officeDocument/2006/relationships/notesMaster" Target="/ppt/notesMasters/notesMaster1.xml" Id="Ra507a767bde241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b0b9fc0d60401a" /><Relationship Type="http://schemas.openxmlformats.org/officeDocument/2006/relationships/notesMaster" Target="/ppt/notesMasters/notesMaster1.xml" Id="Rd3862cec3ee8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aca9ff65241ec" /><Relationship Type="http://schemas.openxmlformats.org/officeDocument/2006/relationships/notesMaster" Target="/ppt/notesMasters/notesMaster1.xml" Id="R1b412c2ec46e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1b169923e5471b" /><Relationship Type="http://schemas.openxmlformats.org/officeDocument/2006/relationships/notesMaster" Target="/ppt/notesMasters/notesMaster1.xml" Id="Re5c8e3a3cc934f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5558b3a1a48e1" /><Relationship Type="http://schemas.openxmlformats.org/officeDocument/2006/relationships/notesMaster" Target="/ppt/notesMasters/notesMaster1.xml" Id="Rb1c81db5ac2741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86c31d1172486d" /><Relationship Type="http://schemas.openxmlformats.org/officeDocument/2006/relationships/notesMaster" Target="/ppt/notesMasters/notesMaster1.xml" Id="Rb453f746774e4e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5acc932c524a07" /><Relationship Type="http://schemas.openxmlformats.org/officeDocument/2006/relationships/notesMaster" Target="/ppt/notesMasters/notesMaster1.xml" Id="R22826d18e109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f077b65b994b82" /><Relationship Type="http://schemas.openxmlformats.org/officeDocument/2006/relationships/notesMaster" Target="/ppt/notesMasters/notesMaster1.xml" Id="R151bd05ea7c646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ddece8ec1f4d35" /><Relationship Type="http://schemas.openxmlformats.org/officeDocument/2006/relationships/notesMaster" Target="/ppt/notesMasters/notesMaster1.xml" Id="Rab0b3a2582bf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1,26–28; PyTorch Optimization.. AIO 1.2/1.3 phần activation;27.6 và28.3 trắc nghiệm; loss trong tutorial PyTorch.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{"value":[0,0,3],"grad":[0,0,1]}</a:t>
            </a:r>
          </a:p>
          <a:p xmlns:a="http://schemas.openxmlformats.org/drawingml/2006/main">
            <a:r>
              <a:t>Tham khảo: AIO 1,26–28; PyTorch Optimization.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0.503204434039076</a:t>
            </a:r>
          </a:p>
          <a:p xmlns:a="http://schemas.openxmlformats.org/drawingml/2006/main">
            <a:r>
              <a:t>Tham khảo: AIO 1,26–28; PyTorch Optimization.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3.4: Activation, loss và output head</a:t>
            </a:r>
          </a:p>
          <a:p xmlns:a="http://schemas.openxmlformats.org/drawingml/2006/main">
            <a:r>
              <a:t>Nguồn giáo trình: AIO 1,26–28; PyTorch Optimization.</a:t>
            </a:r>
          </a:p>
          <a:p xmlns:a="http://schemas.openxmlformats.org/drawingml/2006/main">
            <a:r>
              <a:t>Bài tiếp theo trong nguồn: AIO 1.2/1.3 phần activation;27.6 và28.3 trắc nghiệm; loss trong tutorial PyTorch.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5047245fb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cc0aa28494b5f" /><Relationship Type="http://schemas.openxmlformats.org/officeDocument/2006/relationships/slideLayout" Target="/ppt/slideLayouts/slideLayout1.xml" Id="R06a82799fe7d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82799fe7d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b3006b2b24f56" /><Relationship Type="http://schemas.openxmlformats.org/officeDocument/2006/relationships/notesSlide" Target="/ppt/notesSlides/notesSlide1.xml" Id="R781df3e691e3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101862a2b46bc" /><Relationship Type="http://schemas.openxmlformats.org/officeDocument/2006/relationships/notesSlide" Target="/ppt/notesSlides/notesSlide2.xml" Id="R7586e11b42ae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ea75e20264a9e" /><Relationship Type="http://schemas.openxmlformats.org/officeDocument/2006/relationships/notesSlide" Target="/ppt/notesSlides/notesSlide3.xml" Id="R3785f8edacd64e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efe32288a4ef9" /><Relationship Type="http://schemas.openxmlformats.org/officeDocument/2006/relationships/notesSlide" Target="/ppt/notesSlides/notesSlide4.xml" Id="R25f4c9863fa743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56762b29e4f16" /><Relationship Type="http://schemas.openxmlformats.org/officeDocument/2006/relationships/notesSlide" Target="/ppt/notesSlides/notesSlide5.xml" Id="Ra7cfe5c92085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cfe09aab4cb6" /><Relationship Type="http://schemas.openxmlformats.org/officeDocument/2006/relationships/notesSlide" Target="/ppt/notesSlides/notesSlide6.xml" Id="R4516c2d893ca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c438a93804cd4" /><Relationship Type="http://schemas.openxmlformats.org/officeDocument/2006/relationships/notesSlide" Target="/ppt/notesSlides/notesSlide7.xml" Id="Rdcec720462df46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a52f95624a55" /><Relationship Type="http://schemas.openxmlformats.org/officeDocument/2006/relationships/notesSlide" Target="/ppt/notesSlides/notesSlide8.xml" Id="R735de28810f44c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799eee4d4c0a" /><Relationship Type="http://schemas.openxmlformats.org/officeDocument/2006/relationships/notesSlide" Target="/ppt/notesSlides/notesSlide9.xml" Id="Rd1f51dbcf8094a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33c2fbc79403e" /><Relationship Type="http://schemas.openxmlformats.org/officeDocument/2006/relationships/notesSlide" Target="/ppt/notesSlides/notesSlide10.xml" Id="R9b8df7f534e0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10dbd7964673" /><Relationship Type="http://schemas.openxmlformats.org/officeDocument/2006/relationships/notesSlide" Target="/ppt/notesSlides/notesSlide11.xml" Id="Re7eaf58bfdeb47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6ec2cd41043a4" /><Relationship Type="http://schemas.openxmlformats.org/officeDocument/2006/relationships/notesSlide" Target="/ppt/notesSlides/notesSlide12.xml" Id="Redb167de05bf4f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1c450d7004628" /><Relationship Type="http://schemas.openxmlformats.org/officeDocument/2006/relationships/notesSlide" Target="/ppt/notesSlides/notesSlide13.xml" Id="Rd9809cf6cd1942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FEB0-F0BF-455A-9C08-741CE8D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F017A-513A-4B58-9714-7A81A55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Activation, loss và output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CD007-3A08-4F89-8421-9CFA492E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Head trả một logit hay một vector classes?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7D4FB-AC77-4383-80B4-9849E07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1/13</a:t>
            </a:r>
          </a:p>
        </p:txBody>
      </p:sp>
    </p:spTree>
    <p:extLst>
      <p:ext uri="{BB962C8B-B14F-4D97-AF65-F5344CB8AC3E}">
        <p14:creationId xmlns:p14="http://schemas.microsoft.com/office/powerpoint/2010/main" val="1311413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37B63-D8AC-4AF7-9133-91397A9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8702E-78E6-4D03-99F1-511A42D3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Binary/multiclass/regression cần output head, target dtype và loss tương ứng.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D9F98-DD64-4631-B069-C53D3DDD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CrossEntropyLoss nhận logits; BCEWithLogitsLoss kết hợp sigmoid/log-loss ổn định.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FD9E3-8BF5-4411-A78D-ADF5892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Softmax cần trừ max để tránh exp overflow.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25DB-615F-4E99-B6FE-5E4E00C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softmax_i = exp(z_i-max(z))/sum_j exp(z_j-max(z))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90177-75B1-4A4C-9810-BC07F6F5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2/13</a:t>
            </a:r>
          </a:p>
        </p:txBody>
      </p:sp>
    </p:spTree>
    <p:extLst>
      <p:ext uri="{BB962C8B-B14F-4D97-AF65-F5344CB8AC3E}">
        <p14:creationId xmlns:p14="http://schemas.microsoft.com/office/powerpoint/2010/main" val="845396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3D69-CAFD-4720-8266-96EFE40D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[-2,0,3]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B2616-28B9-46A9-92CD-3EFB65A3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3/13</a:t>
            </a:r>
          </a:p>
        </p:txBody>
      </p:sp>
    </p:spTree>
    <p:extLst>
      <p:ext uri="{BB962C8B-B14F-4D97-AF65-F5344CB8AC3E}">
        <p14:creationId xmlns:p14="http://schemas.microsoft.com/office/powerpoint/2010/main" val="631463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854A7-647C-434D-A445-D7CABB3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699DB-18D2-41A0-98D7-7B9F5363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"value":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3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"grad":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B131E-4E01-49E0-B3DF-729A950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4/13</a:t>
            </a:r>
          </a:p>
        </p:txBody>
      </p:sp>
    </p:spTree>
    <p:extLst>
      <p:ext uri="{BB962C8B-B14F-4D97-AF65-F5344CB8AC3E}">
        <p14:creationId xmlns:p14="http://schemas.microsoft.com/office/powerpoint/2010/main" val="462351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8A9D9-11DC-4959-A6C5-1C86682E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EA93F-BED6-4F62-9615-A955BF0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logits = torch.tensor([[1000.,1001.]])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prob = torch.softmax(logits,dim=1)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target = torch.tensor([1],dtype=torch.long)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 = nn.CrossEntropyLoss()(logits,target)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print("Softmax:",prob.round(decimals=6).tolist())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print("Sum:",prob.sum().item(),"CE:",round(loss.item(),6))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binary_logits = torch.tensor([0.0])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binary_y = torch.tensor([1.0])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print("BCE logits:",round(nn.BCEWithLogitsLoss()(binary_logits,binary_y).item(),6))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torch.isfinite(prob).all() and torch.isfinite(loss)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Không softmax trước CrossEntropyLoss, không sigmoid trước BCEWithLogitsLoss.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87E27-4D07-413B-9E39-0B736B60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10B64-07FA-47A6-BEB6-F7299A3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3.4 · 5/13</a:t>
            </a:r>
          </a:p>
        </p:txBody>
      </p:sp>
    </p:spTree>
    <p:extLst>
      <p:ext uri="{BB962C8B-B14F-4D97-AF65-F5344CB8AC3E}">
        <p14:creationId xmlns:p14="http://schemas.microsoft.com/office/powerpoint/2010/main" val="1528239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D5E9E-A0E4-4253-98EB-EC8AE8FA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ACBA0-0619-4BE0-9F39-8184D0E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Softmax: [[0.2689409852027893, 0.7310590147972107]]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Sum: 1.0 CE: 0.313262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BCE logits: 0.693147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1DE61-B14F-4352-A781-F212D5BA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6/13</a:t>
            </a:r>
          </a:p>
        </p:txBody>
      </p:sp>
    </p:spTree>
    <p:extLst>
      <p:ext uri="{BB962C8B-B14F-4D97-AF65-F5344CB8AC3E}">
        <p14:creationId xmlns:p14="http://schemas.microsoft.com/office/powerpoint/2010/main" val="563060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D7521-DE79-49F5-B494-B20A81D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8A19F-290B-4DDD-AC88-42D885DE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Đưa probability vào một loss chờ logits là lỗi hợp đồng.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2439F-5A22-4EB9-828D-0969C28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Giải thích vì sao logits1000,1001 vẫn tạo probability hữu hạn.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CB534-0E06-44DD-8FCF-1F72FB12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7/13</a:t>
            </a:r>
          </a:p>
        </p:txBody>
      </p:sp>
    </p:spTree>
    <p:extLst>
      <p:ext uri="{BB962C8B-B14F-4D97-AF65-F5344CB8AC3E}">
        <p14:creationId xmlns:p14="http://schemas.microsoft.com/office/powerpoint/2010/main" val="1121905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262A8-F2F8-4A2F-9950-2365B9C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117C1-9254-4CF6-B895-424C5BF1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max(0, x) từng phần tử; derivative tại0 quy ước0.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[-2,0,3]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5E668-0421-4DCB-9FA3-8F559AB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8/13</a:t>
            </a:r>
          </a:p>
        </p:txBody>
      </p:sp>
    </p:spTree>
    <p:extLst>
      <p:ext uri="{BB962C8B-B14F-4D97-AF65-F5344CB8AC3E}">
        <p14:creationId xmlns:p14="http://schemas.microsoft.com/office/powerpoint/2010/main" val="527605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B046D-2878-4D60-84D3-301D0463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D38F4-BDE5-407B-B868-05E3A5B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crossentropy từ logits từng row, targets theoindexclass; dùnglogsumexp ổn định.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[[1000,1001],[0,0]]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7717E-74F2-432C-B427-169A83FD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9/13</a:t>
            </a:r>
          </a:p>
        </p:txBody>
      </p:sp>
    </p:spTree>
    <p:extLst>
      <p:ext uri="{BB962C8B-B14F-4D97-AF65-F5344CB8AC3E}">
        <p14:creationId xmlns:p14="http://schemas.microsoft.com/office/powerpoint/2010/main" val="1591368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02C4E-C31D-47D8-B8E7-954641CC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12129-5233-420C-A1F6-4C3E36F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max(0, x) từng phần tử; derivative tại0 quy ước0.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74EA8-4006-4556-B618-517DB39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list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5115D-A1AA-4901-A389-B11F01A4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A83D1-1060-4A38-BF5F-E6F7B09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10/13</a:t>
            </a:r>
          </a:p>
        </p:txBody>
      </p:sp>
    </p:spTree>
    <p:extLst>
      <p:ext uri="{BB962C8B-B14F-4D97-AF65-F5344CB8AC3E}">
        <p14:creationId xmlns:p14="http://schemas.microsoft.com/office/powerpoint/2010/main" val="1953785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10603-E384-428D-8956-210F034A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91372-D8A8-4F6C-AA21-E511BE3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crossentropy từ logits từng row, targets theoindexclass; dùnglogsumexp ổn định.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5DAD-25AF-45CB-9359-942154C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logits: nxc; target: n indices0..c-1.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49496-B879-43BF-89DB-C02B231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FCF94-A368-407E-92F8-D15DB20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11/13</a:t>
            </a:r>
          </a:p>
        </p:txBody>
      </p:sp>
    </p:spTree>
    <p:extLst>
      <p:ext uri="{BB962C8B-B14F-4D97-AF65-F5344CB8AC3E}">
        <p14:creationId xmlns:p14="http://schemas.microsoft.com/office/powerpoint/2010/main" val="15354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A72B-7687-435C-A2CF-105BB1FB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9A4AA-5AA4-453D-ABC4-7810FC1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Logits và CrossEntropy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4F9DF-5DE7-4B25-8C56-34563E5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prob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87937-91D6-458C-B9F6-0E85CFFD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Meanlogloss; score=exp(-meanlogloss).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85BF5-9EBC-4718-B2F8-078649F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AFE22-268F-47C5-9FE4-C9209286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12/13</a:t>
            </a:r>
          </a:p>
        </p:txBody>
      </p:sp>
    </p:spTree>
    <p:extLst>
      <p:ext uri="{BB962C8B-B14F-4D97-AF65-F5344CB8AC3E}">
        <p14:creationId xmlns:p14="http://schemas.microsoft.com/office/powerpoint/2010/main" val="2070585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6BCB6-92A3-41D0-A423-0D74BE2E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1497-2F22-4CD4-AD99-45274E3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Giải thích vì sao logits1000,1001 vẫn tạo probability hữu hạn.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65CD-8685-4E7C-A277-9F4FF86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1,26–28; PyTorch Optimization.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6D542-97FA-4B3B-B25F-3EDE54A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1.2/1.3 phần activation;27.6 và28.3 trắc nghiệm; loss trong tutorial PyTorch.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6335B-B343-4CEA-A91C-9EE289D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3.4 · 13/13</a:t>
            </a:r>
          </a:p>
        </p:txBody>
      </p:sp>
    </p:spTree>
    <p:extLst>
      <p:ext uri="{BB962C8B-B14F-4D97-AF65-F5344CB8AC3E}">
        <p14:creationId xmlns:p14="http://schemas.microsoft.com/office/powerpoint/2010/main" val="344036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2026-10-01T09:00:39.9340000Z</dcterms:created>
  <dcterms:modified xsi:type="dcterms:W3CDTF">2026-10-01T09:00:39.9340000Z</dcterms:modified>
</coreProperties>
</file>