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7eee99e67f4611" /><Relationship Type="http://schemas.openxmlformats.org/officeDocument/2006/relationships/extended-properties" Target="/docProps/app.xml" Id="R0df32b63dadc427b" /><Relationship Type="http://schemas.openxmlformats.org/officeDocument/2006/relationships/officeDocument" Target="/ppt/presentation.xml" Id="R9a565e821ae847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23f99556144591"/>
  </p:sldMasterIdLst>
  <p:notesMasterIdLst>
    <p:notesMasterId xmlns:r="http://schemas.openxmlformats.org/officeDocument/2006/relationships" r:id="R793bf79f291149c1"/>
  </p:notesMasterIdLst>
  <p:sldIdLst>
    <p:sldId xmlns:r="http://schemas.openxmlformats.org/officeDocument/2006/relationships" id="256" r:id="R160c78540a3d45fe"/>
    <p:sldId xmlns:r="http://schemas.openxmlformats.org/officeDocument/2006/relationships" id="257" r:id="R6e0fde13c028460e"/>
    <p:sldId xmlns:r="http://schemas.openxmlformats.org/officeDocument/2006/relationships" id="258" r:id="R3dc1ac71762c40dd"/>
    <p:sldId xmlns:r="http://schemas.openxmlformats.org/officeDocument/2006/relationships" id="259" r:id="Rc7f72b1bc8424dbb"/>
    <p:sldId xmlns:r="http://schemas.openxmlformats.org/officeDocument/2006/relationships" id="260" r:id="R32fb4842c7944d0c"/>
    <p:sldId xmlns:r="http://schemas.openxmlformats.org/officeDocument/2006/relationships" id="261" r:id="R8a5217a249e34450"/>
    <p:sldId xmlns:r="http://schemas.openxmlformats.org/officeDocument/2006/relationships" id="262" r:id="R9f8e6b5db9bd4ee8"/>
    <p:sldId xmlns:r="http://schemas.openxmlformats.org/officeDocument/2006/relationships" id="263" r:id="R7a49e31589cf4654"/>
    <p:sldId xmlns:r="http://schemas.openxmlformats.org/officeDocument/2006/relationships" id="264" r:id="R1a0be77e124a4a91"/>
    <p:sldId xmlns:r="http://schemas.openxmlformats.org/officeDocument/2006/relationships" id="265" r:id="R5adc6de4d1584142"/>
    <p:sldId xmlns:r="http://schemas.openxmlformats.org/officeDocument/2006/relationships" id="266" r:id="Rafb28063de844f2e"/>
    <p:sldId xmlns:r="http://schemas.openxmlformats.org/officeDocument/2006/relationships" id="267" r:id="R1332d053484245f5"/>
    <p:sldId xmlns:r="http://schemas.openxmlformats.org/officeDocument/2006/relationships" id="268" r:id="Rd9cf22f9d45e4fdd"/>
    <p:sldId xmlns:r="http://schemas.openxmlformats.org/officeDocument/2006/relationships" id="269" r:id="Ra2e6bbed2f2047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4ecdb4bb81486f" /><Relationship Type="http://schemas.openxmlformats.org/officeDocument/2006/relationships/slideMaster" Target="/ppt/slideMasters/slideMaster1.xml" Id="Ree23f99556144591" /><Relationship Type="http://schemas.openxmlformats.org/officeDocument/2006/relationships/notesMaster" Target="/ppt/notesMasters/notesMaster1.xml" Id="R793bf79f291149c1" /><Relationship Type="http://schemas.openxmlformats.org/officeDocument/2006/relationships/presProps" Target="/ppt/presProps.xml" Id="R05b9f2f31f214b32" /><Relationship Type="http://schemas.openxmlformats.org/officeDocument/2006/relationships/tableStyles" Target="/ppt/tableStyles.xml" Id="R5e3c1b5c2e274c63" /><Relationship Type="http://schemas.openxmlformats.org/officeDocument/2006/relationships/slide" Target="/ppt/slides/slide1.xml" Id="R160c78540a3d45fe" /><Relationship Type="http://schemas.openxmlformats.org/officeDocument/2006/relationships/slide" Target="/ppt/slides/slide2.xml" Id="R6e0fde13c028460e" /><Relationship Type="http://schemas.openxmlformats.org/officeDocument/2006/relationships/slide" Target="/ppt/slides/slide3.xml" Id="R3dc1ac71762c40dd" /><Relationship Type="http://schemas.openxmlformats.org/officeDocument/2006/relationships/slide" Target="/ppt/slides/slide4.xml" Id="Rc7f72b1bc8424dbb" /><Relationship Type="http://schemas.openxmlformats.org/officeDocument/2006/relationships/slide" Target="/ppt/slides/slide5.xml" Id="R32fb4842c7944d0c" /><Relationship Type="http://schemas.openxmlformats.org/officeDocument/2006/relationships/slide" Target="/ppt/slides/slide6.xml" Id="R8a5217a249e34450" /><Relationship Type="http://schemas.openxmlformats.org/officeDocument/2006/relationships/slide" Target="/ppt/slides/slide7.xml" Id="R9f8e6b5db9bd4ee8" /><Relationship Type="http://schemas.openxmlformats.org/officeDocument/2006/relationships/slide" Target="/ppt/slides/slide8.xml" Id="R7a49e31589cf4654" /><Relationship Type="http://schemas.openxmlformats.org/officeDocument/2006/relationships/slide" Target="/ppt/slides/slide9.xml" Id="R1a0be77e124a4a91" /><Relationship Type="http://schemas.openxmlformats.org/officeDocument/2006/relationships/slide" Target="/ppt/slides/slide10.xml" Id="R5adc6de4d1584142" /><Relationship Type="http://schemas.openxmlformats.org/officeDocument/2006/relationships/slide" Target="/ppt/slides/slide11.xml" Id="Rafb28063de844f2e" /><Relationship Type="http://schemas.openxmlformats.org/officeDocument/2006/relationships/slide" Target="/ppt/slides/slide12.xml" Id="R1332d053484245f5" /><Relationship Type="http://schemas.openxmlformats.org/officeDocument/2006/relationships/slide" Target="/ppt/slides/slide13.xml" Id="Rd9cf22f9d45e4fdd" /><Relationship Type="http://schemas.openxmlformats.org/officeDocument/2006/relationships/slide" Target="/ppt/slides/slide14.xml" Id="Ra2e6bbed2f2047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3f14c35d3343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54217e0ed4bdc" /><Relationship Type="http://schemas.openxmlformats.org/officeDocument/2006/relationships/notesMaster" Target="/ppt/notesMasters/notesMaster1.xml" Id="Rf6d675a660c741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4b01702def4176" /><Relationship Type="http://schemas.openxmlformats.org/officeDocument/2006/relationships/notesMaster" Target="/ppt/notesMasters/notesMaster1.xml" Id="R2dc433f5510b4e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2e1fed6aeb40c9" /><Relationship Type="http://schemas.openxmlformats.org/officeDocument/2006/relationships/notesMaster" Target="/ppt/notesMasters/notesMaster1.xml" Id="R4497d8a8129c4f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8b6aa57a0d4d7b" /><Relationship Type="http://schemas.openxmlformats.org/officeDocument/2006/relationships/notesMaster" Target="/ppt/notesMasters/notesMaster1.xml" Id="R00779146b2174f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0f1f32a3ce4319" /><Relationship Type="http://schemas.openxmlformats.org/officeDocument/2006/relationships/notesMaster" Target="/ppt/notesMasters/notesMaster1.xml" Id="R7294e24fbf214c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6a905f47f24ebc" /><Relationship Type="http://schemas.openxmlformats.org/officeDocument/2006/relationships/notesMaster" Target="/ppt/notesMasters/notesMaster1.xml" Id="R5c4f88604f0949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d46c617fe4481b" /><Relationship Type="http://schemas.openxmlformats.org/officeDocument/2006/relationships/notesMaster" Target="/ppt/notesMasters/notesMaster1.xml" Id="R3eddcb52e36f47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54c1ef43a34942" /><Relationship Type="http://schemas.openxmlformats.org/officeDocument/2006/relationships/notesMaster" Target="/ppt/notesMasters/notesMaster1.xml" Id="Rdb815fe69b0141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b3029c41eb4264" /><Relationship Type="http://schemas.openxmlformats.org/officeDocument/2006/relationships/notesMaster" Target="/ppt/notesMasters/notesMaster1.xml" Id="R273e16df5c2e47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3789c856394a54" /><Relationship Type="http://schemas.openxmlformats.org/officeDocument/2006/relationships/notesMaster" Target="/ppt/notesMasters/notesMaster1.xml" Id="Re2c1a3a87c4849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58431c09d142ca" /><Relationship Type="http://schemas.openxmlformats.org/officeDocument/2006/relationships/notesMaster" Target="/ppt/notesMasters/notesMaster1.xml" Id="Rd3eb12bef5ab46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6fcdc3a66d4791" /><Relationship Type="http://schemas.openxmlformats.org/officeDocument/2006/relationships/notesMaster" Target="/ppt/notesMasters/notesMaster1.xml" Id="R9a78b9b80aef4d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f17e8ffca04026" /><Relationship Type="http://schemas.openxmlformats.org/officeDocument/2006/relationships/notesMaster" Target="/ppt/notesMasters/notesMaster1.xml" Id="R8ef704a315524f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3dec54ebf445f8" /><Relationship Type="http://schemas.openxmlformats.org/officeDocument/2006/relationships/notesMaster" Target="/ppt/notesMasters/notesMaster1.xml" Id="R3d478c6a9bf749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PyTorch Learn the Basics: Optimization, Save &amp; Load Model.. Hoàn thành training loop FashionMNIST và phần save/load của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1.4</a:t>
            </a:r>
          </a:p>
          <a:p xmlns:a="http://schemas.openxmlformats.org/drawingml/2006/main">
            <a:r>
              <a:t>Tham khảo: PyTorch Learn the Basics: Optimization, Save &amp; Load Model.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[0.8,2.1]</a:t>
            </a:r>
          </a:p>
          <a:p xmlns:a="http://schemas.openxmlformats.org/drawingml/2006/main">
            <a:r>
              <a:t>Tham khảo: PyTorch Learn the Basics: Optimization, Save &amp; Load Model.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3.5: Training loop và inference</a:t>
            </a:r>
          </a:p>
          <a:p xmlns:a="http://schemas.openxmlformats.org/drawingml/2006/main">
            <a:r>
              <a:t>Nguồn giáo trình: PyTorch Learn the Basics: Optimization, Save &amp; Load Model.</a:t>
            </a:r>
          </a:p>
          <a:p xmlns:a="http://schemas.openxmlformats.org/drawingml/2006/main">
            <a:r>
              <a:t>Bài tiếp theo trong nguồn: Hoàn thành training loop FashionMNIST và phần save/load của tutorial.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47346e7804c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cdb577ff61486b" /><Relationship Type="http://schemas.openxmlformats.org/officeDocument/2006/relationships/slideLayout" Target="/ppt/slideLayouts/slideLayout1.xml" Id="R7c4db864981e4c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4db864981e4c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48a58653842fe" /><Relationship Type="http://schemas.openxmlformats.org/officeDocument/2006/relationships/notesSlide" Target="/ppt/notesSlides/notesSlide1.xml" Id="R402a8d9edfe14e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984c9d6a64df5" /><Relationship Type="http://schemas.openxmlformats.org/officeDocument/2006/relationships/notesSlide" Target="/ppt/notesSlides/notesSlide2.xml" Id="Ra09ff372e61446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ae4906e1b4a21" /><Relationship Type="http://schemas.openxmlformats.org/officeDocument/2006/relationships/notesSlide" Target="/ppt/notesSlides/notesSlide3.xml" Id="R2c578de69ece43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57317bd844cec" /><Relationship Type="http://schemas.openxmlformats.org/officeDocument/2006/relationships/notesSlide" Target="/ppt/notesSlides/notesSlide4.xml" Id="R26cd4b3091c646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5cd08f0424402" /><Relationship Type="http://schemas.openxmlformats.org/officeDocument/2006/relationships/notesSlide" Target="/ppt/notesSlides/notesSlide5.xml" Id="R89309a623ee744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0daa931cb4e04" /><Relationship Type="http://schemas.openxmlformats.org/officeDocument/2006/relationships/notesSlide" Target="/ppt/notesSlides/notesSlide6.xml" Id="Ra5297ecc62394c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8eec115104cdf" /><Relationship Type="http://schemas.openxmlformats.org/officeDocument/2006/relationships/notesSlide" Target="/ppt/notesSlides/notesSlide7.xml" Id="R6031cc09690c49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99495b1564425" /><Relationship Type="http://schemas.openxmlformats.org/officeDocument/2006/relationships/notesSlide" Target="/ppt/notesSlides/notesSlide8.xml" Id="R9f44408a527440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4e29111304312" /><Relationship Type="http://schemas.openxmlformats.org/officeDocument/2006/relationships/notesSlide" Target="/ppt/notesSlides/notesSlide9.xml" Id="R9db8716965c74a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cfafe4ea64957" /><Relationship Type="http://schemas.openxmlformats.org/officeDocument/2006/relationships/notesSlide" Target="/ppt/notesSlides/notesSlide10.xml" Id="R90b7bc1b58ad4c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78730d52b455d" /><Relationship Type="http://schemas.openxmlformats.org/officeDocument/2006/relationships/notesSlide" Target="/ppt/notesSlides/notesSlide11.xml" Id="Ref07f522f43747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7523451764c4f" /><Relationship Type="http://schemas.openxmlformats.org/officeDocument/2006/relationships/notesSlide" Target="/ppt/notesSlides/notesSlide12.xml" Id="R5e57e04417284f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3fb3086ac4132" /><Relationship Type="http://schemas.openxmlformats.org/officeDocument/2006/relationships/notesSlide" Target="/ppt/notesSlides/notesSlide13.xml" Id="Rc57351b05f2c4b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96fee96de43cd" /><Relationship Type="http://schemas.openxmlformats.org/officeDocument/2006/relationships/notesSlide" Target="/ppt/notesSlides/notesSlide14.xml" Id="R41fba5b41db044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A9C2C-EBA4-43D2-924F-8C816AB3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6B289-9987-470A-92B4-96F4AB62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Training loop và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4AA49-C7E8-4491-8210-1D4D1621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Train loop và validation loop khác nhau ở đâu?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3C1A2-F77A-475D-BB8A-B48142B0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1/14</a:t>
            </a:r>
          </a:p>
        </p:txBody>
      </p:sp>
    </p:spTree>
    <p:extLst>
      <p:ext uri="{BB962C8B-B14F-4D97-AF65-F5344CB8AC3E}">
        <p14:creationId xmlns:p14="http://schemas.microsoft.com/office/powerpoint/2010/main" val="31550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B0CB7-5E4E-41C7-A7E4-2F89326C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C31C4-8EE1-4C2B-87D3-4544E7B1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Train: forward→loss→zero_grad→backward→step.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C9985-4783-4328-B0E7-386FEF2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Validation: eval và no_grad; không cập nhật parameters/statistics.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C6F5F-CCC7-43BB-9DCA-1F033E73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Metric epoch cân theo số mẫu; save/load toàn bộ thông tin inference cần.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D22EB-0589-4F7B-AE05-7550D201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epoch_mean = sum(batch_mean×batch_size)/sum(batch_size)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32AEE-B7D4-4835-B927-41F7B608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2/14</a:t>
            </a:r>
          </a:p>
        </p:txBody>
      </p:sp>
    </p:spTree>
    <p:extLst>
      <p:ext uri="{BB962C8B-B14F-4D97-AF65-F5344CB8AC3E}">
        <p14:creationId xmlns:p14="http://schemas.microsoft.com/office/powerpoint/2010/main" val="1885806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FFB93-EDED-497F-B3C3-73866255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means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sizes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[4,1]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CDC2A-63B4-4571-84D7-0215C91F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3/14</a:t>
            </a:r>
          </a:p>
        </p:txBody>
      </p:sp>
    </p:spTree>
    <p:extLst>
      <p:ext uri="{BB962C8B-B14F-4D97-AF65-F5344CB8AC3E}">
        <p14:creationId xmlns:p14="http://schemas.microsoft.com/office/powerpoint/2010/main" val="127066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29197-ECD9-4AE8-9F07-B7DBFB86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DB7F6-D4AF-4725-A543-AEF1A949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1.4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9D438-81A1-4F45-9488-B5960CA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4/14</a:t>
            </a:r>
          </a:p>
        </p:txBody>
      </p:sp>
    </p:spTree>
    <p:extLst>
      <p:ext uri="{BB962C8B-B14F-4D97-AF65-F5344CB8AC3E}">
        <p14:creationId xmlns:p14="http://schemas.microsoft.com/office/powerpoint/2010/main" val="1859554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0080F-53D3-408D-AA37-C3D99384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EC5D0-AD39-4F89-875B-94F61D1F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torch.utils.data import TensorDataset,DataLoader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torch.linspace(-1,1,40).reshape(-1,1)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2*X+1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loader = DataLoader(TensorDataset(X,y),batch_size=8,shuffle=False)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 = nn.Linear(1,1)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optimizer = torch.optim.SGD(model.parameters(),lr=.1)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loss_fn = nn.MSELoss()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epoch in range(8):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model.train(); total = 0.0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for xb,yb in loader: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501A8-634C-4979-8827-BF75CC94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7BFD4-89F7-4E38-8D7C-6CB9469F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3.5 · 5/14</a:t>
            </a:r>
          </a:p>
        </p:txBody>
      </p:sp>
    </p:spTree>
    <p:extLst>
      <p:ext uri="{BB962C8B-B14F-4D97-AF65-F5344CB8AC3E}">
        <p14:creationId xmlns:p14="http://schemas.microsoft.com/office/powerpoint/2010/main" val="565553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9C61D-A330-4BA9-9AE3-162A05EF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A501-03FC-4F92-939B-09A6FE13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optimizer.zero_grad(); loss = loss_fn(model(xb),yb)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loss.backward(); optimizer.step(); total += loss.item()*len(xb)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print("epoch",epoch,"loss",round(total/len(X),6))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model.eval()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with torch.no_grad(): print("x=0 -&gt;",round(model(torch.zeros(1,1)).item(),4))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Số phần tử batch cuối có thể khác; metric epoch phải cân theo số mẫu.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D4E24-DC63-42B4-8131-1D888D69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D8244-1D63-4090-98A3-30435F72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3.5 · 6/14</a:t>
            </a:r>
          </a:p>
        </p:txBody>
      </p:sp>
    </p:spTree>
    <p:extLst>
      <p:ext uri="{BB962C8B-B14F-4D97-AF65-F5344CB8AC3E}">
        <p14:creationId xmlns:p14="http://schemas.microsoft.com/office/powerpoint/2010/main" val="785550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77044-895D-4AC1-9F8F-9F070509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3312A-D7D4-4128-BC4A-EBDFE2F0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epoch 0 loss 0.484902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epoch 1 loss 0.232143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epoch 2 loss 0.109975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epoch 3 loss 0.050168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epoch 4 loss 0.022364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epoch 5 loss 0.009853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epoch 6 loss 0.004316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epoch 7 loss 0.001886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x=0 -&gt; 1.0108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E0063-0829-4386-B5D9-99A357F3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7/14</a:t>
            </a:r>
          </a:p>
        </p:txBody>
      </p:sp>
    </p:spTree>
    <p:extLst>
      <p:ext uri="{BB962C8B-B14F-4D97-AF65-F5344CB8AC3E}">
        <p14:creationId xmlns:p14="http://schemas.microsoft.com/office/powerpoint/2010/main" val="359230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5D561-2BA0-4CA2-A616-87597F0F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E3287-8427-4919-B038-1B606416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trung bình các batch means nếu batch sizes khác nhau.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4C1AB-CB1F-4CFA-8BD9-4DB02BA8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Đánh dấu các dòng không được xuất hiện trong validation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8A047-55F9-49BA-A798-6C109A47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8/14</a:t>
            </a:r>
          </a:p>
        </p:txBody>
      </p:sp>
    </p:spTree>
    <p:extLst>
      <p:ext uri="{BB962C8B-B14F-4D97-AF65-F5344CB8AC3E}">
        <p14:creationId xmlns:p14="http://schemas.microsoft.com/office/powerpoint/2010/main" val="20085390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39311-C2FC-4393-99F9-28A4C61D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99423-8460-4965-8272-D8B497A6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Mean epoch cân theo số mẫu mỗi batch.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means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sizes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[4,1]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11EE6-A2EC-44C8-9D86-CBF454D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9/14</a:t>
            </a:r>
          </a:p>
        </p:txBody>
      </p:sp>
    </p:spTree>
    <p:extLst>
      <p:ext uri="{BB962C8B-B14F-4D97-AF65-F5344CB8AC3E}">
        <p14:creationId xmlns:p14="http://schemas.microsoft.com/office/powerpoint/2010/main" val="3668889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ECD68-1315-4944-A4A0-C8343867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D656C-5D7D-4200-BEE8-06D1CC5C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Update w←w-lr*grad từngphầntử.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grad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EA424-F13D-48CF-9049-62D85EA9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10/14</a:t>
            </a:r>
          </a:p>
        </p:txBody>
      </p:sp>
    </p:spTree>
    <p:extLst>
      <p:ext uri="{BB962C8B-B14F-4D97-AF65-F5344CB8AC3E}">
        <p14:creationId xmlns:p14="http://schemas.microsoft.com/office/powerpoint/2010/main" val="197005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607F8-5F59-4B95-8618-8ACB67C0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ECAAA-C74E-448B-8271-467803CE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Mean epoch cân theo số mẫu mỗi batch.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9070C-0B7A-48AE-8959-FEB2FE24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means/sizes: list same nonzero length; sizes positiveint.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6B769-129A-4C11-B2E0-FAA38BE3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84AD9-6233-4C4B-B1B9-329A6616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11/14</a:t>
            </a:r>
          </a:p>
        </p:txBody>
      </p:sp>
    </p:spTree>
    <p:extLst>
      <p:ext uri="{BB962C8B-B14F-4D97-AF65-F5344CB8AC3E}">
        <p14:creationId xmlns:p14="http://schemas.microsoft.com/office/powerpoint/2010/main" val="9907331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37FBD-2CBA-4139-93B8-34398B30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D8FA4-6FF8-4280-BBDA-28D3351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Update w←w-lr*grad từngphầntử.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693DB-6A8B-4192-B7FA-E7640617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w/grad: list same length; lr&gt;=0.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419E3-1085-42C7-92BB-16E3195C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510DD-14C2-4066-B9F3-438C95FD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12/14</a:t>
            </a:r>
          </a:p>
        </p:txBody>
      </p:sp>
    </p:spTree>
    <p:extLst>
      <p:ext uri="{BB962C8B-B14F-4D97-AF65-F5344CB8AC3E}">
        <p14:creationId xmlns:p14="http://schemas.microsoft.com/office/powerpoint/2010/main" val="12693729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84B2F-2EFC-4019-AC0C-C1751B11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BCF44-A70C-4058-9E92-9C90C2A3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Training loop chạy sạch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68002-AE2E-4A4F-9C6E-64FA0A7A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digits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2DE1A-DF28-4282-85C7-8402A660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labels0..9.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1BCB5-45D3-4B46-93E6-275A7B5E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01F98-0519-4F2C-AA59-7B74201B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13/14</a:t>
            </a:r>
          </a:p>
        </p:txBody>
      </p:sp>
    </p:spTree>
    <p:extLst>
      <p:ext uri="{BB962C8B-B14F-4D97-AF65-F5344CB8AC3E}">
        <p14:creationId xmlns:p14="http://schemas.microsoft.com/office/powerpoint/2010/main" val="12625404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3B27B-93BB-4FFA-910B-E15F66BD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14FAD-5388-4DD8-8DD0-3A75A862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Đánh dấu các dòng không được xuất hiện trong validation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BE9FF-413C-4A10-8233-ED5E184A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PyTorch Learn the Basics: Optimization, Save &amp; Load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4831B-B153-4598-9D33-2C8E946C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Hoàn thành training loop FashionMNIST và phần save/load của tutorial.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5CD4F-62B2-4198-BD3C-AB126911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3.5 · 14/14</a:t>
            </a:r>
          </a:p>
        </p:txBody>
      </p:sp>
    </p:spTree>
    <p:extLst>
      <p:ext uri="{BB962C8B-B14F-4D97-AF65-F5344CB8AC3E}">
        <p14:creationId xmlns:p14="http://schemas.microsoft.com/office/powerpoint/2010/main" val="876397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2026-10-01T09:00:49.1480000Z</dcterms:created>
  <dcterms:modified xsi:type="dcterms:W3CDTF">2026-10-01T09:00:49.1480000Z</dcterms:modified>
</coreProperties>
</file>