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c70b14cf04d48" /><Relationship Type="http://schemas.openxmlformats.org/officeDocument/2006/relationships/extended-properties" Target="/docProps/app.xml" Id="Ra484734818a046b5" /><Relationship Type="http://schemas.openxmlformats.org/officeDocument/2006/relationships/officeDocument" Target="/ppt/presentation.xml" Id="Rb98b071530da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e96f3488c4a0a"/>
  </p:sldMasterIdLst>
  <p:notesMasterIdLst>
    <p:notesMasterId xmlns:r="http://schemas.openxmlformats.org/officeDocument/2006/relationships" r:id="R2afbc3b2cbdf4aaa"/>
  </p:notesMasterIdLst>
  <p:sldIdLst>
    <p:sldId xmlns:r="http://schemas.openxmlformats.org/officeDocument/2006/relationships" id="256" r:id="R3b0845525b77418c"/>
    <p:sldId xmlns:r="http://schemas.openxmlformats.org/officeDocument/2006/relationships" id="257" r:id="R9e056bfb138b48ce"/>
    <p:sldId xmlns:r="http://schemas.openxmlformats.org/officeDocument/2006/relationships" id="258" r:id="R8470a6d8bbd149f5"/>
    <p:sldId xmlns:r="http://schemas.openxmlformats.org/officeDocument/2006/relationships" id="259" r:id="R964016f2c88b4cc8"/>
    <p:sldId xmlns:r="http://schemas.openxmlformats.org/officeDocument/2006/relationships" id="260" r:id="R7f2c220bcaf44e86"/>
    <p:sldId xmlns:r="http://schemas.openxmlformats.org/officeDocument/2006/relationships" id="261" r:id="Rb6250e47fd604ef1"/>
    <p:sldId xmlns:r="http://schemas.openxmlformats.org/officeDocument/2006/relationships" id="262" r:id="R57d255b8fb9a49e9"/>
    <p:sldId xmlns:r="http://schemas.openxmlformats.org/officeDocument/2006/relationships" id="263" r:id="R218e06c06ec4480e"/>
    <p:sldId xmlns:r="http://schemas.openxmlformats.org/officeDocument/2006/relationships" id="264" r:id="R4fa5c80c2c0e47cf"/>
    <p:sldId xmlns:r="http://schemas.openxmlformats.org/officeDocument/2006/relationships" id="265" r:id="R139fcd92aa484ce5"/>
    <p:sldId xmlns:r="http://schemas.openxmlformats.org/officeDocument/2006/relationships" id="266" r:id="Rdd1b00cd493b418c"/>
    <p:sldId xmlns:r="http://schemas.openxmlformats.org/officeDocument/2006/relationships" id="267" r:id="R86ae6b6677444a12"/>
    <p:sldId xmlns:r="http://schemas.openxmlformats.org/officeDocument/2006/relationships" id="268" r:id="R07cf8e9f6ebe4712"/>
    <p:sldId xmlns:r="http://schemas.openxmlformats.org/officeDocument/2006/relationships" id="269" r:id="R7ffe1140c5ef47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eecca6e5d46c8" /><Relationship Type="http://schemas.openxmlformats.org/officeDocument/2006/relationships/slideMaster" Target="/ppt/slideMasters/slideMaster1.xml" Id="R8a6e96f3488c4a0a" /><Relationship Type="http://schemas.openxmlformats.org/officeDocument/2006/relationships/notesMaster" Target="/ppt/notesMasters/notesMaster1.xml" Id="R2afbc3b2cbdf4aaa" /><Relationship Type="http://schemas.openxmlformats.org/officeDocument/2006/relationships/presProps" Target="/ppt/presProps.xml" Id="R2003287cf5fe4453" /><Relationship Type="http://schemas.openxmlformats.org/officeDocument/2006/relationships/tableStyles" Target="/ppt/tableStyles.xml" Id="Rb2ecb13fcb3848c9" /><Relationship Type="http://schemas.openxmlformats.org/officeDocument/2006/relationships/slide" Target="/ppt/slides/slide1.xml" Id="R3b0845525b77418c" /><Relationship Type="http://schemas.openxmlformats.org/officeDocument/2006/relationships/slide" Target="/ppt/slides/slide2.xml" Id="R9e056bfb138b48ce" /><Relationship Type="http://schemas.openxmlformats.org/officeDocument/2006/relationships/slide" Target="/ppt/slides/slide3.xml" Id="R8470a6d8bbd149f5" /><Relationship Type="http://schemas.openxmlformats.org/officeDocument/2006/relationships/slide" Target="/ppt/slides/slide4.xml" Id="R964016f2c88b4cc8" /><Relationship Type="http://schemas.openxmlformats.org/officeDocument/2006/relationships/slide" Target="/ppt/slides/slide5.xml" Id="R7f2c220bcaf44e86" /><Relationship Type="http://schemas.openxmlformats.org/officeDocument/2006/relationships/slide" Target="/ppt/slides/slide6.xml" Id="Rb6250e47fd604ef1" /><Relationship Type="http://schemas.openxmlformats.org/officeDocument/2006/relationships/slide" Target="/ppt/slides/slide7.xml" Id="R57d255b8fb9a49e9" /><Relationship Type="http://schemas.openxmlformats.org/officeDocument/2006/relationships/slide" Target="/ppt/slides/slide8.xml" Id="R218e06c06ec4480e" /><Relationship Type="http://schemas.openxmlformats.org/officeDocument/2006/relationships/slide" Target="/ppt/slides/slide9.xml" Id="R4fa5c80c2c0e47cf" /><Relationship Type="http://schemas.openxmlformats.org/officeDocument/2006/relationships/slide" Target="/ppt/slides/slide10.xml" Id="R139fcd92aa484ce5" /><Relationship Type="http://schemas.openxmlformats.org/officeDocument/2006/relationships/slide" Target="/ppt/slides/slide11.xml" Id="Rdd1b00cd493b418c" /><Relationship Type="http://schemas.openxmlformats.org/officeDocument/2006/relationships/slide" Target="/ppt/slides/slide12.xml" Id="R86ae6b6677444a12" /><Relationship Type="http://schemas.openxmlformats.org/officeDocument/2006/relationships/slide" Target="/ppt/slides/slide13.xml" Id="R07cf8e9f6ebe4712" /><Relationship Type="http://schemas.openxmlformats.org/officeDocument/2006/relationships/slide" Target="/ppt/slides/slide14.xml" Id="R7ffe1140c5ef47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b5be99e344a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9ef13fd624cd7" /><Relationship Type="http://schemas.openxmlformats.org/officeDocument/2006/relationships/notesMaster" Target="/ppt/notesMasters/notesMaster1.xml" Id="Re6776e0e818f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6c3a6e0d54a20" /><Relationship Type="http://schemas.openxmlformats.org/officeDocument/2006/relationships/notesMaster" Target="/ppt/notesMasters/notesMaster1.xml" Id="R0e36eeb97605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9aab310cf4a39" /><Relationship Type="http://schemas.openxmlformats.org/officeDocument/2006/relationships/notesMaster" Target="/ppt/notesMasters/notesMaster1.xml" Id="R898f7e2e0d8d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4a04f8c583490e" /><Relationship Type="http://schemas.openxmlformats.org/officeDocument/2006/relationships/notesMaster" Target="/ppt/notesMasters/notesMaster1.xml" Id="Rb341725484cf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9dcf4ebfe4b1b" /><Relationship Type="http://schemas.openxmlformats.org/officeDocument/2006/relationships/notesMaster" Target="/ppt/notesMasters/notesMaster1.xml" Id="R156da1ec242f45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8a2125762473e" /><Relationship Type="http://schemas.openxmlformats.org/officeDocument/2006/relationships/notesMaster" Target="/ppt/notesMasters/notesMaster1.xml" Id="R77536be28ad7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36fbf7ea6d4461" /><Relationship Type="http://schemas.openxmlformats.org/officeDocument/2006/relationships/notesMaster" Target="/ppt/notesMasters/notesMaster1.xml" Id="R47ecaeb7193143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bede33c5154e8f" /><Relationship Type="http://schemas.openxmlformats.org/officeDocument/2006/relationships/notesMaster" Target="/ppt/notesMasters/notesMaster1.xml" Id="R7ba6e9928a31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a25dd8f38748ac" /><Relationship Type="http://schemas.openxmlformats.org/officeDocument/2006/relationships/notesMaster" Target="/ppt/notesMasters/notesMaster1.xml" Id="Rd62eab2e52e940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ceb69511e4de7" /><Relationship Type="http://schemas.openxmlformats.org/officeDocument/2006/relationships/notesMaster" Target="/ppt/notesMasters/notesMaster1.xml" Id="R606edac583ef4b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322bb7044b4fb0" /><Relationship Type="http://schemas.openxmlformats.org/officeDocument/2006/relationships/notesMaster" Target="/ppt/notesMasters/notesMaster1.xml" Id="R30b73a26b2c74e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f3bdcd9d4849bd" /><Relationship Type="http://schemas.openxmlformats.org/officeDocument/2006/relationships/notesMaster" Target="/ppt/notesMasters/notesMaster1.xml" Id="Rdf0d08bf364e41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9f01c0fe524d93" /><Relationship Type="http://schemas.openxmlformats.org/officeDocument/2006/relationships/notesMaster" Target="/ppt/notesMasters/notesMaster1.xml" Id="Rb0fce0f518c848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54daf6c0314781" /><Relationship Type="http://schemas.openxmlformats.org/officeDocument/2006/relationships/notesMaster" Target="/ppt/notesMasters/notesMaster1.xml" Id="Re2aa012272e4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chương 9; AIO chương 31–32.. AIO 31.2 phần liên quan và32.2 chương trình gradient vanishing;32.3 trắc nghiệm; đọc/check checkpoint trong tutorial PyTorch.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{"best":1,"stop":3}</a:t>
            </a:r>
          </a:p>
          <a:p xmlns:a="http://schemas.openxmlformats.org/drawingml/2006/main">
            <a:r>
              <a:t>Tham khảo: KHTN chương 9; AIO chương 31–32.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[[-0.9999950000374997,0.9999950000374997],[0,0]]</a:t>
            </a:r>
          </a:p>
          <a:p xmlns:a="http://schemas.openxmlformats.org/drawingml/2006/main">
            <a:r>
              <a:t>Tham khảo: KHTN chương 9; AIO chương 31–32.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3.7: Dropout, weight decay, early stopping và normalization</a:t>
            </a:r>
          </a:p>
          <a:p xmlns:a="http://schemas.openxmlformats.org/drawingml/2006/main">
            <a:r>
              <a:t>Nguồn giáo trình: KHTN chương 9; AIO chương 31–32.</a:t>
            </a:r>
          </a:p>
          <a:p xmlns:a="http://schemas.openxmlformats.org/drawingml/2006/main">
            <a:r>
              <a:t>Bài tiếp theo trong nguồn: AIO 31.2 phần liên quan và32.2 chương trình gradient vanishing;32.3 trắc nghiệm; đọc/check checkpoint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874daf563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a1dc1997a94542" /><Relationship Type="http://schemas.openxmlformats.org/officeDocument/2006/relationships/slideLayout" Target="/ppt/slideLayouts/slideLayout1.xml" Id="R66df53ce442b46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f53ce442b46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86e1d7cc34643" /><Relationship Type="http://schemas.openxmlformats.org/officeDocument/2006/relationships/notesSlide" Target="/ppt/notesSlides/notesSlide1.xml" Id="R79a52c482c96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d3ac6534041d5" /><Relationship Type="http://schemas.openxmlformats.org/officeDocument/2006/relationships/notesSlide" Target="/ppt/notesSlides/notesSlide2.xml" Id="Rc005865e660644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fbb8846294446" /><Relationship Type="http://schemas.openxmlformats.org/officeDocument/2006/relationships/notesSlide" Target="/ppt/notesSlides/notesSlide3.xml" Id="Re0b5edf2b077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f2cac417a4f52" /><Relationship Type="http://schemas.openxmlformats.org/officeDocument/2006/relationships/notesSlide" Target="/ppt/notesSlides/notesSlide4.xml" Id="Rd4ec77787fd7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661542a01487c" /><Relationship Type="http://schemas.openxmlformats.org/officeDocument/2006/relationships/notesSlide" Target="/ppt/notesSlides/notesSlide5.xml" Id="R6b998acdcb104c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cb9acf79d462c" /><Relationship Type="http://schemas.openxmlformats.org/officeDocument/2006/relationships/notesSlide" Target="/ppt/notesSlides/notesSlide6.xml" Id="R109611540d1b43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f77f854b74053" /><Relationship Type="http://schemas.openxmlformats.org/officeDocument/2006/relationships/notesSlide" Target="/ppt/notesSlides/notesSlide7.xml" Id="Rd687d1302331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de972003b4587" /><Relationship Type="http://schemas.openxmlformats.org/officeDocument/2006/relationships/notesSlide" Target="/ppt/notesSlides/notesSlide8.xml" Id="R0f7105988ba9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e9ca4f3494186" /><Relationship Type="http://schemas.openxmlformats.org/officeDocument/2006/relationships/notesSlide" Target="/ppt/notesSlides/notesSlide9.xml" Id="R40621e85e688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4f46cf5c4dae" /><Relationship Type="http://schemas.openxmlformats.org/officeDocument/2006/relationships/notesSlide" Target="/ppt/notesSlides/notesSlide10.xml" Id="Rea9930a6ce0b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1e47e7784d39" /><Relationship Type="http://schemas.openxmlformats.org/officeDocument/2006/relationships/notesSlide" Target="/ppt/notesSlides/notesSlide11.xml" Id="Rdc0951c2fbfd48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e1452c0047e5" /><Relationship Type="http://schemas.openxmlformats.org/officeDocument/2006/relationships/notesSlide" Target="/ppt/notesSlides/notesSlide12.xml" Id="R3de645e7273d4f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890d73bb433e" /><Relationship Type="http://schemas.openxmlformats.org/officeDocument/2006/relationships/notesSlide" Target="/ppt/notesSlides/notesSlide13.xml" Id="R55c45d64457442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8444dfcce49f6" /><Relationship Type="http://schemas.openxmlformats.org/officeDocument/2006/relationships/notesSlide" Target="/ppt/notesSlides/notesSlide14.xml" Id="R0f329cb1c8bc4e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AAEE8-C4FC-4787-A746-BD606720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153B9-42BE-4631-87CC-30AC323F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Dropout, weight decay, early stopping và normalization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538D3-E616-4341-8AD8-A4494A6A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Tại sao dropout cần tắt khi predict?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B1668-6ED6-4E5D-A38C-8EE1A19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1/14</a:t>
            </a:r>
          </a:p>
        </p:txBody>
      </p:sp>
    </p:spTree>
    <p:extLst>
      <p:ext uri="{BB962C8B-B14F-4D97-AF65-F5344CB8AC3E}">
        <p14:creationId xmlns:p14="http://schemas.microsoft.com/office/powerpoint/2010/main" val="1381560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ED426-BC24-4BBD-8A05-861BDB0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E6AB6-2562-476A-ACBD-E751BE3C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Dropout ngẫu nhiên ở train; eval dùng toàn bộ tín hiệu theo quy ước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40F2-0BD0-49E2-BC66-C814FEF7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Early stopping chọn best checkpoint bằng validation, không last epoch.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364BE-55D2-408D-8495-9C8E8AE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BatchNorm dùng statistics train/eval khác nhau; normalization cần đúng axes.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4BEB5-F148-4136-964F-57DFF516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best checkpoint = validation loss thấp nhất theo rule đã chốt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29403-A095-458D-B387-F678B0D3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2/14</a:t>
            </a:r>
          </a:p>
        </p:txBody>
      </p:sp>
    </p:spTree>
    <p:extLst>
      <p:ext uri="{BB962C8B-B14F-4D97-AF65-F5344CB8AC3E}">
        <p14:creationId xmlns:p14="http://schemas.microsoft.com/office/powerpoint/2010/main" val="1120803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6BD22-B9B9-4F2D-AAFF-E1D7144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losses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[0.8,0.6,0.65,0.7]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patience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min_delta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F5BD4-B320-47A6-B620-1FEF5F8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3/14</a:t>
            </a:r>
          </a:p>
        </p:txBody>
      </p:sp>
    </p:spTree>
    <p:extLst>
      <p:ext uri="{BB962C8B-B14F-4D97-AF65-F5344CB8AC3E}">
        <p14:creationId xmlns:p14="http://schemas.microsoft.com/office/powerpoint/2010/main" val="417986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5B87E-6D31-44A8-AA57-99E1F9F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57E8E-2A8E-4909-9965-F801618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"best":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"stop": 3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D5F81-A30A-4C9B-A1F8-DBB15A1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4/14</a:t>
            </a:r>
          </a:p>
        </p:txBody>
      </p:sp>
    </p:spTree>
    <p:extLst>
      <p:ext uri="{BB962C8B-B14F-4D97-AF65-F5344CB8AC3E}">
        <p14:creationId xmlns:p14="http://schemas.microsoft.com/office/powerpoint/2010/main" val="2128107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E5AA9-CA9C-4439-BCF5-9FCB842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5FA76-0FFE-4577-83E8-224488C4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dropout = nn.Dropout(p=.5)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torch.ones(1,8)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dropout.train(); a = dropout(X)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dropout.eval(); b = dropout(X)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print("train dropout:",a.tolist())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print("eval dropout:",b.tolist())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losses = [.8,.6,.65,.7]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best=float("inf"); patience=2; bad=0; best_epoch=None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epoch,loss in enumerate(losses,1):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loss&lt;best: best=loss; best_epoch=epoch; bad=0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else: bad+=1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2B394-2172-4BB3-A5DB-39DF30B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25012-08A7-48D5-A3EC-20A3EB0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3.7 · 5/14</a:t>
            </a:r>
          </a:p>
        </p:txBody>
      </p:sp>
    </p:spTree>
    <p:extLst>
      <p:ext uri="{BB962C8B-B14F-4D97-AF65-F5344CB8AC3E}">
        <p14:creationId xmlns:p14="http://schemas.microsoft.com/office/powerpoint/2010/main" val="884759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E7992-4E52-4175-8DC6-C824DA9F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B88AE-89F8-4BA3-9FF2-9253CF46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bad&gt;=patience: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print("stop",epoch,"restore best epoch",best_epoch); break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torch.equal(b,X) and best_epoch==2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3C1B3-CEE6-4594-83E1-2CEB7C7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8B1C6-1BC3-4115-BBF0-DDC099E8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3.7 · 6/14</a:t>
            </a:r>
          </a:p>
        </p:txBody>
      </p:sp>
    </p:spTree>
    <p:extLst>
      <p:ext uri="{BB962C8B-B14F-4D97-AF65-F5344CB8AC3E}">
        <p14:creationId xmlns:p14="http://schemas.microsoft.com/office/powerpoint/2010/main" val="673597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46FD-9A80-4CDF-85EB-818522D0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2244D-7E5B-4BFB-99CC-BB4F913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 dropout: [[2.0, 2.0, 2.0, 2.0, 0.0, 2.0, 0.0, 0.0]]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eval dropout: [[1.0, 1.0, 1.0, 1.0, 1.0, 1.0, 1.0, 1.0]]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stop 4 restore best epoch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E69EB-AD4E-4F72-8CAE-F943F8F6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7/14</a:t>
            </a:r>
          </a:p>
        </p:txBody>
      </p:sp>
    </p:spTree>
    <p:extLst>
      <p:ext uri="{BB962C8B-B14F-4D97-AF65-F5344CB8AC3E}">
        <p14:creationId xmlns:p14="http://schemas.microsoft.com/office/powerpoint/2010/main" val="1443568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2ABAD-AC1A-496E-A55E-7026DA01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600AE-4EFD-429B-BDCC-7B3E0B44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cập nhật BatchNorm từ test và không dùng test để early-stop.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31812-4D9E-4314-9EC7-7DE955B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loss0.8,0.6,0.65,0.7 với patience2, chỉ ra best vàstop.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4C45E-081E-43C8-AD2F-9C0500B8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8/14</a:t>
            </a:r>
          </a:p>
        </p:txBody>
      </p:sp>
    </p:spTree>
    <p:extLst>
      <p:ext uri="{BB962C8B-B14F-4D97-AF65-F5344CB8AC3E}">
        <p14:creationId xmlns:p14="http://schemas.microsoft.com/office/powerpoint/2010/main" val="511876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03A3C-5E8C-4EE9-A5AE-8B6805F8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5F30C-A40F-4BB5-8348-1FFC4C5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Theo losses, patience, min_delta; improvement strict loss&lt;best-min_delta; best/stop zero-based.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losses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[0.8,0.6,0.65,0.7]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patience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min_delta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56410-8E4C-4F5D-AA0D-8618F82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9/14</a:t>
            </a:r>
          </a:p>
        </p:txBody>
      </p:sp>
    </p:spTree>
    <p:extLst>
      <p:ext uri="{BB962C8B-B14F-4D97-AF65-F5344CB8AC3E}">
        <p14:creationId xmlns:p14="http://schemas.microsoft.com/office/powerpoint/2010/main" val="2127160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4890-55E8-4866-804E-C0D2042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3DE58-7E8D-4369-971E-FDE5AE2B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Layer normalization từng row với populationvariance vàepsilon; gamma=1, beta=0.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[[1,3],[5,5]]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0.00001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EB2F7-1696-4F08-8F74-4A04F9A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10/14</a:t>
            </a:r>
          </a:p>
        </p:txBody>
      </p:sp>
    </p:spTree>
    <p:extLst>
      <p:ext uri="{BB962C8B-B14F-4D97-AF65-F5344CB8AC3E}">
        <p14:creationId xmlns:p14="http://schemas.microsoft.com/office/powerpoint/2010/main" val="270313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9091E-9A32-438B-97A5-4C9A5B0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BC386-889F-4A22-A744-7FE5B8C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Theo losses, patience, min_delta; improvement strict loss&lt;best-min_delta; best/stop zero-based.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81D00-DA07-4948-8E37-1861AFF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losses: nonempty số; patience&gt;=1; min_delta&gt;=0.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CF0A3-49E9-481D-BCA9-0869C3E1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A99A7-8DBA-4691-B169-757AD15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11/14</a:t>
            </a:r>
          </a:p>
        </p:txBody>
      </p:sp>
    </p:spTree>
    <p:extLst>
      <p:ext uri="{BB962C8B-B14F-4D97-AF65-F5344CB8AC3E}">
        <p14:creationId xmlns:p14="http://schemas.microsoft.com/office/powerpoint/2010/main" val="1429377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79016-63CD-4CF4-9BD3-F5F7A506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4C985-60C6-4A8D-897C-D04A1B1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Layer normalization từng row với populationvariance vàepsilon; gamma=1, beta=0.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D3A1B-2995-4924-8AEF-CFA8A2D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rows: nxd; eps&gt;0.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ED3EF-F966-47B4-AD34-4C8DA2A4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DEA5-1ECF-4112-B5C7-06C69355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12/14</a:t>
            </a:r>
          </a:p>
        </p:txBody>
      </p:sp>
    </p:spTree>
    <p:extLst>
      <p:ext uri="{BB962C8B-B14F-4D97-AF65-F5344CB8AC3E}">
        <p14:creationId xmlns:p14="http://schemas.microsoft.com/office/powerpoint/2010/main" val="233531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56FB2-7F41-45E6-B8E6-31E6D28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2EBC-AEAD-42D9-A53C-4B6ADA0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Regularization và best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26826-8819-48D1-B221-D006F19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90A28-5BA1-4FD0-B4DD-B8E3818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EAEF6-CEFE-4D9F-80C3-07FA713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9CF41-A6A6-41D4-8BEC-E4BBBD89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13/14</a:t>
            </a:r>
          </a:p>
        </p:txBody>
      </p:sp>
    </p:spTree>
    <p:extLst>
      <p:ext uri="{BB962C8B-B14F-4D97-AF65-F5344CB8AC3E}">
        <p14:creationId xmlns:p14="http://schemas.microsoft.com/office/powerpoint/2010/main" val="14684500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C9A8-9966-4E0D-B0F7-A149DBC7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A7E0E-4D68-4940-BFCD-D475C998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loss0.8,0.6,0.65,0.7 với patience2, chỉ ra best vàstop.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AEE08-F9FA-4033-B1C0-15B3349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chương 9; AIO chương 31–32.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4D4D5-0B14-4F4A-81A4-EC01428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31.2 phần liên quan và32.2 chương trình gradient vanishing;32.3 trắc nghiệm; đọc/check checkpoint trong tutorial PyTorch.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C0704-2A0F-4819-A571-ECB2E2E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3.7 · 14/14</a:t>
            </a:r>
          </a:p>
        </p:txBody>
      </p:sp>
    </p:spTree>
    <p:extLst>
      <p:ext uri="{BB962C8B-B14F-4D97-AF65-F5344CB8AC3E}">
        <p14:creationId xmlns:p14="http://schemas.microsoft.com/office/powerpoint/2010/main" val="1446559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2026-10-01T09:01:06.7800000Z</dcterms:created>
  <dcterms:modified xsi:type="dcterms:W3CDTF">2026-10-01T09:01:06.7800000Z</dcterms:modified>
</coreProperties>
</file>