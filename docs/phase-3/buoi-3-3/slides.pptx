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072dca07a0a4d0f" /><Relationship Type="http://schemas.openxmlformats.org/officeDocument/2006/relationships/extended-properties" Target="/docProps/app.xml" Id="R33d5e1767a544f7d" /><Relationship Type="http://schemas.openxmlformats.org/officeDocument/2006/relationships/officeDocument" Target="/ppt/presentation.xml" Id="R8f2bf1482a144fd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a76f168c8b142e4"/>
  </p:sldMasterIdLst>
  <p:notesMasterIdLst>
    <p:notesMasterId xmlns:r="http://schemas.openxmlformats.org/officeDocument/2006/relationships" r:id="R02982284a9c54b40"/>
  </p:notesMasterIdLst>
  <p:sldIdLst>
    <p:sldId xmlns:r="http://schemas.openxmlformats.org/officeDocument/2006/relationships" id="256" r:id="R975babd7800b4476"/>
    <p:sldId xmlns:r="http://schemas.openxmlformats.org/officeDocument/2006/relationships" id="257" r:id="R08a0e51903064ff1"/>
    <p:sldId xmlns:r="http://schemas.openxmlformats.org/officeDocument/2006/relationships" id="258" r:id="Rf836dae1ab294297"/>
    <p:sldId xmlns:r="http://schemas.openxmlformats.org/officeDocument/2006/relationships" id="259" r:id="Rafe834769aec4b5a"/>
    <p:sldId xmlns:r="http://schemas.openxmlformats.org/officeDocument/2006/relationships" id="260" r:id="Ra29de86005264dc3"/>
    <p:sldId xmlns:r="http://schemas.openxmlformats.org/officeDocument/2006/relationships" id="261" r:id="R8de99570f18c44da"/>
    <p:sldId xmlns:r="http://schemas.openxmlformats.org/officeDocument/2006/relationships" id="262" r:id="R0979e411e4934c34"/>
    <p:sldId xmlns:r="http://schemas.openxmlformats.org/officeDocument/2006/relationships" id="263" r:id="Rc440f20d101a48e5"/>
    <p:sldId xmlns:r="http://schemas.openxmlformats.org/officeDocument/2006/relationships" id="264" r:id="R5402d98be5934208"/>
    <p:sldId xmlns:r="http://schemas.openxmlformats.org/officeDocument/2006/relationships" id="265" r:id="R91a95b759db34a36"/>
    <p:sldId xmlns:r="http://schemas.openxmlformats.org/officeDocument/2006/relationships" id="266" r:id="R12f200c84b2f4326"/>
    <p:sldId xmlns:r="http://schemas.openxmlformats.org/officeDocument/2006/relationships" id="267" r:id="R9a060ee6dda342e3"/>
    <p:sldId xmlns:r="http://schemas.openxmlformats.org/officeDocument/2006/relationships" id="268" r:id="R9b4f8fd899814c97"/>
    <p:sldId xmlns:r="http://schemas.openxmlformats.org/officeDocument/2006/relationships" id="269" r:id="R376be2b6fa7545d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7a1ac58b721401b" /><Relationship Type="http://schemas.openxmlformats.org/officeDocument/2006/relationships/slideMaster" Target="/ppt/slideMasters/slideMaster1.xml" Id="R4a76f168c8b142e4" /><Relationship Type="http://schemas.openxmlformats.org/officeDocument/2006/relationships/notesMaster" Target="/ppt/notesMasters/notesMaster1.xml" Id="R02982284a9c54b40" /><Relationship Type="http://schemas.openxmlformats.org/officeDocument/2006/relationships/presProps" Target="/ppt/presProps.xml" Id="Rac66e1beb36e4076" /><Relationship Type="http://schemas.openxmlformats.org/officeDocument/2006/relationships/tableStyles" Target="/ppt/tableStyles.xml" Id="R64b1728ed6674734" /><Relationship Type="http://schemas.openxmlformats.org/officeDocument/2006/relationships/slide" Target="/ppt/slides/slide1.xml" Id="R975babd7800b4476" /><Relationship Type="http://schemas.openxmlformats.org/officeDocument/2006/relationships/slide" Target="/ppt/slides/slide2.xml" Id="R08a0e51903064ff1" /><Relationship Type="http://schemas.openxmlformats.org/officeDocument/2006/relationships/slide" Target="/ppt/slides/slide3.xml" Id="Rf836dae1ab294297" /><Relationship Type="http://schemas.openxmlformats.org/officeDocument/2006/relationships/slide" Target="/ppt/slides/slide4.xml" Id="Rafe834769aec4b5a" /><Relationship Type="http://schemas.openxmlformats.org/officeDocument/2006/relationships/slide" Target="/ppt/slides/slide5.xml" Id="Ra29de86005264dc3" /><Relationship Type="http://schemas.openxmlformats.org/officeDocument/2006/relationships/slide" Target="/ppt/slides/slide6.xml" Id="R8de99570f18c44da" /><Relationship Type="http://schemas.openxmlformats.org/officeDocument/2006/relationships/slide" Target="/ppt/slides/slide7.xml" Id="R0979e411e4934c34" /><Relationship Type="http://schemas.openxmlformats.org/officeDocument/2006/relationships/slide" Target="/ppt/slides/slide8.xml" Id="Rc440f20d101a48e5" /><Relationship Type="http://schemas.openxmlformats.org/officeDocument/2006/relationships/slide" Target="/ppt/slides/slide9.xml" Id="R5402d98be5934208" /><Relationship Type="http://schemas.openxmlformats.org/officeDocument/2006/relationships/slide" Target="/ppt/slides/slide10.xml" Id="R91a95b759db34a36" /><Relationship Type="http://schemas.openxmlformats.org/officeDocument/2006/relationships/slide" Target="/ppt/slides/slide11.xml" Id="R12f200c84b2f4326" /><Relationship Type="http://schemas.openxmlformats.org/officeDocument/2006/relationships/slide" Target="/ppt/slides/slide12.xml" Id="R9a060ee6dda342e3" /><Relationship Type="http://schemas.openxmlformats.org/officeDocument/2006/relationships/slide" Target="/ppt/slides/slide13.xml" Id="R9b4f8fd899814c97" /><Relationship Type="http://schemas.openxmlformats.org/officeDocument/2006/relationships/slide" Target="/ppt/slides/slide14.xml" Id="R376be2b6fa7545d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582c9e4de9f435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b3cee642a2a4ba2" /><Relationship Type="http://schemas.openxmlformats.org/officeDocument/2006/relationships/notesMaster" Target="/ppt/notesMasters/notesMaster1.xml" Id="Rf866a2d50e484ed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daf81355d234249" /><Relationship Type="http://schemas.openxmlformats.org/officeDocument/2006/relationships/notesMaster" Target="/ppt/notesMasters/notesMaster1.xml" Id="R15d82de65c3246b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2da80e07eb14bf8" /><Relationship Type="http://schemas.openxmlformats.org/officeDocument/2006/relationships/notesMaster" Target="/ppt/notesMasters/notesMaster1.xml" Id="R8b2f4274c350421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6464382fdc24a0d" /><Relationship Type="http://schemas.openxmlformats.org/officeDocument/2006/relationships/notesMaster" Target="/ppt/notesMasters/notesMaster1.xml" Id="R69858fd4caba47b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85d31ea9d204d46" /><Relationship Type="http://schemas.openxmlformats.org/officeDocument/2006/relationships/notesMaster" Target="/ppt/notesMasters/notesMaster1.xml" Id="R8822bead98304e4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249d279a3844210" /><Relationship Type="http://schemas.openxmlformats.org/officeDocument/2006/relationships/notesMaster" Target="/ppt/notesMasters/notesMaster1.xml" Id="R9467977dae4b4aa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c6d577617c14aa5" /><Relationship Type="http://schemas.openxmlformats.org/officeDocument/2006/relationships/notesMaster" Target="/ppt/notesMasters/notesMaster1.xml" Id="R32acabf29a2a448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220c7d6e0f94589" /><Relationship Type="http://schemas.openxmlformats.org/officeDocument/2006/relationships/notesMaster" Target="/ppt/notesMasters/notesMaster1.xml" Id="R42ce096a92fc48b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de22bad0d32434e" /><Relationship Type="http://schemas.openxmlformats.org/officeDocument/2006/relationships/notesMaster" Target="/ppt/notesMasters/notesMaster1.xml" Id="Rc391c6c22155478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042e771ea6f4608" /><Relationship Type="http://schemas.openxmlformats.org/officeDocument/2006/relationships/notesMaster" Target="/ppt/notesMasters/notesMaster1.xml" Id="R2eec730a03264cb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9656b549e434cb0" /><Relationship Type="http://schemas.openxmlformats.org/officeDocument/2006/relationships/notesMaster" Target="/ppt/notesMasters/notesMaster1.xml" Id="Rbc885b299739488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53b73a817da4a03" /><Relationship Type="http://schemas.openxmlformats.org/officeDocument/2006/relationships/notesMaster" Target="/ppt/notesMasters/notesMaster1.xml" Id="R689e611466c74b2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736986784de4b83" /><Relationship Type="http://schemas.openxmlformats.org/officeDocument/2006/relationships/notesMaster" Target="/ppt/notesMasters/notesMaster1.xml" Id="R31e8a1c68e4244a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27c642397474f19" /><Relationship Type="http://schemas.openxmlformats.org/officeDocument/2006/relationships/notesMaster" Target="/ppt/notesMasters/notesMaster1.xml" Id="Rb9eb6b9b4abb483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Khung đã duyệt, AIO chương 28; KHTN chương 8; PyTorch Autograd.. AIO 28.2 Thực hành,28.3 trắc nghiệm; phần Build Model của PyTorch Learn the Basics.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3.3: Perceptron, MLP và backpropagation</a:t>
            </a:r>
          </a:p>
          <a:p xmlns:a="http://schemas.openxmlformats.org/drawingml/2006/main">
            <a:r>
              <a:t>Nguồn giáo trình: AIO chương 28; KHTN chương 8; PyTorch Autograd.</a:t>
            </a:r>
          </a:p>
          <a:p xmlns:a="http://schemas.openxmlformats.org/drawingml/2006/main">
            <a:r>
              <a:t>Bài tiếp theo trong nguồn: AIO 28.2 Thực hành,28.3 trắc nghiệm; phần Build Model của PyTorch Learn the Basics.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3.3: Perceptron, MLP và backpropagation</a:t>
            </a:r>
          </a:p>
          <a:p xmlns:a="http://schemas.openxmlformats.org/drawingml/2006/main">
            <a:r>
              <a:t>Nguồn giáo trình: AIO chương 28; KHTN chương 8; PyTorch Autograd.</a:t>
            </a:r>
          </a:p>
          <a:p xmlns:a="http://schemas.openxmlformats.org/drawingml/2006/main">
            <a:r>
              <a:t>Bài tiếp theo trong nguồn: AIO 28.2 Thực hành,28.3 trắc nghiệm; phần Build Model của PyTorch Learn the Basics.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3.3: Perceptron, MLP và backpropagation</a:t>
            </a:r>
          </a:p>
          <a:p xmlns:a="http://schemas.openxmlformats.org/drawingml/2006/main">
            <a:r>
              <a:t>Nguồn giáo trình: AIO chương 28; KHTN chương 8; PyTorch Autograd.</a:t>
            </a:r>
          </a:p>
          <a:p xmlns:a="http://schemas.openxmlformats.org/drawingml/2006/main">
            <a:r>
              <a:t>Bài tiếp theo trong nguồn: AIO 28.2 Thực hành,28.3 trắc nghiệm; phần Build Model của PyTorch Learn the Basics.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3.3: Perceptron, MLP và backpropagation</a:t>
            </a:r>
          </a:p>
          <a:p xmlns:a="http://schemas.openxmlformats.org/drawingml/2006/main">
            <a:r>
              <a:t>Nguồn giáo trình: AIO chương 28; KHTN chương 8; PyTorch Autograd.</a:t>
            </a:r>
          </a:p>
          <a:p xmlns:a="http://schemas.openxmlformats.org/drawingml/2006/main">
            <a:r>
              <a:t>Bài tiếp theo trong nguồn: AIO 28.2 Thực hành,28.3 trắc nghiệm; phần Build Model của PyTorch Learn the Basics.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3.3: Perceptron, MLP và backpropagation</a:t>
            </a:r>
          </a:p>
          <a:p xmlns:a="http://schemas.openxmlformats.org/drawingml/2006/main">
            <a:r>
              <a:t>Nguồn giáo trình: AIO chương 28; KHTN chương 8; PyTorch Autograd.</a:t>
            </a:r>
          </a:p>
          <a:p xmlns:a="http://schemas.openxmlformats.org/drawingml/2006/main">
            <a:r>
              <a:t>Bài tiếp theo trong nguồn: AIO 28.2 Thực hành,28.3 trắc nghiệm; phần Build Model của PyTorch Learn the Basics.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3.3: Perceptron, MLP và backpropagation</a:t>
            </a:r>
          </a:p>
          <a:p xmlns:a="http://schemas.openxmlformats.org/drawingml/2006/main">
            <a:r>
              <a:t>Nguồn giáo trình: AIO chương 28; KHTN chương 8; PyTorch Autograd.</a:t>
            </a:r>
          </a:p>
          <a:p xmlns:a="http://schemas.openxmlformats.org/drawingml/2006/main">
            <a:r>
              <a:t>Bài tiếp theo trong nguồn: AIO 28.2 Thực hành,28.3 trắc nghiệm; phần Build Model của PyTorch Learn the Basics.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3.3: Perceptron, MLP và backpropagation</a:t>
            </a:r>
          </a:p>
          <a:p xmlns:a="http://schemas.openxmlformats.org/drawingml/2006/main">
            <a:r>
              <a:t>Nguồn giáo trình: AIO chương 28; KHTN chương 8; PyTorch Autograd.</a:t>
            </a:r>
          </a:p>
          <a:p xmlns:a="http://schemas.openxmlformats.org/drawingml/2006/main">
            <a:r>
              <a:t>Bài tiếp theo trong nguồn: AIO 28.2 Thực hành,28.3 trắc nghiệm; phần Build Model của PyTorch Learn the Basics.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Đối chiếu sau khi học sinh làm: 9</a:t>
            </a:r>
          </a:p>
          <a:p xmlns:a="http://schemas.openxmlformats.org/drawingml/2006/main">
            <a:r>
              <a:t>Tham khảo: AIO chương 28; KHTN chương 8; PyTorch Autograd.</a:t>
            </a:r>
          </a:p>
          <a:p xmlns:a="http://schemas.openxmlformats.org/drawingml/2006/main">
            <a:r>
              <a:t>Nếu input dài, mở BAI_HOC.html để xem đủ. Không cắt data trong bài tập gốc.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Đối chiếu sau khi học sinh làm: {"grad_w":8,"grad_b":4}</a:t>
            </a:r>
          </a:p>
          <a:p xmlns:a="http://schemas.openxmlformats.org/drawingml/2006/main">
            <a:r>
              <a:t>Tham khảo: AIO chương 28; KHTN chương 8; PyTorch Autograd.</a:t>
            </a:r>
          </a:p>
          <a:p xmlns:a="http://schemas.openxmlformats.org/drawingml/2006/main">
            <a:r>
              <a:t>Nếu input dài, mở BAI_HOC.html để xem đủ. Không cắt data trong bài tập gốc.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3.3: Perceptron, MLP và backpropagation</a:t>
            </a:r>
          </a:p>
          <a:p xmlns:a="http://schemas.openxmlformats.org/drawingml/2006/main">
            <a:r>
              <a:t>Nguồn giáo trình: AIO chương 28; KHTN chương 8; PyTorch Autograd.</a:t>
            </a:r>
          </a:p>
          <a:p xmlns:a="http://schemas.openxmlformats.org/drawingml/2006/main">
            <a:r>
              <a:t>Bài tiếp theo trong nguồn: AIO 28.2 Thực hành,28.3 trắc nghiệm; phần Build Model của PyTorch Learn the Basics.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3.3: Perceptron, MLP và backpropagation</a:t>
            </a:r>
          </a:p>
          <a:p xmlns:a="http://schemas.openxmlformats.org/drawingml/2006/main">
            <a:r>
              <a:t>Nguồn giáo trình: AIO chương 28; KHTN chương 8; PyTorch Autograd.</a:t>
            </a:r>
          </a:p>
          <a:p xmlns:a="http://schemas.openxmlformats.org/drawingml/2006/main">
            <a:r>
              <a:t>Bài tiếp theo trong nguồn: AIO 28.2 Thực hành,28.3 trắc nghiệm; phần Build Model của PyTorch Learn the Basics.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3.3: Perceptron, MLP và backpropagation</a:t>
            </a:r>
          </a:p>
          <a:p xmlns:a="http://schemas.openxmlformats.org/drawingml/2006/main">
            <a:r>
              <a:t>Nguồn giáo trình: AIO chương 28; KHTN chương 8; PyTorch Autograd.</a:t>
            </a:r>
          </a:p>
          <a:p xmlns:a="http://schemas.openxmlformats.org/drawingml/2006/main">
            <a:r>
              <a:t>Bài tiếp theo trong nguồn: AIO 28.2 Thực hành,28.3 trắc nghiệm; phần Build Model của PyTorch Learn the Basics.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3.3: Perceptron, MLP và backpropagation</a:t>
            </a:r>
          </a:p>
          <a:p xmlns:a="http://schemas.openxmlformats.org/drawingml/2006/main">
            <a:r>
              <a:t>Nguồn giáo trình: AIO chương 28; KHTN chương 8; PyTorch Autograd.</a:t>
            </a:r>
          </a:p>
          <a:p xmlns:a="http://schemas.openxmlformats.org/drawingml/2006/main">
            <a:r>
              <a:t>Bài tiếp theo trong nguồn: AIO 28.2 Thực hành,28.3 trắc nghiệm; phần Build Model của PyTorch Learn the Basics.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4c188846fa4c5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6294bad15524b31" /><Relationship Type="http://schemas.openxmlformats.org/officeDocument/2006/relationships/slideLayout" Target="/ppt/slideLayouts/slideLayout1.xml" Id="R4f671c9f9fd0430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f671c9f9fd0430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70834979174241" /><Relationship Type="http://schemas.openxmlformats.org/officeDocument/2006/relationships/notesSlide" Target="/ppt/notesSlides/notesSlide1.xml" Id="Rbe0187fb06ea4b1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2c7d03bec84643" /><Relationship Type="http://schemas.openxmlformats.org/officeDocument/2006/relationships/notesSlide" Target="/ppt/notesSlides/notesSlide2.xml" Id="R35cdc761c0f141e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bad689767241ef" /><Relationship Type="http://schemas.openxmlformats.org/officeDocument/2006/relationships/notesSlide" Target="/ppt/notesSlides/notesSlide3.xml" Id="Re4fd81d6e3b0437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077279143042bb" /><Relationship Type="http://schemas.openxmlformats.org/officeDocument/2006/relationships/notesSlide" Target="/ppt/notesSlides/notesSlide4.xml" Id="Raba4187bc04a468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8ca1ceb5d24ec7" /><Relationship Type="http://schemas.openxmlformats.org/officeDocument/2006/relationships/notesSlide" Target="/ppt/notesSlides/notesSlide5.xml" Id="Rab2383e0256e4a6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3ed1018e0a4abd" /><Relationship Type="http://schemas.openxmlformats.org/officeDocument/2006/relationships/notesSlide" Target="/ppt/notesSlides/notesSlide6.xml" Id="Reee3b8c0dc5d4fe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61bc4bee1c4289" /><Relationship Type="http://schemas.openxmlformats.org/officeDocument/2006/relationships/notesSlide" Target="/ppt/notesSlides/notesSlide7.xml" Id="R37327efc7f65452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231eec97954068" /><Relationship Type="http://schemas.openxmlformats.org/officeDocument/2006/relationships/notesSlide" Target="/ppt/notesSlides/notesSlide8.xml" Id="R611d2989ac1a47e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05545f33fc4aa7" /><Relationship Type="http://schemas.openxmlformats.org/officeDocument/2006/relationships/notesSlide" Target="/ppt/notesSlides/notesSlide9.xml" Id="R39026c48d7de47b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f76ba9351742ff" /><Relationship Type="http://schemas.openxmlformats.org/officeDocument/2006/relationships/notesSlide" Target="/ppt/notesSlides/notesSlide10.xml" Id="Rf56a429e70e54c3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44b9796ad841a0" /><Relationship Type="http://schemas.openxmlformats.org/officeDocument/2006/relationships/notesSlide" Target="/ppt/notesSlides/notesSlide11.xml" Id="R8da7957fee414ae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9dcac5815840c6" /><Relationship Type="http://schemas.openxmlformats.org/officeDocument/2006/relationships/notesSlide" Target="/ppt/notesSlides/notesSlide12.xml" Id="R946637d54d15489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091edbdbbe455e" /><Relationship Type="http://schemas.openxmlformats.org/officeDocument/2006/relationships/notesSlide" Target="/ppt/notesSlides/notesSlide13.xml" Id="Racfd05a0daeb4bf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8145ba3d8f4dee" /><Relationship Type="http://schemas.openxmlformats.org/officeDocument/2006/relationships/notesSlide" Target="/ppt/notesSlides/notesSlide14.xml" Id="R13670272135d4b6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EDA976-B936-46EB-B5AF-C07A3824E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Buổi 3.3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BC1BEA-D9B0-4857-9029-426DB248F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68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Perceptron, MLP và backpropagation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FFEA2C-4132-4233-AEF9-242D30224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Tại sao ghép hai linear layers không activation vẫn tuyến tính?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AEF917-7B3E-4F33-8266-02153747C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3.3 · 1/14</a:t>
            </a:r>
          </a:p>
        </p:txBody>
      </p:sp>
    </p:spTree>
    <p:extLst>
      <p:ext uri="{BB962C8B-B14F-4D97-AF65-F5344CB8AC3E}">
        <p14:creationId xmlns:p14="http://schemas.microsoft.com/office/powerpoint/2010/main" val="12882390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C4EE45-C487-4E68-833E-63B8F6B61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Ý tưởng cần hiểu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2D359F-8F3C-4204-9F31-42D496423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Neuron linear kết hợp features; activation tạo phi tuyến.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2D021D-EADB-4195-B144-B570D9EBF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MLP nhiều lớp dùng phi tuyến để biểu diễn quan hệ như XOR.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20984B-703C-45BF-9801-2F893FF69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Backprop tính gradient; optimizer cập nhật parameters.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CDF5D3-5E49-4098-8AE8-943A1F724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Linear(in,out) params = in×out + out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506FAD-24E3-44FB-A5A7-FC599259A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3.3 · 2/14</a:t>
            </a:r>
          </a:p>
        </p:txBody>
      </p:sp>
    </p:spTree>
    <p:extLst>
      <p:ext uri="{BB962C8B-B14F-4D97-AF65-F5344CB8AC3E}">
        <p14:creationId xmlns:p14="http://schemas.microsoft.com/office/powerpoint/2010/main" val="19555784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9B02B0-2356-45DF-89D3-22CED1E0F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Ví dụ: đọc input trước khi tính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7280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in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out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use_bias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true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3E3D6C-D35D-42BA-A9B4-0CA5F4657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3.3 · 3/14</a:t>
            </a:r>
          </a:p>
        </p:txBody>
      </p:sp>
    </p:spTree>
    <p:extLst>
      <p:ext uri="{BB962C8B-B14F-4D97-AF65-F5344CB8AC3E}">
        <p14:creationId xmlns:p14="http://schemas.microsoft.com/office/powerpoint/2010/main" val="4829379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61A3C7-DE15-4844-A776-8A5A1E41B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Đối chiếu phép tính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BF17DE-ECEB-4B89-A599-89ECB1D0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7DA3C9-1C93-4B93-B6F3-979B1A32A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3.3 · 4/14</a:t>
            </a:r>
          </a:p>
        </p:txBody>
      </p:sp>
    </p:spTree>
    <p:extLst>
      <p:ext uri="{BB962C8B-B14F-4D97-AF65-F5344CB8AC3E}">
        <p14:creationId xmlns:p14="http://schemas.microsoft.com/office/powerpoint/2010/main" val="9975835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27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9FEA6D-F926-4C37-A06E-96B897007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Code minh họa — đoạn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F0A5A2-F53D-421B-A4AA-13020DC7B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import torch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from torch import nn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torch.manual_seed(7)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torch.set_num_threads(1)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X = torch.tensor([[0.,0.],[0.,1.],[1.,0.],[1.,1.]])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y = torch.tensor([[0.],[1.],[1.],[0.]])  # XOR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model = nn.Sequential(nn.Linear(2,8),nn.Tanh(),nn.Linear(8,1))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optimizer = torch.optim.Adam(model.parameters(),lr=.05)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loss_fn = nn.BCEWithLogitsLoss()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for step in range(200):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    optimizer.zero_grad()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    logits = model(X)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    loss = loss_fn(logits,y)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    loss.backward()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755273-9144-4C73-9AFE-5B465936B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BDCE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BDCE3"/>
                </a:solidFill>
                <a:latin typeface="Arial"/>
                <a:ea typeface="Arial"/>
                <a:cs typeface="Arial"/>
              </a:rPr>
              <a:t>Code đầy đủ: code_minh_hoa.py / code_minh_hoa.ipynb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6E993A-028B-4B0C-B3DE-9A3160CEC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DCDD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CDD4"/>
                </a:solidFill>
                <a:latin typeface="Arial"/>
                <a:ea typeface="Arial"/>
                <a:cs typeface="Arial"/>
              </a:rPr>
              <a:t>AI Canuc80k · Buổi 3.3 · 5/14</a:t>
            </a:r>
          </a:p>
        </p:txBody>
      </p:sp>
    </p:spTree>
    <p:extLst>
      <p:ext uri="{BB962C8B-B14F-4D97-AF65-F5344CB8AC3E}">
        <p14:creationId xmlns:p14="http://schemas.microsoft.com/office/powerpoint/2010/main" val="185705742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27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BE1125-F7B1-4CEF-B1C8-CEDDE2BFB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Code minh họa — đoạn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44AC80-7B59-475F-855D-A2B27C1DF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    optimizer.step()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with torch.no_grad():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    probabilities = model(X).sigmoid()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print("Params:",sum(p.numel() for p in model.parameters()))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print("P(XOR=1):",probabilities.flatten().round(decimals=3).tolist())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print("Labels:",(probabilities&gt;=.5).int().flatten().tolist())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assert (probabilities&gt;=.5).int().flatten().tolist()==[0,1,1,0]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1451D9-2873-49A4-9AF4-DD6FB5044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BDCE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BDCE3"/>
                </a:solidFill>
                <a:latin typeface="Arial"/>
                <a:ea typeface="Arial"/>
                <a:cs typeface="Arial"/>
              </a:rPr>
              <a:t>Code đầy đủ: code_minh_hoa.py / code_minh_hoa.ipynb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549C90-34F0-4C31-B8DD-595FF0A0D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DCDD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CDD4"/>
                </a:solidFill>
                <a:latin typeface="Arial"/>
                <a:ea typeface="Arial"/>
                <a:cs typeface="Arial"/>
              </a:rPr>
              <a:t>AI Canuc80k · Buổi 3.3 · 6/14</a:t>
            </a:r>
          </a:p>
        </p:txBody>
      </p:sp>
    </p:spTree>
    <p:extLst>
      <p:ext uri="{BB962C8B-B14F-4D97-AF65-F5344CB8AC3E}">
        <p14:creationId xmlns:p14="http://schemas.microsoft.com/office/powerpoint/2010/main" val="6362380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0AA0AC-6238-4B05-AE10-58AA2DB75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Output của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86C723-4B77-42A9-BFCB-A230C85BA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Params: 33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P(XOR=1): [0.0010000000474974513, 0.9990000128746033, 1.0, 0.0010000000474974513]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Labels: [0, 1, 1, 0]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ECC323-312F-4755-B9EC-E3CA90725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3.3 · 7/14</a:t>
            </a:r>
          </a:p>
        </p:txBody>
      </p:sp>
    </p:spTree>
    <p:extLst>
      <p:ext uri="{BB962C8B-B14F-4D97-AF65-F5344CB8AC3E}">
        <p14:creationId xmlns:p14="http://schemas.microsoft.com/office/powerpoint/2010/main" val="133032755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9EBF6A-6074-461B-9AB3-18577903A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Điểm dễ nhầm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4106FC-DBF0-418D-AFF9-75B416884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668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Training XOR thành công chỉ minh họa khả năng biểu diễn, không là score data thật.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987F3F-C361-4EF7-8B18-E4C1D1851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10668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Tính parameters MLP2→8→1 và so output cho4 điểm XOR.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F98A74-7895-41E3-8549-3CDADE195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3.3 · 8/14</a:t>
            </a:r>
          </a:p>
        </p:txBody>
      </p:sp>
    </p:spTree>
    <p:extLst>
      <p:ext uri="{BB962C8B-B14F-4D97-AF65-F5344CB8AC3E}">
        <p14:creationId xmlns:p14="http://schemas.microsoft.com/office/powerpoint/2010/main" val="107714261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098C5C-7E38-4708-A344-8B5FCBDC1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Bài trên lớp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EF2427-A5E0-46D7-93F7-55A3654C4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Tính parameter count Linear(in, out), gồm bias nếuuse_bias=true.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2714625"/>
          <a:ext xmlns:a="http://schemas.openxmlformats.org/drawingml/2006/main" cx="1097280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in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out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use_bias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true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88E817-5E92-44E7-B063-320FB0BF6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3.3 · 9/14</a:t>
            </a:r>
          </a:p>
        </p:txBody>
      </p:sp>
    </p:spTree>
    <p:extLst>
      <p:ext uri="{BB962C8B-B14F-4D97-AF65-F5344CB8AC3E}">
        <p14:creationId xmlns:p14="http://schemas.microsoft.com/office/powerpoint/2010/main" val="24764953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2D7E47-D2C6-4E08-9B26-038E1C04C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Bài trên lớp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31EB88-04A9-445F-8418-38D74C6DB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Với loss=(w*x+b-y)^2, trả grad_w và grad_b.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2714625"/>
          <a:ext xmlns:a="http://schemas.openxmlformats.org/drawingml/2006/main" cx="109728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w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E97BC3-855C-4F78-98C8-4F628425C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3.3 · 10/14</a:t>
            </a:r>
          </a:p>
        </p:txBody>
      </p:sp>
    </p:spTree>
    <p:extLst>
      <p:ext uri="{BB962C8B-B14F-4D97-AF65-F5344CB8AC3E}">
        <p14:creationId xmlns:p14="http://schemas.microsoft.com/office/powerpoint/2010/main" val="59047753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E3AA3F-E135-400D-BB9F-3D3C202C8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1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602366-0F27-4423-AC0D-EDFC8CCB4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Tính parameter count Linear(in, out), gồm bias nếuuse_bias=true.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D7CD0F-1313-4866-8A3F-D3A5E10FA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Input: in/out positiveintegers; use_bias: boolean.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D2E8F8-6C28-4FCF-A12A-19F9A332B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Output: một JSON value; xem đầy đủ ví dụ, quy ước và giới hạn trong BTVN_01.txt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FC8ACA-F3F5-411A-8E4B-1173DA606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3.3 · 11/14</a:t>
            </a:r>
          </a:p>
        </p:txBody>
      </p:sp>
    </p:spTree>
    <p:extLst>
      <p:ext uri="{BB962C8B-B14F-4D97-AF65-F5344CB8AC3E}">
        <p14:creationId xmlns:p14="http://schemas.microsoft.com/office/powerpoint/2010/main" val="4027350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4A2E3A-7A49-4F0E-B83F-C31299A6A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2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0458B6-DB52-44D2-B37B-EBEFF75F3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Với loss=(w*x+b-y)^2, trả grad_w và grad_b.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8ABE8A-70BE-4FC5-9234-D9B590C16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Input: w, b, x, y: số.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21ACF0-A146-4BA4-9305-9C196EA65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Output: một JSON value; xem đầy đủ ví dụ, quy ước và giới hạn trong BTVN_02.txt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86B227-33DD-4265-BA96-58519651F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3.3 · 12/14</a:t>
            </a:r>
          </a:p>
        </p:txBody>
      </p:sp>
    </p:spTree>
    <p:extLst>
      <p:ext uri="{BB962C8B-B14F-4D97-AF65-F5344CB8AC3E}">
        <p14:creationId xmlns:p14="http://schemas.microsoft.com/office/powerpoint/2010/main" val="167468403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483734-3A68-40E8-9EF4-CD7EE0CF0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3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351852-3C0D-47EC-B62C-BE755EEE3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MLP chữ số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732144-F57F-46C7-80E8-2B9B51729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1066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Data: digits · {"train":500,"valid":120,"test":200}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580335-E6FC-447B-B5CF-6FDBD2472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668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Chấm: Accuracy, labels0..9.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6B3202-0FB6-4257-95A7-B33B7E4C5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05475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Mở BTVN_03.txt, DATA_NOTE và sample_submission trước khi làm.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D3D46B-4826-434E-A4A5-9FB475370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3.3 · 13/14</a:t>
            </a:r>
          </a:p>
        </p:txBody>
      </p:sp>
    </p:spTree>
    <p:extLst>
      <p:ext uri="{BB962C8B-B14F-4D97-AF65-F5344CB8AC3E}">
        <p14:creationId xmlns:p14="http://schemas.microsoft.com/office/powerpoint/2010/main" val="107532883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21C779-2685-435A-A198-E4D3C6E63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Chốt bài và nguồn học tiếp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81A623-9198-4BB6-96D0-734F10D3E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68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Tính parameters MLP2→8→1 và so output cho4 điểm XOR.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453464-62D0-421C-B133-33FDF387A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AIO chương 28; KHTN chương 8; PyTorch Autograd.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310EBC-A618-4516-A9B9-40C949A22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10668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AIO 28.2 Thực hành,28.3 trắc nghiệm; phần Build Model của PyTorch Learn the Basics.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609410-3F1C-4A29-B20F-635B718DF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3.3 · 14/14</a:t>
            </a:r>
          </a:p>
        </p:txBody>
      </p:sp>
    </p:spTree>
    <p:extLst>
      <p:ext uri="{BB962C8B-B14F-4D97-AF65-F5344CB8AC3E}">
        <p14:creationId xmlns:p14="http://schemas.microsoft.com/office/powerpoint/2010/main" val="16825235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2026-10-01T09:00:30.1970000Z</dcterms:created>
  <dcterms:modified xsi:type="dcterms:W3CDTF">2026-10-01T09:00:30.1970000Z</dcterms:modified>
</coreProperties>
</file>