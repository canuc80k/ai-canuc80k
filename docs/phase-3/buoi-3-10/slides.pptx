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04b0f9b2184e5f" /><Relationship Type="http://schemas.openxmlformats.org/officeDocument/2006/relationships/extended-properties" Target="/docProps/app.xml" Id="R828bfa8dec004b7b" /><Relationship Type="http://schemas.openxmlformats.org/officeDocument/2006/relationships/officeDocument" Target="/ppt/presentation.xml" Id="Ra2bbbec1508846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7bf94df2eb433b"/>
  </p:sldMasterIdLst>
  <p:notesMasterIdLst>
    <p:notesMasterId xmlns:r="http://schemas.openxmlformats.org/officeDocument/2006/relationships" r:id="R9442e5ef9a074600"/>
  </p:notesMasterIdLst>
  <p:sldIdLst>
    <p:sldId xmlns:r="http://schemas.openxmlformats.org/officeDocument/2006/relationships" id="256" r:id="Rc4766266bfc44edd"/>
    <p:sldId xmlns:r="http://schemas.openxmlformats.org/officeDocument/2006/relationships" id="257" r:id="R4636dd3805da44f1"/>
    <p:sldId xmlns:r="http://schemas.openxmlformats.org/officeDocument/2006/relationships" id="258" r:id="R3ba5a25728744e9f"/>
    <p:sldId xmlns:r="http://schemas.openxmlformats.org/officeDocument/2006/relationships" id="259" r:id="R746fc55509164330"/>
    <p:sldId xmlns:r="http://schemas.openxmlformats.org/officeDocument/2006/relationships" id="260" r:id="Rd852062773684484"/>
    <p:sldId xmlns:r="http://schemas.openxmlformats.org/officeDocument/2006/relationships" id="261" r:id="R5fff0bb52a5a480c"/>
    <p:sldId xmlns:r="http://schemas.openxmlformats.org/officeDocument/2006/relationships" id="262" r:id="R178170f476a64d42"/>
    <p:sldId xmlns:r="http://schemas.openxmlformats.org/officeDocument/2006/relationships" id="263" r:id="R1261a332972a4d95"/>
    <p:sldId xmlns:r="http://schemas.openxmlformats.org/officeDocument/2006/relationships" id="264" r:id="R502b2c7422ea4a04"/>
    <p:sldId xmlns:r="http://schemas.openxmlformats.org/officeDocument/2006/relationships" id="265" r:id="R3aa68b63e82641df"/>
    <p:sldId xmlns:r="http://schemas.openxmlformats.org/officeDocument/2006/relationships" id="266" r:id="Re7a1972873cd4bba"/>
    <p:sldId xmlns:r="http://schemas.openxmlformats.org/officeDocument/2006/relationships" id="267" r:id="R59de198153004fe1"/>
    <p:sldId xmlns:r="http://schemas.openxmlformats.org/officeDocument/2006/relationships" id="268" r:id="Rf9f7faefbc484a58"/>
    <p:sldId xmlns:r="http://schemas.openxmlformats.org/officeDocument/2006/relationships" id="269" r:id="R74a9b58ed6d240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6f4c6f0b0045a4" /><Relationship Type="http://schemas.openxmlformats.org/officeDocument/2006/relationships/slideMaster" Target="/ppt/slideMasters/slideMaster1.xml" Id="Ree7bf94df2eb433b" /><Relationship Type="http://schemas.openxmlformats.org/officeDocument/2006/relationships/notesMaster" Target="/ppt/notesMasters/notesMaster1.xml" Id="R9442e5ef9a074600" /><Relationship Type="http://schemas.openxmlformats.org/officeDocument/2006/relationships/presProps" Target="/ppt/presProps.xml" Id="Rccf2646ba30a44e0" /><Relationship Type="http://schemas.openxmlformats.org/officeDocument/2006/relationships/tableStyles" Target="/ppt/tableStyles.xml" Id="R635764f037564b5b" /><Relationship Type="http://schemas.openxmlformats.org/officeDocument/2006/relationships/slide" Target="/ppt/slides/slide1.xml" Id="Rc4766266bfc44edd" /><Relationship Type="http://schemas.openxmlformats.org/officeDocument/2006/relationships/slide" Target="/ppt/slides/slide2.xml" Id="R4636dd3805da44f1" /><Relationship Type="http://schemas.openxmlformats.org/officeDocument/2006/relationships/slide" Target="/ppt/slides/slide3.xml" Id="R3ba5a25728744e9f" /><Relationship Type="http://schemas.openxmlformats.org/officeDocument/2006/relationships/slide" Target="/ppt/slides/slide4.xml" Id="R746fc55509164330" /><Relationship Type="http://schemas.openxmlformats.org/officeDocument/2006/relationships/slide" Target="/ppt/slides/slide5.xml" Id="Rd852062773684484" /><Relationship Type="http://schemas.openxmlformats.org/officeDocument/2006/relationships/slide" Target="/ppt/slides/slide6.xml" Id="R5fff0bb52a5a480c" /><Relationship Type="http://schemas.openxmlformats.org/officeDocument/2006/relationships/slide" Target="/ppt/slides/slide7.xml" Id="R178170f476a64d42" /><Relationship Type="http://schemas.openxmlformats.org/officeDocument/2006/relationships/slide" Target="/ppt/slides/slide8.xml" Id="R1261a332972a4d95" /><Relationship Type="http://schemas.openxmlformats.org/officeDocument/2006/relationships/slide" Target="/ppt/slides/slide9.xml" Id="R502b2c7422ea4a04" /><Relationship Type="http://schemas.openxmlformats.org/officeDocument/2006/relationships/slide" Target="/ppt/slides/slide10.xml" Id="R3aa68b63e82641df" /><Relationship Type="http://schemas.openxmlformats.org/officeDocument/2006/relationships/slide" Target="/ppt/slides/slide11.xml" Id="Re7a1972873cd4bba" /><Relationship Type="http://schemas.openxmlformats.org/officeDocument/2006/relationships/slide" Target="/ppt/slides/slide12.xml" Id="R59de198153004fe1" /><Relationship Type="http://schemas.openxmlformats.org/officeDocument/2006/relationships/slide" Target="/ppt/slides/slide13.xml" Id="Rf9f7faefbc484a58" /><Relationship Type="http://schemas.openxmlformats.org/officeDocument/2006/relationships/slide" Target="/ppt/slides/slide14.xml" Id="R74a9b58ed6d240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6550ce1a5a45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57e396c97240b0" /><Relationship Type="http://schemas.openxmlformats.org/officeDocument/2006/relationships/notesMaster" Target="/ppt/notesMasters/notesMaster1.xml" Id="Rf139ab6f154648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f237e1b56c464d" /><Relationship Type="http://schemas.openxmlformats.org/officeDocument/2006/relationships/notesMaster" Target="/ppt/notesMasters/notesMaster1.xml" Id="Rb660ce84e3cf43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70e6aab06d43d0" /><Relationship Type="http://schemas.openxmlformats.org/officeDocument/2006/relationships/notesMaster" Target="/ppt/notesMasters/notesMaster1.xml" Id="Rb9da15be2ea645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2ce33e7be44abf" /><Relationship Type="http://schemas.openxmlformats.org/officeDocument/2006/relationships/notesMaster" Target="/ppt/notesMasters/notesMaster1.xml" Id="R240f56b848dc4f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9e650c50934daf" /><Relationship Type="http://schemas.openxmlformats.org/officeDocument/2006/relationships/notesMaster" Target="/ppt/notesMasters/notesMaster1.xml" Id="R31766057318c47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2eeecbce024a1f" /><Relationship Type="http://schemas.openxmlformats.org/officeDocument/2006/relationships/notesMaster" Target="/ppt/notesMasters/notesMaster1.xml" Id="Rdcc9de6091b54d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ad89732c664310" /><Relationship Type="http://schemas.openxmlformats.org/officeDocument/2006/relationships/notesMaster" Target="/ppt/notesMasters/notesMaster1.xml" Id="R21a135f2f3db4b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62b234b4e5418b" /><Relationship Type="http://schemas.openxmlformats.org/officeDocument/2006/relationships/notesMaster" Target="/ppt/notesMasters/notesMaster1.xml" Id="R88c804f958aa4a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8f8eb87ee74db1" /><Relationship Type="http://schemas.openxmlformats.org/officeDocument/2006/relationships/notesMaster" Target="/ppt/notesMasters/notesMaster1.xml" Id="R11fa7c60f75642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24746887b7417a" /><Relationship Type="http://schemas.openxmlformats.org/officeDocument/2006/relationships/notesMaster" Target="/ppt/notesMasters/notesMaster1.xml" Id="R351041aab4d94a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11c50b75d34d58" /><Relationship Type="http://schemas.openxmlformats.org/officeDocument/2006/relationships/notesMaster" Target="/ppt/notesMasters/notesMaster1.xml" Id="R3d4e808dc17242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3062c695cc4392" /><Relationship Type="http://schemas.openxmlformats.org/officeDocument/2006/relationships/notesMaster" Target="/ppt/notesMasters/notesMaster1.xml" Id="R9a792666540a4b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82469b0647421f" /><Relationship Type="http://schemas.openxmlformats.org/officeDocument/2006/relationships/notesMaster" Target="/ppt/notesMasters/notesMaster1.xml" Id="R6c0f0910a95b46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de4b5b13ca49db" /><Relationship Type="http://schemas.openxmlformats.org/officeDocument/2006/relationships/notesMaster" Target="/ppt/notesMasters/notesMaster1.xml" Id="R8f8e3cfd9a4a47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58.1–58.2 và59.2.. AIO 58.3 trắc nghiệm;59.2 PEFT for Multiple-choice QA và59.3 trắc nghiệm.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3.10: Fine-tuning đầy đủ và PEFT</a:t>
            </a:r>
          </a:p>
          <a:p xmlns:a="http://schemas.openxmlformats.org/drawingml/2006/main">
            <a:r>
              <a:t>Nguồn giáo trình: AIO 58.1–58.2 và59.2.</a:t>
            </a:r>
          </a:p>
          <a:p xmlns:a="http://schemas.openxmlformats.org/drawingml/2006/main">
            <a:r>
              <a:t>Bài tiếp theo trong nguồn: AIO 58.3 trắc nghiệm;59.2 PEFT for Multiple-choice QA và59.3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3.10: Fine-tuning đầy đủ và PEFT</a:t>
            </a:r>
          </a:p>
          <a:p xmlns:a="http://schemas.openxmlformats.org/drawingml/2006/main">
            <a:r>
              <a:t>Nguồn giáo trình: AIO 58.1–58.2 và59.2.</a:t>
            </a:r>
          </a:p>
          <a:p xmlns:a="http://schemas.openxmlformats.org/drawingml/2006/main">
            <a:r>
              <a:t>Bài tiếp theo trong nguồn: AIO 58.3 trắc nghiệm;59.2 PEFT for Multiple-choice QA và59.3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3.10: Fine-tuning đầy đủ và PEFT</a:t>
            </a:r>
          </a:p>
          <a:p xmlns:a="http://schemas.openxmlformats.org/drawingml/2006/main">
            <a:r>
              <a:t>Nguồn giáo trình: AIO 58.1–58.2 và59.2.</a:t>
            </a:r>
          </a:p>
          <a:p xmlns:a="http://schemas.openxmlformats.org/drawingml/2006/main">
            <a:r>
              <a:t>Bài tiếp theo trong nguồn: AIO 58.3 trắc nghiệm;59.2 PEFT for Multiple-choice QA và59.3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3.10: Fine-tuning đầy đủ và PEFT</a:t>
            </a:r>
          </a:p>
          <a:p xmlns:a="http://schemas.openxmlformats.org/drawingml/2006/main">
            <a:r>
              <a:t>Nguồn giáo trình: AIO 58.1–58.2 và59.2.</a:t>
            </a:r>
          </a:p>
          <a:p xmlns:a="http://schemas.openxmlformats.org/drawingml/2006/main">
            <a:r>
              <a:t>Bài tiếp theo trong nguồn: AIO 58.3 trắc nghiệm;59.2 PEFT for Multiple-choice QA và59.3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3.10: Fine-tuning đầy đủ và PEFT</a:t>
            </a:r>
          </a:p>
          <a:p xmlns:a="http://schemas.openxmlformats.org/drawingml/2006/main">
            <a:r>
              <a:t>Nguồn giáo trình: AIO 58.1–58.2 và59.2.</a:t>
            </a:r>
          </a:p>
          <a:p xmlns:a="http://schemas.openxmlformats.org/drawingml/2006/main">
            <a:r>
              <a:t>Bài tiếp theo trong nguồn: AIO 58.3 trắc nghiệm;59.2 PEFT for Multiple-choice QA và59.3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3.10: Fine-tuning đầy đủ và PEFT</a:t>
            </a:r>
          </a:p>
          <a:p xmlns:a="http://schemas.openxmlformats.org/drawingml/2006/main">
            <a:r>
              <a:t>Nguồn giáo trình: AIO 58.1–58.2 và59.2.</a:t>
            </a:r>
          </a:p>
          <a:p xmlns:a="http://schemas.openxmlformats.org/drawingml/2006/main">
            <a:r>
              <a:t>Bài tiếp theo trong nguồn: AIO 58.3 trắc nghiệm;59.2 PEFT for Multiple-choice QA và59.3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3.10: Fine-tuning đầy đủ và PEFT</a:t>
            </a:r>
          </a:p>
          <a:p xmlns:a="http://schemas.openxmlformats.org/drawingml/2006/main">
            <a:r>
              <a:t>Nguồn giáo trình: AIO 58.1–58.2 và59.2.</a:t>
            </a:r>
          </a:p>
          <a:p xmlns:a="http://schemas.openxmlformats.org/drawingml/2006/main">
            <a:r>
              <a:t>Bài tiếp theo trong nguồn: AIO 58.3 trắc nghiệm;59.2 PEFT for Multiple-choice QA và59.3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9</a:t>
            </a:r>
          </a:p>
          <a:p xmlns:a="http://schemas.openxmlformats.org/drawingml/2006/main">
            <a:r>
              <a:t>Tham khảo: AIO 58.1–58.2 và59.2.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{"adapter":16,"base":16}</a:t>
            </a:r>
          </a:p>
          <a:p xmlns:a="http://schemas.openxmlformats.org/drawingml/2006/main">
            <a:r>
              <a:t>Tham khảo: AIO 58.1–58.2 và59.2.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3.10: Fine-tuning đầy đủ và PEFT</a:t>
            </a:r>
          </a:p>
          <a:p xmlns:a="http://schemas.openxmlformats.org/drawingml/2006/main">
            <a:r>
              <a:t>Nguồn giáo trình: AIO 58.1–58.2 và59.2.</a:t>
            </a:r>
          </a:p>
          <a:p xmlns:a="http://schemas.openxmlformats.org/drawingml/2006/main">
            <a:r>
              <a:t>Bài tiếp theo trong nguồn: AIO 58.3 trắc nghiệm;59.2 PEFT for Multiple-choice QA và59.3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3.10: Fine-tuning đầy đủ và PEFT</a:t>
            </a:r>
          </a:p>
          <a:p xmlns:a="http://schemas.openxmlformats.org/drawingml/2006/main">
            <a:r>
              <a:t>Nguồn giáo trình: AIO 58.1–58.2 và59.2.</a:t>
            </a:r>
          </a:p>
          <a:p xmlns:a="http://schemas.openxmlformats.org/drawingml/2006/main">
            <a:r>
              <a:t>Bài tiếp theo trong nguồn: AIO 58.3 trắc nghiệm;59.2 PEFT for Multiple-choice QA và59.3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3.10: Fine-tuning đầy đủ và PEFT</a:t>
            </a:r>
          </a:p>
          <a:p xmlns:a="http://schemas.openxmlformats.org/drawingml/2006/main">
            <a:r>
              <a:t>Nguồn giáo trình: AIO 58.1–58.2 và59.2.</a:t>
            </a:r>
          </a:p>
          <a:p xmlns:a="http://schemas.openxmlformats.org/drawingml/2006/main">
            <a:r>
              <a:t>Bài tiếp theo trong nguồn: AIO 58.3 trắc nghiệm;59.2 PEFT for Multiple-choice QA và59.3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3.10: Fine-tuning đầy đủ và PEFT</a:t>
            </a:r>
          </a:p>
          <a:p xmlns:a="http://schemas.openxmlformats.org/drawingml/2006/main">
            <a:r>
              <a:t>Nguồn giáo trình: AIO 58.1–58.2 và59.2.</a:t>
            </a:r>
          </a:p>
          <a:p xmlns:a="http://schemas.openxmlformats.org/drawingml/2006/main">
            <a:r>
              <a:t>Bài tiếp theo trong nguồn: AIO 58.3 trắc nghiệm;59.2 PEFT for Multiple-choice QA và59.3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18b9290544a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0c1c3f7db8472b" /><Relationship Type="http://schemas.openxmlformats.org/officeDocument/2006/relationships/slideLayout" Target="/ppt/slideLayouts/slideLayout1.xml" Id="Ra79895bcc1e446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9895bcc1e446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3e194c4864c50" /><Relationship Type="http://schemas.openxmlformats.org/officeDocument/2006/relationships/notesSlide" Target="/ppt/notesSlides/notesSlide1.xml" Id="R4f80931ae4a848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f78b757ff4f80" /><Relationship Type="http://schemas.openxmlformats.org/officeDocument/2006/relationships/notesSlide" Target="/ppt/notesSlides/notesSlide2.xml" Id="R7e56d41ca8cc48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bc13b011c4d20" /><Relationship Type="http://schemas.openxmlformats.org/officeDocument/2006/relationships/notesSlide" Target="/ppt/notesSlides/notesSlide3.xml" Id="R66aa3eff339e45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acdc3add14572" /><Relationship Type="http://schemas.openxmlformats.org/officeDocument/2006/relationships/notesSlide" Target="/ppt/notesSlides/notesSlide4.xml" Id="R50171e3fea1e4b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90d9a66884fcd" /><Relationship Type="http://schemas.openxmlformats.org/officeDocument/2006/relationships/notesSlide" Target="/ppt/notesSlides/notesSlide5.xml" Id="Racd4fec22acb40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c3f38378c437b" /><Relationship Type="http://schemas.openxmlformats.org/officeDocument/2006/relationships/notesSlide" Target="/ppt/notesSlides/notesSlide6.xml" Id="R4e16c978d8ed43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76f388a684de2" /><Relationship Type="http://schemas.openxmlformats.org/officeDocument/2006/relationships/notesSlide" Target="/ppt/notesSlides/notesSlide7.xml" Id="Rbfd54b68144542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13dbeea8d4fe2" /><Relationship Type="http://schemas.openxmlformats.org/officeDocument/2006/relationships/notesSlide" Target="/ppt/notesSlides/notesSlide8.xml" Id="R7ce3d11978724f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f2d4575964a4d" /><Relationship Type="http://schemas.openxmlformats.org/officeDocument/2006/relationships/notesSlide" Target="/ppt/notesSlides/notesSlide9.xml" Id="R9bdf64dc1f4d47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28b9d39094cf8" /><Relationship Type="http://schemas.openxmlformats.org/officeDocument/2006/relationships/notesSlide" Target="/ppt/notesSlides/notesSlide10.xml" Id="R44c6eeb3c3a649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8b2e63309475d" /><Relationship Type="http://schemas.openxmlformats.org/officeDocument/2006/relationships/notesSlide" Target="/ppt/notesSlides/notesSlide11.xml" Id="R8bb45d8477e747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f743bbdf44d58" /><Relationship Type="http://schemas.openxmlformats.org/officeDocument/2006/relationships/notesSlide" Target="/ppt/notesSlides/notesSlide12.xml" Id="R776c62d4471747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cc94b9113403c" /><Relationship Type="http://schemas.openxmlformats.org/officeDocument/2006/relationships/notesSlide" Target="/ppt/notesSlides/notesSlide13.xml" Id="Ra9e51da6c5b74e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b7d228bfc40ff" /><Relationship Type="http://schemas.openxmlformats.org/officeDocument/2006/relationships/notesSlide" Target="/ppt/notesSlides/notesSlide14.xml" Id="R31ba1a3ebdaa4b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C6174-9956-42FD-889A-BF4B131E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3.10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04767-FE76-4047-9BF8-2FF12C95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Fine-tuning đầy đủ và PEFT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6A623-72F6-4566-BD01-C68E61AA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Có cần cập nhật tất cả weights của pretrained model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9E78D-D924-488A-98FE-F126450B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3.10 · 1/14</a:t>
            </a:r>
          </a:p>
        </p:txBody>
      </p:sp>
    </p:spTree>
    <p:extLst>
      <p:ext uri="{BB962C8B-B14F-4D97-AF65-F5344CB8AC3E}">
        <p14:creationId xmlns:p14="http://schemas.microsoft.com/office/powerpoint/2010/main" val="753891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71E29-5578-454B-A043-52D0D6BB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AD250-7D9E-4246-B48C-4FAA7474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Full fine-tune cập nhật base; frozen probe chỉ cập nhật head.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AEDB7-63B7-4C5B-9EBB-EC6C5C22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LoRA học update low-rank; adapter phải lưu cùng đúng base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600D2-39E7-4E81-9D04-2BA90028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Đếm trainable params, đo validation và inference cost khi so phương án.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D7CC0-426D-412E-981C-17B37B14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ΔW=B×A, params=r(in+out)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1CB1A-9599-4519-9CCD-96284853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3.10 · 2/14</a:t>
            </a:r>
          </a:p>
        </p:txBody>
      </p:sp>
    </p:spTree>
    <p:extLst>
      <p:ext uri="{BB962C8B-B14F-4D97-AF65-F5344CB8AC3E}">
        <p14:creationId xmlns:p14="http://schemas.microsoft.com/office/powerpoint/2010/main" val="1098045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6DDA9-27D7-4B8A-9529-A49174C5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name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trainable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head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086D6-A018-4B1A-8118-43CEE68F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3.10 · 3/14</a:t>
            </a:r>
          </a:p>
        </p:txBody>
      </p:sp>
    </p:spTree>
    <p:extLst>
      <p:ext uri="{BB962C8B-B14F-4D97-AF65-F5344CB8AC3E}">
        <p14:creationId xmlns:p14="http://schemas.microsoft.com/office/powerpoint/2010/main" val="113702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1C528-8220-41B5-B96E-2F554BB8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B1E60-E788-47C3-B798-44079F83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E9EB4-A034-4F86-ABDE-B444260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3.10 · 4/14</a:t>
            </a:r>
          </a:p>
        </p:txBody>
      </p:sp>
    </p:spTree>
    <p:extLst>
      <p:ext uri="{BB962C8B-B14F-4D97-AF65-F5344CB8AC3E}">
        <p14:creationId xmlns:p14="http://schemas.microsoft.com/office/powerpoint/2010/main" val="1273398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24A54-C1E6-430E-ADFB-4DC04832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A8E34-4304-461A-9CC1-2C277881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torch.manual_seed(42)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Minh họa cơ chế LoRA ở một linear layer nhỏ, không giả là fine-tune LLM.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d,r = 4,2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base = nn.Linear(d,d,bias=False)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p in base.parameters(): p.requires_grad=False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 = nn.Parameter(torch.randn(r,d)*.01)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B = nn.Parameter(torch.zeros(d,r))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torch.ones(3,d)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output = base(X)+X@A.T@B.T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loss = output.square().mean(); loss.backward()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print("Base params:",sum(p.numel() for p in base.parameters()))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print("Adapter params:",A.numel()+B.numel())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EAA0A-3E38-4AA2-9DC7-08CAB756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89CBD-4B54-4CD8-BC83-ABCA53DE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3.10 · 5/14</a:t>
            </a:r>
          </a:p>
        </p:txBody>
      </p:sp>
    </p:spTree>
    <p:extLst>
      <p:ext uri="{BB962C8B-B14F-4D97-AF65-F5344CB8AC3E}">
        <p14:creationId xmlns:p14="http://schemas.microsoft.com/office/powerpoint/2010/main" val="1242075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4D237-3603-4F9C-8DF7-5DAA1FDD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A053C-6281-4830-A8E2-14A03EAA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print("Base grad:",base.weight.grad)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print("B có gradient:",B.grad is not None)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base.weight.grad is None and A.numel()+B.numel()==16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691DB-E63D-4161-A270-E15D7272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65E6C-8970-4353-9D82-41D5F68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3.10 · 6/14</a:t>
            </a:r>
          </a:p>
        </p:txBody>
      </p:sp>
    </p:spTree>
    <p:extLst>
      <p:ext uri="{BB962C8B-B14F-4D97-AF65-F5344CB8AC3E}">
        <p14:creationId xmlns:p14="http://schemas.microsoft.com/office/powerpoint/2010/main" val="5549566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49874-507B-4E6B-B464-2B94BCAE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37D6B-0BCB-4CCA-8DF9-6B15FAD8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Base params: 16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Adapter params: 16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Base grad: None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B có gradient: True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4C84D-AE50-4C4A-AF76-A9ED2FE4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3.10 · 7/14</a:t>
            </a:r>
          </a:p>
        </p:txBody>
      </p:sp>
    </p:spTree>
    <p:extLst>
      <p:ext uri="{BB962C8B-B14F-4D97-AF65-F5344CB8AC3E}">
        <p14:creationId xmlns:p14="http://schemas.microsoft.com/office/powerpoint/2010/main" val="1254529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4B6C7-124C-4AAF-96FC-887CE4E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B2B48-BB60-49F9-9DF8-E1F069E7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Adapter nhỏ không đồng nghĩa mọi chi phí inference đều nhỏ hơn.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3CDA1-B7E2-46CC-BA56-5C6D7254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So base4× 4 và adapterrank2; kiểm base.weight.grad trong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333E9-8016-4000-8289-1BDCDC71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3.10 · 8/14</a:t>
            </a:r>
          </a:p>
        </p:txBody>
      </p:sp>
    </p:spTree>
    <p:extLst>
      <p:ext uri="{BB962C8B-B14F-4D97-AF65-F5344CB8AC3E}">
        <p14:creationId xmlns:p14="http://schemas.microsoft.com/office/powerpoint/2010/main" val="11563326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87FED-23C6-4B42-AC85-03BEB58D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4A1D6-B5BB-4F2A-9141-827CD6E2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Tổng số parameters trainable của các layers được đánh trainable=true.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name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trainable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head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19E33-29F8-4F8F-9732-F15DED26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3.10 · 9/14</a:t>
            </a:r>
          </a:p>
        </p:txBody>
      </p:sp>
    </p:spTree>
    <p:extLst>
      <p:ext uri="{BB962C8B-B14F-4D97-AF65-F5344CB8AC3E}">
        <p14:creationId xmlns:p14="http://schemas.microsoft.com/office/powerpoint/2010/main" val="17038089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C8FFC-2EC9-42B0-9316-441C5D46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1A3C3-9315-4F4A-94B9-6C778EF9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Adapter A: r x in, B: out x r; trảadapterparams vàbaseparams(out*in).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9A92B-0844-496B-B0B7-DDFB40FB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3.10 · 10/14</a:t>
            </a:r>
          </a:p>
        </p:txBody>
      </p:sp>
    </p:spTree>
    <p:extLst>
      <p:ext uri="{BB962C8B-B14F-4D97-AF65-F5344CB8AC3E}">
        <p14:creationId xmlns:p14="http://schemas.microsoft.com/office/powerpoint/2010/main" val="13569149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0667E-3CE2-4091-92A0-28891AEA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7314F-0B8B-4579-823B-00203CCC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Tổng số parameters trainable của các layers được đánh trainable=true.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005A0-2340-4168-B97E-CB46DA2C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layers: list{name, count&gt;=0, trainable: boolean}.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65A95-65FB-4150-A696-86E34A21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07F24-6BA9-4F24-AE93-85FF82CC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3.10 · 11/14</a:t>
            </a:r>
          </a:p>
        </p:txBody>
      </p:sp>
    </p:spTree>
    <p:extLst>
      <p:ext uri="{BB962C8B-B14F-4D97-AF65-F5344CB8AC3E}">
        <p14:creationId xmlns:p14="http://schemas.microsoft.com/office/powerpoint/2010/main" val="3910705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71298-1B7D-49B1-B892-0250CB88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3B41B-8B9A-468A-A4F4-8914E325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Adapter A: r x in, B: out x r; trảadapterparams vàbaseparams(out*in).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49DD9-E91D-46D5-9214-5732874B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in, out, r: positiveint.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F4998-B28A-4B5A-8504-1F40C328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7E89B-246D-4FBE-93B9-45C8F20C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3.10 · 12/14</a:t>
            </a:r>
          </a:p>
        </p:txBody>
      </p:sp>
    </p:spTree>
    <p:extLst>
      <p:ext uri="{BB962C8B-B14F-4D97-AF65-F5344CB8AC3E}">
        <p14:creationId xmlns:p14="http://schemas.microsoft.com/office/powerpoint/2010/main" val="18015519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3367F-8B66-44CF-88EF-37FF0149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5C1E6-9743-4B34-B1C2-A2F3BFD2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Freeze và adapter nhỏ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9CF30-85EA-4EB6-BC18-136EC345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digits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A2DBD-CF2B-4FFD-BCBB-EE2761D5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labels0..9.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BA160-BC28-4FB0-9A48-AB997B1A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EA5F3-4DE6-49CC-AC62-9A731BB1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3.10 · 13/14</a:t>
            </a:r>
          </a:p>
        </p:txBody>
      </p:sp>
    </p:spTree>
    <p:extLst>
      <p:ext uri="{BB962C8B-B14F-4D97-AF65-F5344CB8AC3E}">
        <p14:creationId xmlns:p14="http://schemas.microsoft.com/office/powerpoint/2010/main" val="24739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8D951-4762-4E7B-AA50-E407AA25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7F1D0-8794-4876-9404-9447B881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So base4× 4 và adapterrank2; kiểm base.weight.grad trong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29066-A225-4914-95D0-199F5B5A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58.1–58.2 và59.2.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69A6F-A20C-4AEF-9B7A-2468A1E6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58.3 trắc nghiệm;59.2 PEFT for Multiple-choice QA và59.3 trắc nghiệm.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E0C82-B7D3-488D-8247-8C775DFC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3.10 · 14/14</a:t>
            </a:r>
          </a:p>
        </p:txBody>
      </p:sp>
    </p:spTree>
    <p:extLst>
      <p:ext uri="{BB962C8B-B14F-4D97-AF65-F5344CB8AC3E}">
        <p14:creationId xmlns:p14="http://schemas.microsoft.com/office/powerpoint/2010/main" val="1077431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2026-10-01T09:01:31.5550000Z</dcterms:created>
  <dcterms:modified xsi:type="dcterms:W3CDTF">2026-10-01T09:01:31.5550000Z</dcterms:modified>
</coreProperties>
</file>