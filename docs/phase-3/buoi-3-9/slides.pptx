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4772fb07a344c6" /><Relationship Type="http://schemas.openxmlformats.org/officeDocument/2006/relationships/extended-properties" Target="/docProps/app.xml" Id="R66fddc82650649bb" /><Relationship Type="http://schemas.openxmlformats.org/officeDocument/2006/relationships/officeDocument" Target="/ppt/presentation.xml" Id="R31fd54ed846c40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b6daddb3a84860"/>
  </p:sldMasterIdLst>
  <p:notesMasterIdLst>
    <p:notesMasterId xmlns:r="http://schemas.openxmlformats.org/officeDocument/2006/relationships" r:id="Re87361a3137d42f7"/>
  </p:notesMasterIdLst>
  <p:sldIdLst>
    <p:sldId xmlns:r="http://schemas.openxmlformats.org/officeDocument/2006/relationships" id="256" r:id="R7861f2e916ed4ef4"/>
    <p:sldId xmlns:r="http://schemas.openxmlformats.org/officeDocument/2006/relationships" id="257" r:id="R18b7eb09b6584c35"/>
    <p:sldId xmlns:r="http://schemas.openxmlformats.org/officeDocument/2006/relationships" id="258" r:id="Rd0f9974e1aad4b5f"/>
    <p:sldId xmlns:r="http://schemas.openxmlformats.org/officeDocument/2006/relationships" id="259" r:id="Rcbe3044c7d1c4a97"/>
    <p:sldId xmlns:r="http://schemas.openxmlformats.org/officeDocument/2006/relationships" id="260" r:id="Rf727e457edcc4d83"/>
    <p:sldId xmlns:r="http://schemas.openxmlformats.org/officeDocument/2006/relationships" id="261" r:id="R3f024f9f6e02462b"/>
    <p:sldId xmlns:r="http://schemas.openxmlformats.org/officeDocument/2006/relationships" id="262" r:id="R3597280caef043ee"/>
    <p:sldId xmlns:r="http://schemas.openxmlformats.org/officeDocument/2006/relationships" id="263" r:id="Rdeff51c603434ae5"/>
    <p:sldId xmlns:r="http://schemas.openxmlformats.org/officeDocument/2006/relationships" id="264" r:id="R39bdf9d09bb7485f"/>
    <p:sldId xmlns:r="http://schemas.openxmlformats.org/officeDocument/2006/relationships" id="265" r:id="R39de38acc9cb462e"/>
    <p:sldId xmlns:r="http://schemas.openxmlformats.org/officeDocument/2006/relationships" id="266" r:id="Rfe39e51b33814adc"/>
    <p:sldId xmlns:r="http://schemas.openxmlformats.org/officeDocument/2006/relationships" id="267" r:id="Re476f31bc2f34f3d"/>
    <p:sldId xmlns:r="http://schemas.openxmlformats.org/officeDocument/2006/relationships" id="268" r:id="Rffcbc7625aff4b1c"/>
    <p:sldId xmlns:r="http://schemas.openxmlformats.org/officeDocument/2006/relationships" id="269" r:id="R16efd0ebd96848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0b2605e1f442b5" /><Relationship Type="http://schemas.openxmlformats.org/officeDocument/2006/relationships/slideMaster" Target="/ppt/slideMasters/slideMaster1.xml" Id="R6ab6daddb3a84860" /><Relationship Type="http://schemas.openxmlformats.org/officeDocument/2006/relationships/notesMaster" Target="/ppt/notesMasters/notesMaster1.xml" Id="Re87361a3137d42f7" /><Relationship Type="http://schemas.openxmlformats.org/officeDocument/2006/relationships/presProps" Target="/ppt/presProps.xml" Id="R59bb2a5ce0924721" /><Relationship Type="http://schemas.openxmlformats.org/officeDocument/2006/relationships/tableStyles" Target="/ppt/tableStyles.xml" Id="Rbe08b0ff1b3749b3" /><Relationship Type="http://schemas.openxmlformats.org/officeDocument/2006/relationships/slide" Target="/ppt/slides/slide1.xml" Id="R7861f2e916ed4ef4" /><Relationship Type="http://schemas.openxmlformats.org/officeDocument/2006/relationships/slide" Target="/ppt/slides/slide2.xml" Id="R18b7eb09b6584c35" /><Relationship Type="http://schemas.openxmlformats.org/officeDocument/2006/relationships/slide" Target="/ppt/slides/slide3.xml" Id="Rd0f9974e1aad4b5f" /><Relationship Type="http://schemas.openxmlformats.org/officeDocument/2006/relationships/slide" Target="/ppt/slides/slide4.xml" Id="Rcbe3044c7d1c4a97" /><Relationship Type="http://schemas.openxmlformats.org/officeDocument/2006/relationships/slide" Target="/ppt/slides/slide5.xml" Id="Rf727e457edcc4d83" /><Relationship Type="http://schemas.openxmlformats.org/officeDocument/2006/relationships/slide" Target="/ppt/slides/slide6.xml" Id="R3f024f9f6e02462b" /><Relationship Type="http://schemas.openxmlformats.org/officeDocument/2006/relationships/slide" Target="/ppt/slides/slide7.xml" Id="R3597280caef043ee" /><Relationship Type="http://schemas.openxmlformats.org/officeDocument/2006/relationships/slide" Target="/ppt/slides/slide8.xml" Id="Rdeff51c603434ae5" /><Relationship Type="http://schemas.openxmlformats.org/officeDocument/2006/relationships/slide" Target="/ppt/slides/slide9.xml" Id="R39bdf9d09bb7485f" /><Relationship Type="http://schemas.openxmlformats.org/officeDocument/2006/relationships/slide" Target="/ppt/slides/slide10.xml" Id="R39de38acc9cb462e" /><Relationship Type="http://schemas.openxmlformats.org/officeDocument/2006/relationships/slide" Target="/ppt/slides/slide11.xml" Id="Rfe39e51b33814adc" /><Relationship Type="http://schemas.openxmlformats.org/officeDocument/2006/relationships/slide" Target="/ppt/slides/slide12.xml" Id="Re476f31bc2f34f3d" /><Relationship Type="http://schemas.openxmlformats.org/officeDocument/2006/relationships/slide" Target="/ppt/slides/slide13.xml" Id="Rffcbc7625aff4b1c" /><Relationship Type="http://schemas.openxmlformats.org/officeDocument/2006/relationships/slide" Target="/ppt/slides/slide14.xml" Id="R16efd0ebd968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bec2287fcf40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f0afeb990458d" /><Relationship Type="http://schemas.openxmlformats.org/officeDocument/2006/relationships/notesMaster" Target="/ppt/notesMasters/notesMaster1.xml" Id="R28a6de6e1acb45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3eb8b77e054e35" /><Relationship Type="http://schemas.openxmlformats.org/officeDocument/2006/relationships/notesMaster" Target="/ppt/notesMasters/notesMaster1.xml" Id="R8b47937617be49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c26f355564b32" /><Relationship Type="http://schemas.openxmlformats.org/officeDocument/2006/relationships/notesMaster" Target="/ppt/notesMasters/notesMaster1.xml" Id="R3c9956f0ae0440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cd6716da7b4d67" /><Relationship Type="http://schemas.openxmlformats.org/officeDocument/2006/relationships/notesMaster" Target="/ppt/notesMasters/notesMaster1.xml" Id="R725be3507c0445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3fe30a33149d6" /><Relationship Type="http://schemas.openxmlformats.org/officeDocument/2006/relationships/notesMaster" Target="/ppt/notesMasters/notesMaster1.xml" Id="R877d4d25ed31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9b1ed7e8474994" /><Relationship Type="http://schemas.openxmlformats.org/officeDocument/2006/relationships/notesMaster" Target="/ppt/notesMasters/notesMaster1.xml" Id="R1a986a620ab145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8d30789699442e" /><Relationship Type="http://schemas.openxmlformats.org/officeDocument/2006/relationships/notesMaster" Target="/ppt/notesMasters/notesMaster1.xml" Id="R89289c93da9a4c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9ef2d5a8fb47cb" /><Relationship Type="http://schemas.openxmlformats.org/officeDocument/2006/relationships/notesMaster" Target="/ppt/notesMasters/notesMaster1.xml" Id="Rc2ba4bebbf9e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9c532546ce40f8" /><Relationship Type="http://schemas.openxmlformats.org/officeDocument/2006/relationships/notesMaster" Target="/ppt/notesMasters/notesMaster1.xml" Id="R09cf55b3417f44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a82a4562a94678" /><Relationship Type="http://schemas.openxmlformats.org/officeDocument/2006/relationships/notesMaster" Target="/ppt/notesMasters/notesMaster1.xml" Id="R85c63e14043b4d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9fda480c7d4b4c" /><Relationship Type="http://schemas.openxmlformats.org/officeDocument/2006/relationships/notesMaster" Target="/ppt/notesMasters/notesMaster1.xml" Id="R2faafaa1246143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820624baf44538" /><Relationship Type="http://schemas.openxmlformats.org/officeDocument/2006/relationships/notesMaster" Target="/ppt/notesMasters/notesMaster1.xml" Id="R8f422ce47c904b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bb658486064e1f" /><Relationship Type="http://schemas.openxmlformats.org/officeDocument/2006/relationships/notesMaster" Target="/ppt/notesMasters/notesMaster1.xml" Id="R56f625e2468043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9a3669dd014936" /><Relationship Type="http://schemas.openxmlformats.org/officeDocument/2006/relationships/notesMaster" Target="/ppt/notesMasters/notesMaster1.xml" Id="Rc0021cb271df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KHTN chương 15; AIO 51.1 về VAE.. AIO 51.3 câu hỏi về VAE; dùng ví dụ autoencoder của KHTN15 cho reconstruction. VAE là mở rộng, không gọi đồng nhất với autoencoder thường.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{"latent":512,"reconstruction":8192}</a:t>
            </a:r>
          </a:p>
          <a:p xmlns:a="http://schemas.openxmlformats.org/drawingml/2006/main">
            <a:r>
              <a:t>Tham khảo: KHTN chương 15; AIO 51.1 về VAE.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0.039999999999999994</a:t>
            </a:r>
          </a:p>
          <a:p xmlns:a="http://schemas.openxmlformats.org/drawingml/2006/main">
            <a:r>
              <a:t>Tham khảo: KHTN chương 15; AIO 51.1 về VAE.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3.9: Autoencoders</a:t>
            </a:r>
          </a:p>
          <a:p xmlns:a="http://schemas.openxmlformats.org/drawingml/2006/main">
            <a:r>
              <a:t>Nguồn giáo trình: KHTN chương 15; AIO 51.1 về VAE.</a:t>
            </a:r>
          </a:p>
          <a:p xmlns:a="http://schemas.openxmlformats.org/drawingml/2006/main">
            <a:r>
              <a:t>Bài tiếp theo trong nguồn: AIO 51.3 câu hỏi về VAE; dùng ví dụ autoencoder của KHTN15 cho reconstruction. VAE là mở rộng, không gọi đồng nhất với autoencoder thường.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351a180be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ac4ff4b85a4945" /><Relationship Type="http://schemas.openxmlformats.org/officeDocument/2006/relationships/slideLayout" Target="/ppt/slideLayouts/slideLayout1.xml" Id="R7c40e5c2ac9841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40e5c2ac9841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5873aa1e74ed9" /><Relationship Type="http://schemas.openxmlformats.org/officeDocument/2006/relationships/notesSlide" Target="/ppt/notesSlides/notesSlide1.xml" Id="R132362478202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6d1549f734bb5" /><Relationship Type="http://schemas.openxmlformats.org/officeDocument/2006/relationships/notesSlide" Target="/ppt/notesSlides/notesSlide2.xml" Id="Raedc60518df242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91b4e20b4433e" /><Relationship Type="http://schemas.openxmlformats.org/officeDocument/2006/relationships/notesSlide" Target="/ppt/notesSlides/notesSlide3.xml" Id="R7f2d4a94a3814b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1027a80614054" /><Relationship Type="http://schemas.openxmlformats.org/officeDocument/2006/relationships/notesSlide" Target="/ppt/notesSlides/notesSlide4.xml" Id="R3657b9d280ab4e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9d45de7cc4f7d" /><Relationship Type="http://schemas.openxmlformats.org/officeDocument/2006/relationships/notesSlide" Target="/ppt/notesSlides/notesSlide5.xml" Id="R895e1410f4914b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a4c16afb84e53" /><Relationship Type="http://schemas.openxmlformats.org/officeDocument/2006/relationships/notesSlide" Target="/ppt/notesSlides/notesSlide6.xml" Id="R2371d68b2a0d4c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5efa9ba5f453a" /><Relationship Type="http://schemas.openxmlformats.org/officeDocument/2006/relationships/notesSlide" Target="/ppt/notesSlides/notesSlide7.xml" Id="R27da417c3cc349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20e919c1146d3" /><Relationship Type="http://schemas.openxmlformats.org/officeDocument/2006/relationships/notesSlide" Target="/ppt/notesSlides/notesSlide8.xml" Id="Rf5f6882fa9cc4e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78cb7b43b4534" /><Relationship Type="http://schemas.openxmlformats.org/officeDocument/2006/relationships/notesSlide" Target="/ppt/notesSlides/notesSlide9.xml" Id="Rc247ad4e31d846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45184b36243a8" /><Relationship Type="http://schemas.openxmlformats.org/officeDocument/2006/relationships/notesSlide" Target="/ppt/notesSlides/notesSlide10.xml" Id="R0f7ce3efd20f49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0b2164ef440b4" /><Relationship Type="http://schemas.openxmlformats.org/officeDocument/2006/relationships/notesSlide" Target="/ppt/notesSlides/notesSlide11.xml" Id="Rb2646370bdb74a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de8f1bdba4582" /><Relationship Type="http://schemas.openxmlformats.org/officeDocument/2006/relationships/notesSlide" Target="/ppt/notesSlides/notesSlide12.xml" Id="R21d9273ec26f43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cd2dafc184c61" /><Relationship Type="http://schemas.openxmlformats.org/officeDocument/2006/relationships/notesSlide" Target="/ppt/notesSlides/notesSlide13.xml" Id="R76d6e5a5c33146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462fd4ef34518" /><Relationship Type="http://schemas.openxmlformats.org/officeDocument/2006/relationships/notesSlide" Target="/ppt/notesSlides/notesSlide14.xml" Id="R541acb92da6d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EB53E-31DE-4448-A316-BFD1368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0549A-15B2-4589-9E3E-1F2CDC0E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Autoencoders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AFB7D-DF08-4CF3-AA7D-16A2ECE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Nếu không có nhãn, autoencoder học mục tiêu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955B4-B62C-4B0E-B6E7-95BF3B2B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1/14</a:t>
            </a:r>
          </a:p>
        </p:txBody>
      </p:sp>
    </p:spTree>
    <p:extLst>
      <p:ext uri="{BB962C8B-B14F-4D97-AF65-F5344CB8AC3E}">
        <p14:creationId xmlns:p14="http://schemas.microsoft.com/office/powerpoint/2010/main" val="1251332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8D6A9-A280-4D86-A64D-725474D3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79A39-C094-4A31-8CD3-8A76E75E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Encoder nén input; decoder tái tạo input từ latent.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79F0C-6BDE-4C01-BB7B-5F94514A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Reconstruction loss dùng chính input làm mục tiêu; không phải class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F23E4-3C5C-4D97-A03B-62E9CF4F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Bottleneck/denoising giúp học biểu diễn; VAE thêm mô hình hóa distribution.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85F7A-759D-47CC-9C46-20E802B4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loss = mean((reconstruction-input)²)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32A7D-5C92-4760-AC66-CB8313E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2/14</a:t>
            </a:r>
          </a:p>
        </p:txBody>
      </p:sp>
    </p:spTree>
    <p:extLst>
      <p:ext uri="{BB962C8B-B14F-4D97-AF65-F5344CB8AC3E}">
        <p14:creationId xmlns:p14="http://schemas.microsoft.com/office/powerpoint/2010/main" val="1133654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D66E1-2ECD-48D8-BC84-9704D60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F8D02-A256-4B92-BE43-A0D1BA52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3/14</a:t>
            </a:r>
          </a:p>
        </p:txBody>
      </p:sp>
    </p:spTree>
    <p:extLst>
      <p:ext uri="{BB962C8B-B14F-4D97-AF65-F5344CB8AC3E}">
        <p14:creationId xmlns:p14="http://schemas.microsoft.com/office/powerpoint/2010/main" val="1313706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119E0-360A-4653-9B0D-12FC3619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226D1-9AE0-4799-9935-1953C235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"latent": 512,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"reconstruction": 8192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34413-E76F-4E74-9458-ADDB5DBE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4/14</a:t>
            </a:r>
          </a:p>
        </p:txBody>
      </p:sp>
    </p:spTree>
    <p:extLst>
      <p:ext uri="{BB962C8B-B14F-4D97-AF65-F5344CB8AC3E}">
        <p14:creationId xmlns:p14="http://schemas.microsoft.com/office/powerpoint/2010/main" val="101982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1AB5A-9EC1-4CCD-94E3-45474B25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B6776-8754-40F6-B0D6-4999C50A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load_digits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torch.tensor(load_digits().data[:128]/16,dtype=torch.float32)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encoder = nn.Sequential(nn.Linear(64,16),nn.ReLU(),nn.Linear(16,4))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decoder = nn.Sequential(nn.Linear(4,16),nn.ReLU(),nn.Linear(16,64),nn.Sigmoid())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optimizer = torch.optim.Adam(list(encoder.parameters())+list(decoder.parameters()),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lr=.01)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step in range(20):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optimizer.zero_grad(); latent=encoder(X); reconstruction=decoder(latent)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loss=((reconstruction-X)**2).mean(); loss.backward(); optimizer.step()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print("input",tuple(X.shape),"latent",tuple(latent.shape),"reconstruction",tuple(re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22ED9-BA2C-4780-9D47-16AACAEA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3BC50-C8D1-4160-A747-70ACD440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3.9 · 5/14</a:t>
            </a:r>
          </a:p>
        </p:txBody>
      </p:sp>
    </p:spTree>
    <p:extLst>
      <p:ext uri="{BB962C8B-B14F-4D97-AF65-F5344CB8AC3E}">
        <p14:creationId xmlns:p14="http://schemas.microsoft.com/office/powerpoint/2010/main" val="2019127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F590F-CD63-425E-B94F-1D15741B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A4E18-6C89-42F8-A1C0-105E9E1B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construction.shape))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print("Training reconstruction loss:",round(loss.item(),5))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Không có nhãn chữ số đi vào loss; loss tái tạo không phải accuracy phân loại.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A8132-FAF2-45BA-90CE-81057869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F698E-C638-43B3-9774-A49D6703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3.9 · 6/14</a:t>
            </a:r>
          </a:p>
        </p:txBody>
      </p:sp>
    </p:spTree>
    <p:extLst>
      <p:ext uri="{BB962C8B-B14F-4D97-AF65-F5344CB8AC3E}">
        <p14:creationId xmlns:p14="http://schemas.microsoft.com/office/powerpoint/2010/main" val="1715220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04809-0AA8-43A6-93B7-B8465C6C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86114-CC7A-48BA-8C14-BC0E9D1D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input (128, 64) latent (128, 4) reconstruction (128, 64)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Training reconstruction loss: 0.0761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DCF3-1921-4612-A32B-35D16E29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7/14</a:t>
            </a:r>
          </a:p>
        </p:txBody>
      </p:sp>
    </p:spTree>
    <p:extLst>
      <p:ext uri="{BB962C8B-B14F-4D97-AF65-F5344CB8AC3E}">
        <p14:creationId xmlns:p14="http://schemas.microsoft.com/office/powerpoint/2010/main" val="500839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D2DEC-E81C-45E8-A1BF-7834386C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F97C5-B5E0-4894-9D22-AC6B8C31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Loss tái tạo tốt không tự chứng minh latent tốt cho mọi task.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841EE-1A63-4741-B295-F80D062B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Ghi shapes của input128× 64, latent128× 4 và reconstruction128× 64.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386FF-B211-4B6A-83FD-35D4138A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8/14</a:t>
            </a:r>
          </a:p>
        </p:txBody>
      </p:sp>
    </p:spTree>
    <p:extLst>
      <p:ext uri="{BB962C8B-B14F-4D97-AF65-F5344CB8AC3E}">
        <p14:creationId xmlns:p14="http://schemas.microsoft.com/office/powerpoint/2010/main" val="1434331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0514F-81B3-4662-AD04-8CDD3B09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D97AF-5603-40B0-AA4F-43CFD6B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Số giá trịlatent=n*k và reconstruction=n*d; không phải parameters.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A12D6-1840-4DF9-A2A8-7AEAFC4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9/14</a:t>
            </a:r>
          </a:p>
        </p:txBody>
      </p:sp>
    </p:spTree>
    <p:extLst>
      <p:ext uri="{BB962C8B-B14F-4D97-AF65-F5344CB8AC3E}">
        <p14:creationId xmlns:p14="http://schemas.microsoft.com/office/powerpoint/2010/main" val="50473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E81FF-E2D1-4EAC-8A8E-94121FBA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693D8-48BD-4E4E-BC3C-4EEC9E3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MSE giữainput/reconstruction theo tất cả phần tử.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[[0,1],[1,0]]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reconstruction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[[0.2,0.8],[0.8,0.2]]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2206C-0AFF-4CDD-B4C5-211425FB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10/14</a:t>
            </a:r>
          </a:p>
        </p:txBody>
      </p:sp>
    </p:spTree>
    <p:extLst>
      <p:ext uri="{BB962C8B-B14F-4D97-AF65-F5344CB8AC3E}">
        <p14:creationId xmlns:p14="http://schemas.microsoft.com/office/powerpoint/2010/main" val="9752870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3F0BE-F224-44E7-A87B-59DD56AE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DE4A7-CF1F-4F48-BB7F-F2724E3F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Số giá trịlatent=n*k và reconstruction=n*d; không phải parameters.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1A244-E4AA-4D60-8A49-FCC59552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n, d, k: positiveint.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D932D-7B5A-4988-9855-407EC0BD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CE3EB-8735-4CF9-A40D-AB8516D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11/14</a:t>
            </a:r>
          </a:p>
        </p:txBody>
      </p:sp>
    </p:spTree>
    <p:extLst>
      <p:ext uri="{BB962C8B-B14F-4D97-AF65-F5344CB8AC3E}">
        <p14:creationId xmlns:p14="http://schemas.microsoft.com/office/powerpoint/2010/main" val="9456378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4DE66-E2F1-4D25-B449-BFB4AC46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D4307-71AB-4E10-966F-9703267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MSE giữainput/reconstruction theo tất cả phần tử.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346B4-FE13-47B6-916C-B3C1B13D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X/reconstruction: same rectangular shape.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ED5FD-C9D8-4231-83BF-B6134302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81827-31F0-447E-A8BB-6B57035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12/14</a:t>
            </a:r>
          </a:p>
        </p:txBody>
      </p:sp>
    </p:spTree>
    <p:extLst>
      <p:ext uri="{BB962C8B-B14F-4D97-AF65-F5344CB8AC3E}">
        <p14:creationId xmlns:p14="http://schemas.microsoft.com/office/powerpoint/2010/main" val="1842208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6BCFB-79B3-4A60-A804-48942FCC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D9256-DB1B-4E14-86F6-E3DBCC4C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Autoencoder khử nhiễu chữ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9E6B3-C5D8-4D67-94B0-DF58527A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denoise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99700-EA2D-45BF-9B3C-7A77BB79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RMSE tất cả pixels; score=exp(-RMSE).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E7F58-E5A4-45A9-9B88-8BF3275F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D3E43-7BCB-4A8A-960C-CD500FBD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13/14</a:t>
            </a:r>
          </a:p>
        </p:txBody>
      </p:sp>
    </p:spTree>
    <p:extLst>
      <p:ext uri="{BB962C8B-B14F-4D97-AF65-F5344CB8AC3E}">
        <p14:creationId xmlns:p14="http://schemas.microsoft.com/office/powerpoint/2010/main" val="4496295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4B8D6-8536-4F8D-8F31-8663D7C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8B91F-D67A-4EF0-8274-ED535ACF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Ghi shapes của input128× 64, latent128× 4 và reconstruction128× 64.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AEAF4-4766-4345-B3E8-D7D5C133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KHTN chương 15; AIO 51.1 về VAE.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D54FA-8CCE-4A00-8BC1-FDAB75C3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51.3 câu hỏi về VAE; dùng ví dụ autoencoder của KHTN15 cho reconstruction. VAE là mở rộng, không gọi đồng nhất với autoencoder thường.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338F5-53EB-462D-BA52-85F4738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3.9 · 14/14</a:t>
            </a:r>
          </a:p>
        </p:txBody>
      </p:sp>
    </p:spTree>
    <p:extLst>
      <p:ext uri="{BB962C8B-B14F-4D97-AF65-F5344CB8AC3E}">
        <p14:creationId xmlns:p14="http://schemas.microsoft.com/office/powerpoint/2010/main" val="1611232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2026-10-01T09:01:23.2030000Z</dcterms:created>
  <dcterms:modified xsi:type="dcterms:W3CDTF">2026-10-01T09:01:23.2030000Z</dcterms:modified>
</coreProperties>
</file>