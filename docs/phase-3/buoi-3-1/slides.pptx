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6e7fc7a66e46e7" /><Relationship Type="http://schemas.openxmlformats.org/officeDocument/2006/relationships/extended-properties" Target="/docProps/app.xml" Id="Re667e89fb6dc407c" /><Relationship Type="http://schemas.openxmlformats.org/officeDocument/2006/relationships/officeDocument" Target="/ppt/presentation.xml" Id="R18e10572212b45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80c66cd9b54ab5"/>
  </p:sldMasterIdLst>
  <p:notesMasterIdLst>
    <p:notesMasterId xmlns:r="http://schemas.openxmlformats.org/officeDocument/2006/relationships" r:id="Rcb85b04287b2466b"/>
  </p:notesMasterIdLst>
  <p:sldIdLst>
    <p:sldId xmlns:r="http://schemas.openxmlformats.org/officeDocument/2006/relationships" id="256" r:id="Ra4e5ab353ee844d0"/>
    <p:sldId xmlns:r="http://schemas.openxmlformats.org/officeDocument/2006/relationships" id="257" r:id="R4069699cfa434198"/>
    <p:sldId xmlns:r="http://schemas.openxmlformats.org/officeDocument/2006/relationships" id="258" r:id="R74055dfcda95419c"/>
    <p:sldId xmlns:r="http://schemas.openxmlformats.org/officeDocument/2006/relationships" id="259" r:id="R533e8faa7ba9485d"/>
    <p:sldId xmlns:r="http://schemas.openxmlformats.org/officeDocument/2006/relationships" id="260" r:id="R51a6e196dd3c496f"/>
    <p:sldId xmlns:r="http://schemas.openxmlformats.org/officeDocument/2006/relationships" id="261" r:id="R89d075d7f1054851"/>
    <p:sldId xmlns:r="http://schemas.openxmlformats.org/officeDocument/2006/relationships" id="262" r:id="R6f8e196cc8a14378"/>
    <p:sldId xmlns:r="http://schemas.openxmlformats.org/officeDocument/2006/relationships" id="263" r:id="R8b884676aae74cd0"/>
    <p:sldId xmlns:r="http://schemas.openxmlformats.org/officeDocument/2006/relationships" id="264" r:id="Ra1ce6b20402e4d31"/>
    <p:sldId xmlns:r="http://schemas.openxmlformats.org/officeDocument/2006/relationships" id="265" r:id="R607181c8866b4619"/>
    <p:sldId xmlns:r="http://schemas.openxmlformats.org/officeDocument/2006/relationships" id="266" r:id="R69f53409763a4358"/>
    <p:sldId xmlns:r="http://schemas.openxmlformats.org/officeDocument/2006/relationships" id="267" r:id="Rad2ed973dadd47af"/>
    <p:sldId xmlns:r="http://schemas.openxmlformats.org/officeDocument/2006/relationships" id="268" r:id="R6f775025ee314b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5f8c6b274d4935" /><Relationship Type="http://schemas.openxmlformats.org/officeDocument/2006/relationships/slideMaster" Target="/ppt/slideMasters/slideMaster1.xml" Id="R1d80c66cd9b54ab5" /><Relationship Type="http://schemas.openxmlformats.org/officeDocument/2006/relationships/notesMaster" Target="/ppt/notesMasters/notesMaster1.xml" Id="Rcb85b04287b2466b" /><Relationship Type="http://schemas.openxmlformats.org/officeDocument/2006/relationships/presProps" Target="/ppt/presProps.xml" Id="R3dcf6f4b12e542e3" /><Relationship Type="http://schemas.openxmlformats.org/officeDocument/2006/relationships/tableStyles" Target="/ppt/tableStyles.xml" Id="Re69f2dbb2e694441" /><Relationship Type="http://schemas.openxmlformats.org/officeDocument/2006/relationships/slide" Target="/ppt/slides/slide1.xml" Id="Ra4e5ab353ee844d0" /><Relationship Type="http://schemas.openxmlformats.org/officeDocument/2006/relationships/slide" Target="/ppt/slides/slide2.xml" Id="R4069699cfa434198" /><Relationship Type="http://schemas.openxmlformats.org/officeDocument/2006/relationships/slide" Target="/ppt/slides/slide3.xml" Id="R74055dfcda95419c" /><Relationship Type="http://schemas.openxmlformats.org/officeDocument/2006/relationships/slide" Target="/ppt/slides/slide4.xml" Id="R533e8faa7ba9485d" /><Relationship Type="http://schemas.openxmlformats.org/officeDocument/2006/relationships/slide" Target="/ppt/slides/slide5.xml" Id="R51a6e196dd3c496f" /><Relationship Type="http://schemas.openxmlformats.org/officeDocument/2006/relationships/slide" Target="/ppt/slides/slide6.xml" Id="R89d075d7f1054851" /><Relationship Type="http://schemas.openxmlformats.org/officeDocument/2006/relationships/slide" Target="/ppt/slides/slide7.xml" Id="R6f8e196cc8a14378" /><Relationship Type="http://schemas.openxmlformats.org/officeDocument/2006/relationships/slide" Target="/ppt/slides/slide8.xml" Id="R8b884676aae74cd0" /><Relationship Type="http://schemas.openxmlformats.org/officeDocument/2006/relationships/slide" Target="/ppt/slides/slide9.xml" Id="Ra1ce6b20402e4d31" /><Relationship Type="http://schemas.openxmlformats.org/officeDocument/2006/relationships/slide" Target="/ppt/slides/slide10.xml" Id="R607181c8866b4619" /><Relationship Type="http://schemas.openxmlformats.org/officeDocument/2006/relationships/slide" Target="/ppt/slides/slide11.xml" Id="R69f53409763a4358" /><Relationship Type="http://schemas.openxmlformats.org/officeDocument/2006/relationships/slide" Target="/ppt/slides/slide12.xml" Id="Rad2ed973dadd47af" /><Relationship Type="http://schemas.openxmlformats.org/officeDocument/2006/relationships/slide" Target="/ppt/slides/slide13.xml" Id="R6f775025ee314b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490eb3b72a40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68509bcfd748d8" /><Relationship Type="http://schemas.openxmlformats.org/officeDocument/2006/relationships/notesMaster" Target="/ppt/notesMasters/notesMaster1.xml" Id="Re3ae5f4be7604b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c73ff70b6a4925" /><Relationship Type="http://schemas.openxmlformats.org/officeDocument/2006/relationships/notesMaster" Target="/ppt/notesMasters/notesMaster1.xml" Id="R24aba3ad2e074c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07f1b17d224e36" /><Relationship Type="http://schemas.openxmlformats.org/officeDocument/2006/relationships/notesMaster" Target="/ppt/notesMasters/notesMaster1.xml" Id="R10bbf9229f464b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30b25f6d954866" /><Relationship Type="http://schemas.openxmlformats.org/officeDocument/2006/relationships/notesMaster" Target="/ppt/notesMasters/notesMaster1.xml" Id="Re0cbdbf1193f49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e23725ab164274" /><Relationship Type="http://schemas.openxmlformats.org/officeDocument/2006/relationships/notesMaster" Target="/ppt/notesMasters/notesMaster1.xml" Id="R83cdd040503040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b1c16d59ce4dbc" /><Relationship Type="http://schemas.openxmlformats.org/officeDocument/2006/relationships/notesMaster" Target="/ppt/notesMasters/notesMaster1.xml" Id="R056426d1deae40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f06a2d43f247a9" /><Relationship Type="http://schemas.openxmlformats.org/officeDocument/2006/relationships/notesMaster" Target="/ppt/notesMasters/notesMaster1.xml" Id="R1b0ec76585064e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0ee61cc8a847b5" /><Relationship Type="http://schemas.openxmlformats.org/officeDocument/2006/relationships/notesMaster" Target="/ppt/notesMasters/notesMaster1.xml" Id="Rade1060368b247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3e0521441a4d54" /><Relationship Type="http://schemas.openxmlformats.org/officeDocument/2006/relationships/notesMaster" Target="/ppt/notesMasters/notesMaster1.xml" Id="R47762400b15742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d314cdc87d4fe4" /><Relationship Type="http://schemas.openxmlformats.org/officeDocument/2006/relationships/notesMaster" Target="/ppt/notesMasters/notesMaster1.xml" Id="R03a3f459f2b444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edc77517dd4582" /><Relationship Type="http://schemas.openxmlformats.org/officeDocument/2006/relationships/notesMaster" Target="/ppt/notesMasters/notesMaster1.xml" Id="R67f9c037f75242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c2b4437b7b4b98" /><Relationship Type="http://schemas.openxmlformats.org/officeDocument/2006/relationships/notesMaster" Target="/ppt/notesMasters/notesMaster1.xml" Id="R16b7d6722c9440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5547f45e6e4458" /><Relationship Type="http://schemas.openxmlformats.org/officeDocument/2006/relationships/notesMaster" Target="/ppt/notesMasters/notesMaster1.xml" Id="Redd14f124d8247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PyTorch Learn the Basics: Tensors, Automatic Differentiation.. Làm code trong hai tutorial trên; không thay tensor shape hoặc bỏ requires_grad mà không hiểu tác dụng.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3.1: PyTorch tensors và autograd</a:t>
            </a:r>
          </a:p>
          <a:p xmlns:a="http://schemas.openxmlformats.org/drawingml/2006/main">
            <a:r>
              <a:t>Nguồn giáo trình: PyTorch Learn the Basics: Tensors, Automatic Differentiation.</a:t>
            </a:r>
          </a:p>
          <a:p xmlns:a="http://schemas.openxmlformats.org/drawingml/2006/main">
            <a:r>
              <a:t>Bài tiếp theo trong nguồn: Làm code trong hai tutorial trên; không thay tensor shape hoặc bỏ requires_grad mà không hiểu tác dụng.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3.1: PyTorch tensors và autograd</a:t>
            </a:r>
          </a:p>
          <a:p xmlns:a="http://schemas.openxmlformats.org/drawingml/2006/main">
            <a:r>
              <a:t>Nguồn giáo trình: PyTorch Learn the Basics: Tensors, Automatic Differentiation.</a:t>
            </a:r>
          </a:p>
          <a:p xmlns:a="http://schemas.openxmlformats.org/drawingml/2006/main">
            <a:r>
              <a:t>Bài tiếp theo trong nguồn: Làm code trong hai tutorial trên; không thay tensor shape hoặc bỏ requires_grad mà không hiểu tác dụng.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3.1: PyTorch tensors và autograd</a:t>
            </a:r>
          </a:p>
          <a:p xmlns:a="http://schemas.openxmlformats.org/drawingml/2006/main">
            <a:r>
              <a:t>Nguồn giáo trình: PyTorch Learn the Basics: Tensors, Automatic Differentiation.</a:t>
            </a:r>
          </a:p>
          <a:p xmlns:a="http://schemas.openxmlformats.org/drawingml/2006/main">
            <a:r>
              <a:t>Bài tiếp theo trong nguồn: Làm code trong hai tutorial trên; không thay tensor shape hoặc bỏ requires_grad mà không hiểu tác dụng.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3.1: PyTorch tensors và autograd</a:t>
            </a:r>
          </a:p>
          <a:p xmlns:a="http://schemas.openxmlformats.org/drawingml/2006/main">
            <a:r>
              <a:t>Nguồn giáo trình: PyTorch Learn the Basics: Tensors, Automatic Differentiation.</a:t>
            </a:r>
          </a:p>
          <a:p xmlns:a="http://schemas.openxmlformats.org/drawingml/2006/main">
            <a:r>
              <a:t>Bài tiếp theo trong nguồn: Làm code trong hai tutorial trên; không thay tensor shape hoặc bỏ requires_grad mà không hiểu tác dụng.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3.1: PyTorch tensors và autograd</a:t>
            </a:r>
          </a:p>
          <a:p xmlns:a="http://schemas.openxmlformats.org/drawingml/2006/main">
            <a:r>
              <a:t>Nguồn giáo trình: PyTorch Learn the Basics: Tensors, Automatic Differentiation.</a:t>
            </a:r>
          </a:p>
          <a:p xmlns:a="http://schemas.openxmlformats.org/drawingml/2006/main">
            <a:r>
              <a:t>Bài tiếp theo trong nguồn: Làm code trong hai tutorial trên; không thay tensor shape hoặc bỏ requires_grad mà không hiểu tác dụng.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3.1: PyTorch tensors và autograd</a:t>
            </a:r>
          </a:p>
          <a:p xmlns:a="http://schemas.openxmlformats.org/drawingml/2006/main">
            <a:r>
              <a:t>Nguồn giáo trình: PyTorch Learn the Basics: Tensors, Automatic Differentiation.</a:t>
            </a:r>
          </a:p>
          <a:p xmlns:a="http://schemas.openxmlformats.org/drawingml/2006/main">
            <a:r>
              <a:t>Bài tiếp theo trong nguồn: Làm code trong hai tutorial trên; không thay tensor shape hoặc bỏ requires_grad mà không hiểu tác dụng.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[[1,2,3],[4,5,6]]</a:t>
            </a:r>
          </a:p>
          <a:p xmlns:a="http://schemas.openxmlformats.org/drawingml/2006/main">
            <a:r>
              <a:t>Tham khảo: PyTorch Learn the Basics: Tensors, Automatic Differentiation.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[7,3,1]</a:t>
            </a:r>
          </a:p>
          <a:p xmlns:a="http://schemas.openxmlformats.org/drawingml/2006/main">
            <a:r>
              <a:t>Tham khảo: PyTorch Learn the Basics: Tensors, Automatic Differentiation.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3.1: PyTorch tensors và autograd</a:t>
            </a:r>
          </a:p>
          <a:p xmlns:a="http://schemas.openxmlformats.org/drawingml/2006/main">
            <a:r>
              <a:t>Nguồn giáo trình: PyTorch Learn the Basics: Tensors, Automatic Differentiation.</a:t>
            </a:r>
          </a:p>
          <a:p xmlns:a="http://schemas.openxmlformats.org/drawingml/2006/main">
            <a:r>
              <a:t>Bài tiếp theo trong nguồn: Làm code trong hai tutorial trên; không thay tensor shape hoặc bỏ requires_grad mà không hiểu tác dụng.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3.1: PyTorch tensors và autograd</a:t>
            </a:r>
          </a:p>
          <a:p xmlns:a="http://schemas.openxmlformats.org/drawingml/2006/main">
            <a:r>
              <a:t>Nguồn giáo trình: PyTorch Learn the Basics: Tensors, Automatic Differentiation.</a:t>
            </a:r>
          </a:p>
          <a:p xmlns:a="http://schemas.openxmlformats.org/drawingml/2006/main">
            <a:r>
              <a:t>Bài tiếp theo trong nguồn: Làm code trong hai tutorial trên; không thay tensor shape hoặc bỏ requires_grad mà không hiểu tác dụng.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3.1: PyTorch tensors và autograd</a:t>
            </a:r>
          </a:p>
          <a:p xmlns:a="http://schemas.openxmlformats.org/drawingml/2006/main">
            <a:r>
              <a:t>Nguồn giáo trình: PyTorch Learn the Basics: Tensors, Automatic Differentiation.</a:t>
            </a:r>
          </a:p>
          <a:p xmlns:a="http://schemas.openxmlformats.org/drawingml/2006/main">
            <a:r>
              <a:t>Bài tiếp theo trong nguồn: Làm code trong hai tutorial trên; không thay tensor shape hoặc bỏ requires_grad mà không hiểu tác dụng.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3.1: PyTorch tensors và autograd</a:t>
            </a:r>
          </a:p>
          <a:p xmlns:a="http://schemas.openxmlformats.org/drawingml/2006/main">
            <a:r>
              <a:t>Nguồn giáo trình: PyTorch Learn the Basics: Tensors, Automatic Differentiation.</a:t>
            </a:r>
          </a:p>
          <a:p xmlns:a="http://schemas.openxmlformats.org/drawingml/2006/main">
            <a:r>
              <a:t>Bài tiếp theo trong nguồn: Làm code trong hai tutorial trên; không thay tensor shape hoặc bỏ requires_grad mà không hiểu tác dụng.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ebc2aeace45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4e2f6ce4704134" /><Relationship Type="http://schemas.openxmlformats.org/officeDocument/2006/relationships/slideLayout" Target="/ppt/slideLayouts/slideLayout1.xml" Id="R262a36b22b9f4b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2a36b22b9f4b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6765984da4904" /><Relationship Type="http://schemas.openxmlformats.org/officeDocument/2006/relationships/notesSlide" Target="/ppt/notesSlides/notesSlide1.xml" Id="Rd48ea72c080647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3586ecba4431b" /><Relationship Type="http://schemas.openxmlformats.org/officeDocument/2006/relationships/notesSlide" Target="/ppt/notesSlides/notesSlide2.xml" Id="Ra058c2f71d4d4d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9adff942b4d3e" /><Relationship Type="http://schemas.openxmlformats.org/officeDocument/2006/relationships/notesSlide" Target="/ppt/notesSlides/notesSlide3.xml" Id="R0eb885c6c09945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eda571a214a29" /><Relationship Type="http://schemas.openxmlformats.org/officeDocument/2006/relationships/notesSlide" Target="/ppt/notesSlides/notesSlide4.xml" Id="Rc3403873b82e49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8016f40214265" /><Relationship Type="http://schemas.openxmlformats.org/officeDocument/2006/relationships/notesSlide" Target="/ppt/notesSlides/notesSlide5.xml" Id="Raaec9e4a3c6b4f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46ec5d224412f" /><Relationship Type="http://schemas.openxmlformats.org/officeDocument/2006/relationships/notesSlide" Target="/ppt/notesSlides/notesSlide6.xml" Id="R76c3a61466d74e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6857510184603" /><Relationship Type="http://schemas.openxmlformats.org/officeDocument/2006/relationships/notesSlide" Target="/ppt/notesSlides/notesSlide7.xml" Id="Rca828cb9afe849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4203996874564" /><Relationship Type="http://schemas.openxmlformats.org/officeDocument/2006/relationships/notesSlide" Target="/ppt/notesSlides/notesSlide8.xml" Id="R8a4fffec197c48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50388c9764112" /><Relationship Type="http://schemas.openxmlformats.org/officeDocument/2006/relationships/notesSlide" Target="/ppt/notesSlides/notesSlide9.xml" Id="R64a7918720b441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8a8d056f443d0" /><Relationship Type="http://schemas.openxmlformats.org/officeDocument/2006/relationships/notesSlide" Target="/ppt/notesSlides/notesSlide10.xml" Id="Rcd83ee96695947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1fe1b4ff542e3" /><Relationship Type="http://schemas.openxmlformats.org/officeDocument/2006/relationships/notesSlide" Target="/ppt/notesSlides/notesSlide11.xml" Id="R68c061b24d5f49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4db664f4e4e98" /><Relationship Type="http://schemas.openxmlformats.org/officeDocument/2006/relationships/notesSlide" Target="/ppt/notesSlides/notesSlide12.xml" Id="Rb1d598fb59fd44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39779b8904fc6" /><Relationship Type="http://schemas.openxmlformats.org/officeDocument/2006/relationships/notesSlide" Target="/ppt/notesSlides/notesSlide13.xml" Id="R8dfb5160c5c74b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74913-2DC2-435C-A0B5-E2FDB843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3.1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E9F9E-691F-4809-9F01-DB136B69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PyTorch tensors và autograd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BD30D-AC0D-4D5B-B4EE-28C7069F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Làm sao framework biết gradient của x*x+3*x?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06531-FE75-4988-B8B0-A7539E11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 · 1/13</a:t>
            </a:r>
          </a:p>
        </p:txBody>
      </p:sp>
    </p:spTree>
    <p:extLst>
      <p:ext uri="{BB962C8B-B14F-4D97-AF65-F5344CB8AC3E}">
        <p14:creationId xmlns:p14="http://schemas.microsoft.com/office/powerpoint/2010/main" val="9440052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15798-BF90-4439-BF07-8EB618C9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B034F-19BD-4A0F-8408-5129D33B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Tensor có shape, dtype, device; requires_grad cho phép theo dõi graph.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A3566-1AF0-4DB2-A229-583026B8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backward dùng chain rule qua các phép toán đã ghi.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AFB94-987E-441C-ADFC-60D0597D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grad được cộng dồn, cần zero_grad giữa các bước train.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E0B15-4883-480D-A2E5-D241D20A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d(x²+3x)/dx = 2x+3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EA983-5006-4070-AAFA-B5131809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 · 2/13</a:t>
            </a:r>
          </a:p>
        </p:txBody>
      </p:sp>
    </p:spTree>
    <p:extLst>
      <p:ext uri="{BB962C8B-B14F-4D97-AF65-F5344CB8AC3E}">
        <p14:creationId xmlns:p14="http://schemas.microsoft.com/office/powerpoint/2010/main" val="358388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0C692-D8C7-430A-90C9-F9B1EC85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[1,2,3,4,5,6]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cols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96623-551A-4684-AB7D-1B5EDDA4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 · 3/13</a:t>
            </a:r>
          </a:p>
        </p:txBody>
      </p:sp>
    </p:spTree>
    <p:extLst>
      <p:ext uri="{BB962C8B-B14F-4D97-AF65-F5344CB8AC3E}">
        <p14:creationId xmlns:p14="http://schemas.microsoft.com/office/powerpoint/2010/main" val="1357123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A7150-5CD3-469F-A359-FC3C15C2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21463-D9CD-419A-A7FC-90BCC714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2,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3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4,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5,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6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799C0-4A23-418B-8FEE-76BA938A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 · 4/13</a:t>
            </a:r>
          </a:p>
        </p:txBody>
      </p:sp>
    </p:spTree>
    <p:extLst>
      <p:ext uri="{BB962C8B-B14F-4D97-AF65-F5344CB8AC3E}">
        <p14:creationId xmlns:p14="http://schemas.microsoft.com/office/powerpoint/2010/main" val="742614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87ED0-6B29-4753-864D-1F62E61B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B7C5B-DA8A-4D53-ABFF-0EAB29AF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torch.manual_seed(42)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torch.set_num_threads(1)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torch.tensor(2.0,requires_grad=True)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 = x*x+3*x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y.backward()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print("y:",y.item(),"dy/dx:",x.grad.item())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matrix = torch.arange(6,dtype=torch.float32).reshape(2,3)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print("shape:",tuple(matrix.shape),"dtype:",matrix.dtype,"device:",matrix.device)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x.grad.item()==7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Numpy array không mang graph autograd của torch.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D1CB3-BA31-4CE8-9ADE-8C688924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775A5-7C8B-4C79-B122-4790FADD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3.1 · 5/13</a:t>
            </a:r>
          </a:p>
        </p:txBody>
      </p:sp>
    </p:spTree>
    <p:extLst>
      <p:ext uri="{BB962C8B-B14F-4D97-AF65-F5344CB8AC3E}">
        <p14:creationId xmlns:p14="http://schemas.microsoft.com/office/powerpoint/2010/main" val="188328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A406D-0B34-4CBB-A269-11542898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D43A1-6720-48B6-9AC0-085F2900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y: 10.0 dy/dx: 7.0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shape: (2, 3) dtype: torch.float32 device: cpu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50DE9-8C89-4B8D-9A40-E417FC4F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 · 6/13</a:t>
            </a:r>
          </a:p>
        </p:txBody>
      </p:sp>
    </p:spTree>
    <p:extLst>
      <p:ext uri="{BB962C8B-B14F-4D97-AF65-F5344CB8AC3E}">
        <p14:creationId xmlns:p14="http://schemas.microsoft.com/office/powerpoint/2010/main" val="598984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04B10-E0A9-47D4-B60B-1F091B26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4BA80-E5D3-4B59-B277-21EB8C61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detach/numpy hoặc no_grad sai chỗ có thể cắt graph cần học.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091F7-E6E1-40CA-8388-2FC497A3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gradient tại x2 trước khi đọc autograd output.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5FCDA-89CB-4E53-9068-C5D89A07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 · 7/13</a:t>
            </a:r>
          </a:p>
        </p:txBody>
      </p:sp>
    </p:spTree>
    <p:extLst>
      <p:ext uri="{BB962C8B-B14F-4D97-AF65-F5344CB8AC3E}">
        <p14:creationId xmlns:p14="http://schemas.microsoft.com/office/powerpoint/2010/main" val="1343934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2E581-5297-4D79-9CF5-8CA09569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9529-1E1E-475B-B055-1ED1D90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Reshape flattened values theo rows x cols; số phần tử phải bằng rows*cols.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[1,2,3,4,5,6]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cols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F1EFD-D4F8-481B-9C75-E5650E40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 · 8/13</a:t>
            </a:r>
          </a:p>
        </p:txBody>
      </p:sp>
    </p:spTree>
    <p:extLst>
      <p:ext uri="{BB962C8B-B14F-4D97-AF65-F5344CB8AC3E}">
        <p14:creationId xmlns:p14="http://schemas.microsoft.com/office/powerpoint/2010/main" val="692612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5122A-45F1-4A88-9017-BD951D16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707D8-2CA9-461A-8FAC-DD6CBEC6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dy/dx với y=x^2+3x tại từng x.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[2,0,-1]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12E78-7D2D-4420-AD97-5681BE39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 · 9/13</a:t>
            </a:r>
          </a:p>
        </p:txBody>
      </p:sp>
    </p:spTree>
    <p:extLst>
      <p:ext uri="{BB962C8B-B14F-4D97-AF65-F5344CB8AC3E}">
        <p14:creationId xmlns:p14="http://schemas.microsoft.com/office/powerpoint/2010/main" val="4335786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796F2-B62F-48DA-BBBA-ED110431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B22F3-387F-4FE1-B7AD-DB258FDC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Reshape flattened values theo rows x cols; số phần tử phải bằng rows*cols.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9839D-5C1E-4257-898C-CE607207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values: list số; rows, cols positive integers.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B7CB3-9F03-4078-944C-425F1D7C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B7513-140D-44D8-A00F-41A63F20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 · 10/13</a:t>
            </a:r>
          </a:p>
        </p:txBody>
      </p:sp>
    </p:spTree>
    <p:extLst>
      <p:ext uri="{BB962C8B-B14F-4D97-AF65-F5344CB8AC3E}">
        <p14:creationId xmlns:p14="http://schemas.microsoft.com/office/powerpoint/2010/main" val="5602862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7D0C8-0377-4D7D-A268-0BDE6716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95FB4-07EE-426D-BD3C-5D07F06E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dy/dx với y=x^2+3x tại từng 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9BEA3-FA64-4E9D-BC7B-BED779EF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x: list số.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CD4EF-A1C3-4470-9D9C-F2A07C1C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0B1AF-26C6-4C73-81C2-4B0A69FC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 · 11/13</a:t>
            </a:r>
          </a:p>
        </p:txBody>
      </p:sp>
    </p:spTree>
    <p:extLst>
      <p:ext uri="{BB962C8B-B14F-4D97-AF65-F5344CB8AC3E}">
        <p14:creationId xmlns:p14="http://schemas.microsoft.com/office/powerpoint/2010/main" val="5501217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810D2-5D60-4945-A9B5-3780C47E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3EE79-5AD6-4DC0-8875-02482F24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Huấn luyện linear bằng autograd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C09AC-6C0B-430E-A777-90A6270B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reg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7F113-48E4-4338-88DB-0E7625F9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RMSE; score=exp(-RMSE).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7C74A-EF37-46D5-9F5D-09F1AFBC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40F6E-64DD-4AC1-98DD-171D752B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 · 12/13</a:t>
            </a:r>
          </a:p>
        </p:txBody>
      </p:sp>
    </p:spTree>
    <p:extLst>
      <p:ext uri="{BB962C8B-B14F-4D97-AF65-F5344CB8AC3E}">
        <p14:creationId xmlns:p14="http://schemas.microsoft.com/office/powerpoint/2010/main" val="19336946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0D89C-F107-459F-B8D2-FF0A417D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BBB43-8B74-484C-BEB7-3760F0ED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gradient tại x2 trước khi đọc autograd output.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D2879-80F7-43B6-9BE0-13925B3C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PyTorch Learn the Basics: Tensors, Automatic Differentiation.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5DA73-0D40-4ED0-87E9-1B01621F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Làm code trong hai tutorial trên; không thay tensor shape hoặc bỏ requires_grad mà không hiểu tác dụng.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3DFCD-96E4-4857-8F91-0B97CD57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3.1 · 13/13</a:t>
            </a:r>
          </a:p>
        </p:txBody>
      </p:sp>
    </p:spTree>
    <p:extLst>
      <p:ext uri="{BB962C8B-B14F-4D97-AF65-F5344CB8AC3E}">
        <p14:creationId xmlns:p14="http://schemas.microsoft.com/office/powerpoint/2010/main" val="898269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2026-10-01T09:00:10.7850000Z</dcterms:created>
  <dcterms:modified xsi:type="dcterms:W3CDTF">2026-10-01T09:00:10.7850000Z</dcterms:modified>
</coreProperties>
</file>