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8c6201b3e24f95" /><Relationship Type="http://schemas.openxmlformats.org/officeDocument/2006/relationships/extended-properties" Target="/docProps/app.xml" Id="R703787c2d6084ea9" /><Relationship Type="http://schemas.openxmlformats.org/officeDocument/2006/relationships/officeDocument" Target="/ppt/presentation.xml" Id="R88c27b180e6143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2bab430ab64f0a"/>
  </p:sldMasterIdLst>
  <p:notesMasterIdLst>
    <p:notesMasterId xmlns:r="http://schemas.openxmlformats.org/officeDocument/2006/relationships" r:id="Rfc826dc93bdd45ed"/>
  </p:notesMasterIdLst>
  <p:sldIdLst>
    <p:sldId xmlns:r="http://schemas.openxmlformats.org/officeDocument/2006/relationships" id="256" r:id="R012080f8f9204fcd"/>
    <p:sldId xmlns:r="http://schemas.openxmlformats.org/officeDocument/2006/relationships" id="257" r:id="R64ce0ab58872460c"/>
    <p:sldId xmlns:r="http://schemas.openxmlformats.org/officeDocument/2006/relationships" id="258" r:id="Ra99ebc9bba5d4202"/>
    <p:sldId xmlns:r="http://schemas.openxmlformats.org/officeDocument/2006/relationships" id="259" r:id="Rd99dd3c7799c4eb8"/>
    <p:sldId xmlns:r="http://schemas.openxmlformats.org/officeDocument/2006/relationships" id="260" r:id="R99b76fdf12944738"/>
    <p:sldId xmlns:r="http://schemas.openxmlformats.org/officeDocument/2006/relationships" id="261" r:id="Rba34a5f85ba64c1c"/>
    <p:sldId xmlns:r="http://schemas.openxmlformats.org/officeDocument/2006/relationships" id="262" r:id="R6d1a91a8875b475e"/>
    <p:sldId xmlns:r="http://schemas.openxmlformats.org/officeDocument/2006/relationships" id="263" r:id="R516e4fd69157477a"/>
    <p:sldId xmlns:r="http://schemas.openxmlformats.org/officeDocument/2006/relationships" id="264" r:id="R78f02c1c9e2c485b"/>
    <p:sldId xmlns:r="http://schemas.openxmlformats.org/officeDocument/2006/relationships" id="265" r:id="R688ffb10999d4636"/>
    <p:sldId xmlns:r="http://schemas.openxmlformats.org/officeDocument/2006/relationships" id="266" r:id="Re03bd31614024927"/>
    <p:sldId xmlns:r="http://schemas.openxmlformats.org/officeDocument/2006/relationships" id="267" r:id="R9273911023394b04"/>
    <p:sldId xmlns:r="http://schemas.openxmlformats.org/officeDocument/2006/relationships" id="268" r:id="R2158d696729a4dcc"/>
    <p:sldId xmlns:r="http://schemas.openxmlformats.org/officeDocument/2006/relationships" id="269" r:id="Rb162f123b8da4c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04711a48cc4dc5" /><Relationship Type="http://schemas.openxmlformats.org/officeDocument/2006/relationships/slideMaster" Target="/ppt/slideMasters/slideMaster1.xml" Id="R8f2bab430ab64f0a" /><Relationship Type="http://schemas.openxmlformats.org/officeDocument/2006/relationships/notesMaster" Target="/ppt/notesMasters/notesMaster1.xml" Id="Rfc826dc93bdd45ed" /><Relationship Type="http://schemas.openxmlformats.org/officeDocument/2006/relationships/presProps" Target="/ppt/presProps.xml" Id="Ra57982cc930542b2" /><Relationship Type="http://schemas.openxmlformats.org/officeDocument/2006/relationships/tableStyles" Target="/ppt/tableStyles.xml" Id="R801d9b4993dd4cd9" /><Relationship Type="http://schemas.openxmlformats.org/officeDocument/2006/relationships/slide" Target="/ppt/slides/slide1.xml" Id="R012080f8f9204fcd" /><Relationship Type="http://schemas.openxmlformats.org/officeDocument/2006/relationships/slide" Target="/ppt/slides/slide2.xml" Id="R64ce0ab58872460c" /><Relationship Type="http://schemas.openxmlformats.org/officeDocument/2006/relationships/slide" Target="/ppt/slides/slide3.xml" Id="Ra99ebc9bba5d4202" /><Relationship Type="http://schemas.openxmlformats.org/officeDocument/2006/relationships/slide" Target="/ppt/slides/slide4.xml" Id="Rd99dd3c7799c4eb8" /><Relationship Type="http://schemas.openxmlformats.org/officeDocument/2006/relationships/slide" Target="/ppt/slides/slide5.xml" Id="R99b76fdf12944738" /><Relationship Type="http://schemas.openxmlformats.org/officeDocument/2006/relationships/slide" Target="/ppt/slides/slide6.xml" Id="Rba34a5f85ba64c1c" /><Relationship Type="http://schemas.openxmlformats.org/officeDocument/2006/relationships/slide" Target="/ppt/slides/slide7.xml" Id="R6d1a91a8875b475e" /><Relationship Type="http://schemas.openxmlformats.org/officeDocument/2006/relationships/slide" Target="/ppt/slides/slide8.xml" Id="R516e4fd69157477a" /><Relationship Type="http://schemas.openxmlformats.org/officeDocument/2006/relationships/slide" Target="/ppt/slides/slide9.xml" Id="R78f02c1c9e2c485b" /><Relationship Type="http://schemas.openxmlformats.org/officeDocument/2006/relationships/slide" Target="/ppt/slides/slide10.xml" Id="R688ffb10999d4636" /><Relationship Type="http://schemas.openxmlformats.org/officeDocument/2006/relationships/slide" Target="/ppt/slides/slide11.xml" Id="Re03bd31614024927" /><Relationship Type="http://schemas.openxmlformats.org/officeDocument/2006/relationships/slide" Target="/ppt/slides/slide12.xml" Id="R9273911023394b04" /><Relationship Type="http://schemas.openxmlformats.org/officeDocument/2006/relationships/slide" Target="/ppt/slides/slide13.xml" Id="R2158d696729a4dcc" /><Relationship Type="http://schemas.openxmlformats.org/officeDocument/2006/relationships/slide" Target="/ppt/slides/slide14.xml" Id="Rb162f123b8da4c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6ceca3891c43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e48f02df4f43fd" /><Relationship Type="http://schemas.openxmlformats.org/officeDocument/2006/relationships/notesMaster" Target="/ppt/notesMasters/notesMaster1.xml" Id="R33b4aab8577f4d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01956539fd492a" /><Relationship Type="http://schemas.openxmlformats.org/officeDocument/2006/relationships/notesMaster" Target="/ppt/notesMasters/notesMaster1.xml" Id="Rcd38d13228914c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45e6e6a52849f1" /><Relationship Type="http://schemas.openxmlformats.org/officeDocument/2006/relationships/notesMaster" Target="/ppt/notesMasters/notesMaster1.xml" Id="R667107a5e9cc40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1cbeff0f8a44f9" /><Relationship Type="http://schemas.openxmlformats.org/officeDocument/2006/relationships/notesMaster" Target="/ppt/notesMasters/notesMaster1.xml" Id="Re9d39039121541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36de6898c94321" /><Relationship Type="http://schemas.openxmlformats.org/officeDocument/2006/relationships/notesMaster" Target="/ppt/notesMasters/notesMaster1.xml" Id="R6fe160fac36549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da14157e2b473d" /><Relationship Type="http://schemas.openxmlformats.org/officeDocument/2006/relationships/notesMaster" Target="/ppt/notesMasters/notesMaster1.xml" Id="R888d856275614b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939135625e40f4" /><Relationship Type="http://schemas.openxmlformats.org/officeDocument/2006/relationships/notesMaster" Target="/ppt/notesMasters/notesMaster1.xml" Id="R570cbe2765a245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245341d24ea48e9" /><Relationship Type="http://schemas.openxmlformats.org/officeDocument/2006/relationships/notesMaster" Target="/ppt/notesMasters/notesMaster1.xml" Id="R572bf73181f7409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5334a58be1045c1" /><Relationship Type="http://schemas.openxmlformats.org/officeDocument/2006/relationships/notesMaster" Target="/ppt/notesMasters/notesMaster1.xml" Id="R55645a251ee040e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320d7232ba04ef8" /><Relationship Type="http://schemas.openxmlformats.org/officeDocument/2006/relationships/notesMaster" Target="/ppt/notesMasters/notesMaster1.xml" Id="Rbba78edb7fe94e7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13b681487ba4742" /><Relationship Type="http://schemas.openxmlformats.org/officeDocument/2006/relationships/notesMaster" Target="/ppt/notesMasters/notesMaster1.xml" Id="Ra4d4457e4e63402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f75019c85154e82" /><Relationship Type="http://schemas.openxmlformats.org/officeDocument/2006/relationships/notesMaster" Target="/ppt/notesMasters/notesMaster1.xml" Id="R87953041d2bc448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d3f8b8673534783" /><Relationship Type="http://schemas.openxmlformats.org/officeDocument/2006/relationships/notesMaster" Target="/ppt/notesMasters/notesMaster1.xml" Id="R696fb01f697047f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e8c275a6f744831" /><Relationship Type="http://schemas.openxmlformats.org/officeDocument/2006/relationships/notesMaster" Target="/ppt/notesMasters/notesMaster1.xml" Id="R0e45665fde494e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Khung đã duyệt, KHTN chương 19–20; AIO 37.1–37.3.. AIO 37.1 các phần thực hành Transformer;37.4 trắc nghiệm, gồm text/image Transformer.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3.8: Embeddings, pooling, attention và Transformers</a:t>
            </a:r>
          </a:p>
          <a:p xmlns:a="http://schemas.openxmlformats.org/drawingml/2006/main">
            <a:r>
              <a:t>Nguồn giáo trình: KHTN chương 19–20; AIO 37.1–37.3.</a:t>
            </a:r>
          </a:p>
          <a:p xmlns:a="http://schemas.openxmlformats.org/drawingml/2006/main">
            <a:r>
              <a:t>Bài tiếp theo trong nguồn: AIO 37.1 các phần thực hành Transformer;37.4 trắc nghiệm, gồm text/image Transformer.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3.8: Embeddings, pooling, attention và Transformers</a:t>
            </a:r>
          </a:p>
          <a:p xmlns:a="http://schemas.openxmlformats.org/drawingml/2006/main">
            <a:r>
              <a:t>Nguồn giáo trình: KHTN chương 19–20; AIO 37.1–37.3.</a:t>
            </a:r>
          </a:p>
          <a:p xmlns:a="http://schemas.openxmlformats.org/drawingml/2006/main">
            <a:r>
              <a:t>Bài tiếp theo trong nguồn: AIO 37.1 các phần thực hành Transformer;37.4 trắc nghiệm, gồm text/image Transformer.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3.8: Embeddings, pooling, attention và Transformers</a:t>
            </a:r>
          </a:p>
          <a:p xmlns:a="http://schemas.openxmlformats.org/drawingml/2006/main">
            <a:r>
              <a:t>Nguồn giáo trình: KHTN chương 19–20; AIO 37.1–37.3.</a:t>
            </a:r>
          </a:p>
          <a:p xmlns:a="http://schemas.openxmlformats.org/drawingml/2006/main">
            <a:r>
              <a:t>Bài tiếp theo trong nguồn: AIO 37.1 các phần thực hành Transformer;37.4 trắc nghiệm, gồm text/image Transformer.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3.8: Embeddings, pooling, attention và Transformers</a:t>
            </a:r>
          </a:p>
          <a:p xmlns:a="http://schemas.openxmlformats.org/drawingml/2006/main">
            <a:r>
              <a:t>Nguồn giáo trình: KHTN chương 19–20; AIO 37.1–37.3.</a:t>
            </a:r>
          </a:p>
          <a:p xmlns:a="http://schemas.openxmlformats.org/drawingml/2006/main">
            <a:r>
              <a:t>Bài tiếp theo trong nguồn: AIO 37.1 các phần thực hành Transformer;37.4 trắc nghiệm, gồm text/image Transformer.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3.8: Embeddings, pooling, attention và Transformers</a:t>
            </a:r>
          </a:p>
          <a:p xmlns:a="http://schemas.openxmlformats.org/drawingml/2006/main">
            <a:r>
              <a:t>Nguồn giáo trình: KHTN chương 19–20; AIO 37.1–37.3.</a:t>
            </a:r>
          </a:p>
          <a:p xmlns:a="http://schemas.openxmlformats.org/drawingml/2006/main">
            <a:r>
              <a:t>Bài tiếp theo trong nguồn: AIO 37.1 các phần thực hành Transformer;37.4 trắc nghiệm, gồm text/image Transformer.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3.8: Embeddings, pooling, attention và Transformers</a:t>
            </a:r>
          </a:p>
          <a:p xmlns:a="http://schemas.openxmlformats.org/drawingml/2006/main">
            <a:r>
              <a:t>Nguồn giáo trình: KHTN chương 19–20; AIO 37.1–37.3.</a:t>
            </a:r>
          </a:p>
          <a:p xmlns:a="http://schemas.openxmlformats.org/drawingml/2006/main">
            <a:r>
              <a:t>Bài tiếp theo trong nguồn: AIO 37.1 các phần thực hành Transformer;37.4 trắc nghiệm, gồm text/image Transformer.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3.8: Embeddings, pooling, attention và Transformers</a:t>
            </a:r>
          </a:p>
          <a:p xmlns:a="http://schemas.openxmlformats.org/drawingml/2006/main">
            <a:r>
              <a:t>Nguồn giáo trình: KHTN chương 19–20; AIO 37.1–37.3.</a:t>
            </a:r>
          </a:p>
          <a:p xmlns:a="http://schemas.openxmlformats.org/drawingml/2006/main">
            <a:r>
              <a:t>Bài tiếp theo trong nguồn: AIO 37.1 các phần thực hành Transformer;37.4 trắc nghiệm, gồm text/image Transformer.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[0.5,0.5]</a:t>
            </a:r>
          </a:p>
          <a:p xmlns:a="http://schemas.openxmlformats.org/drawingml/2006/main">
            <a:r>
              <a:t>Tham khảo: KHTN chương 19–20; AIO 37.1–37.3.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[[10,0]]</a:t>
            </a:r>
          </a:p>
          <a:p xmlns:a="http://schemas.openxmlformats.org/drawingml/2006/main">
            <a:r>
              <a:t>Tham khảo: KHTN chương 19–20; AIO 37.1–37.3.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3.8: Embeddings, pooling, attention và Transformers</a:t>
            </a:r>
          </a:p>
          <a:p xmlns:a="http://schemas.openxmlformats.org/drawingml/2006/main">
            <a:r>
              <a:t>Nguồn giáo trình: KHTN chương 19–20; AIO 37.1–37.3.</a:t>
            </a:r>
          </a:p>
          <a:p xmlns:a="http://schemas.openxmlformats.org/drawingml/2006/main">
            <a:r>
              <a:t>Bài tiếp theo trong nguồn: AIO 37.1 các phần thực hành Transformer;37.4 trắc nghiệm, gồm text/image Transformer.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3.8: Embeddings, pooling, attention và Transformers</a:t>
            </a:r>
          </a:p>
          <a:p xmlns:a="http://schemas.openxmlformats.org/drawingml/2006/main">
            <a:r>
              <a:t>Nguồn giáo trình: KHTN chương 19–20; AIO 37.1–37.3.</a:t>
            </a:r>
          </a:p>
          <a:p xmlns:a="http://schemas.openxmlformats.org/drawingml/2006/main">
            <a:r>
              <a:t>Bài tiếp theo trong nguồn: AIO 37.1 các phần thực hành Transformer;37.4 trắc nghiệm, gồm text/image Transformer.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3.8: Embeddings, pooling, attention và Transformers</a:t>
            </a:r>
          </a:p>
          <a:p xmlns:a="http://schemas.openxmlformats.org/drawingml/2006/main">
            <a:r>
              <a:t>Nguồn giáo trình: KHTN chương 19–20; AIO 37.1–37.3.</a:t>
            </a:r>
          </a:p>
          <a:p xmlns:a="http://schemas.openxmlformats.org/drawingml/2006/main">
            <a:r>
              <a:t>Bài tiếp theo trong nguồn: AIO 37.1 các phần thực hành Transformer;37.4 trắc nghiệm, gồm text/image Transformer.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3.8: Embeddings, pooling, attention và Transformers</a:t>
            </a:r>
          </a:p>
          <a:p xmlns:a="http://schemas.openxmlformats.org/drawingml/2006/main">
            <a:r>
              <a:t>Nguồn giáo trình: KHTN chương 19–20; AIO 37.1–37.3.</a:t>
            </a:r>
          </a:p>
          <a:p xmlns:a="http://schemas.openxmlformats.org/drawingml/2006/main">
            <a:r>
              <a:t>Bài tiếp theo trong nguồn: AIO 37.1 các phần thực hành Transformer;37.4 trắc nghiệm, gồm text/image Transformer.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477700302649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9ae97db54b4170" /><Relationship Type="http://schemas.openxmlformats.org/officeDocument/2006/relationships/slideLayout" Target="/ppt/slideLayouts/slideLayout1.xml" Id="R7fa18979c1e44f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a18979c1e44f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f9f612c4da4dd7" /><Relationship Type="http://schemas.openxmlformats.org/officeDocument/2006/relationships/notesSlide" Target="/ppt/notesSlides/notesSlide1.xml" Id="Rab002c9b59f54a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feee0cab884967" /><Relationship Type="http://schemas.openxmlformats.org/officeDocument/2006/relationships/notesSlide" Target="/ppt/notesSlides/notesSlide2.xml" Id="R4b754c95a28949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3e6c7ec8894df2" /><Relationship Type="http://schemas.openxmlformats.org/officeDocument/2006/relationships/notesSlide" Target="/ppt/notesSlides/notesSlide3.xml" Id="Reeb9e4e085374f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d8042c5cce44e1" /><Relationship Type="http://schemas.openxmlformats.org/officeDocument/2006/relationships/notesSlide" Target="/ppt/notesSlides/notesSlide4.xml" Id="R5e97a3ea9eb24b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d6115933244529" /><Relationship Type="http://schemas.openxmlformats.org/officeDocument/2006/relationships/notesSlide" Target="/ppt/notesSlides/notesSlide5.xml" Id="Ra50ad423af3e41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158629d6f43c6" /><Relationship Type="http://schemas.openxmlformats.org/officeDocument/2006/relationships/notesSlide" Target="/ppt/notesSlides/notesSlide6.xml" Id="Rf022b731d9e84d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716712072e4a15" /><Relationship Type="http://schemas.openxmlformats.org/officeDocument/2006/relationships/notesSlide" Target="/ppt/notesSlides/notesSlide7.xml" Id="R9b076efd0d5b47e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af7ec837a249dd" /><Relationship Type="http://schemas.openxmlformats.org/officeDocument/2006/relationships/notesSlide" Target="/ppt/notesSlides/notesSlide8.xml" Id="R670cc616e4f642f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04e548b7f4972" /><Relationship Type="http://schemas.openxmlformats.org/officeDocument/2006/relationships/notesSlide" Target="/ppt/notesSlides/notesSlide9.xml" Id="Ra61590ddc0f94d8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c260a1372d4295" /><Relationship Type="http://schemas.openxmlformats.org/officeDocument/2006/relationships/notesSlide" Target="/ppt/notesSlides/notesSlide10.xml" Id="R22b264cd12eb49d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07d7420caf4871" /><Relationship Type="http://schemas.openxmlformats.org/officeDocument/2006/relationships/notesSlide" Target="/ppt/notesSlides/notesSlide11.xml" Id="Ra17c7dfbe90d493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0c01f1422641b5" /><Relationship Type="http://schemas.openxmlformats.org/officeDocument/2006/relationships/notesSlide" Target="/ppt/notesSlides/notesSlide12.xml" Id="Rb01049ae86774f7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79a69de3c42cf" /><Relationship Type="http://schemas.openxmlformats.org/officeDocument/2006/relationships/notesSlide" Target="/ppt/notesSlides/notesSlide13.xml" Id="R0b4c5914f8eb4f4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22f09097304d78" /><Relationship Type="http://schemas.openxmlformats.org/officeDocument/2006/relationships/notesSlide" Target="/ppt/notesSlides/notesSlide14.xml" Id="Rbd5ab9d267f84bf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C8403F-D201-4204-BCB5-84BA870F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Buổi 3.8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F7B6EA-2398-4B97-ACE3-B7395B36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Embeddings, pooling, attention và Transformers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049D88-E06C-4D73-85A6-31C44C20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Padding hoặc token tương lai có được tham gia attention không?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EDE8B6-0B46-4708-ACB4-E5E26B4A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3.8 · 1/14</a:t>
            </a:r>
          </a:p>
        </p:txBody>
      </p:sp>
    </p:spTree>
    <p:extLst>
      <p:ext uri="{BB962C8B-B14F-4D97-AF65-F5344CB8AC3E}">
        <p14:creationId xmlns:p14="http://schemas.microsoft.com/office/powerpoint/2010/main" val="586918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B8DB1F-A6C0-45E5-A9B2-3DB31111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Ý tưởng cần hiểu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C6C39-1D13-47BB-9D51-07A3F607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Embeddings biến IDs thành vectors; pooling phải bỏ padding.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CF01D5-337F-4343-87D9-9C8DB2CB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Q/K xác định weights; V là nội dung được tổng hợp; softmax theo keys.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056A90-08C6-4EB8-ACCE-4D83EA95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Transformer thêm multi-head, FFN, residual, normalization và thông tin vị trí.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697145-E505-4F9A-9CD6-2AAE9977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Attention(Q,K,V)=softmax(QKᵀ/sqrt(dk)+mask)V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7EFE81-1C04-4FDC-B280-8990C69D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3.8 · 2/14</a:t>
            </a:r>
          </a:p>
        </p:txBody>
      </p:sp>
    </p:spTree>
    <p:extLst>
      <p:ext uri="{BB962C8B-B14F-4D97-AF65-F5344CB8AC3E}">
        <p14:creationId xmlns:p14="http://schemas.microsoft.com/office/powerpoint/2010/main" val="17864139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F00013-5B4B-42B5-9630-A1F12897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Ví dụ: đọc input trước khi tính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tokens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[[1,0],[0,1],[9,9]]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mask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[1,1,0]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DD0874-2305-4B00-A605-1217E79A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3.8 · 3/14</a:t>
            </a:r>
          </a:p>
        </p:txBody>
      </p:sp>
    </p:spTree>
    <p:extLst>
      <p:ext uri="{BB962C8B-B14F-4D97-AF65-F5344CB8AC3E}">
        <p14:creationId xmlns:p14="http://schemas.microsoft.com/office/powerpoint/2010/main" val="14289967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4CD3FB-3C14-4A92-8BAF-F6572DAD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Đối chiếu phép tính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965288-9169-4F42-B2FE-CBAE0D01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[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0.5,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0.5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5085C2-F60F-4B38-9A34-9081F2A1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3.8 · 4/14</a:t>
            </a:r>
          </a:p>
        </p:txBody>
      </p:sp>
    </p:spTree>
    <p:extLst>
      <p:ext uri="{BB962C8B-B14F-4D97-AF65-F5344CB8AC3E}">
        <p14:creationId xmlns:p14="http://schemas.microsoft.com/office/powerpoint/2010/main" val="16224447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F6E309-97AA-4AE2-8BBB-58733AB9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CF699A-0EB8-4D01-A0D5-3E728539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import torch,math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torch import nn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torch.manual_seed(42)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torch.set_num_threads(1)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Hai tokens, dimension2. Giá trị bên phải là token sẽ bị mask.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Q = torch.tensor([[1.,0.]])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K = torch.tensor([[1.,0.],[0.,1.]])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V = torch.tensor([[10.,0.],[0.,20.]])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score = Q@K.T/math.sqrt(2)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weights = torch.softmax(score,dim=-1)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print("Weights:",weights.round(decimals=4).tolist())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print("Output:",(weights@V).round(decimals=4).tolist())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masked = score.masked_fill(torch.tensor([[False,True]]),float("-inf"))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print("Masked output:",(torch.softmax(masked,-1)@V).tolist())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EA8790-A695-42A1-9B11-FC24EE4F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669490-BD67-45A8-949E-D9D0B561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3.8 · 5/14</a:t>
            </a:r>
          </a:p>
        </p:txBody>
      </p:sp>
    </p:spTree>
    <p:extLst>
      <p:ext uri="{BB962C8B-B14F-4D97-AF65-F5344CB8AC3E}">
        <p14:creationId xmlns:p14="http://schemas.microsoft.com/office/powerpoint/2010/main" val="7373842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89C21F-DEC0-48C9-B59A-8B2ED8F2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D99C1D-C57C-489C-8E83-AA36C38D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layer = nn.TransformerEncoderLayer(d_model=4,nhead=2,dim_feedforward=8,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                               dropout=0,batch_first=True)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layer.eval(); tokens = torch.arange(12,dtype=torch.float32).reshape(1,3,4)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with torch.no_grad(): print("Transformer shape:",tuple(layer(tokens).shape))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assert (torch.softmax(masked,-1)@V).tolist()==[[10.,0.]]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FC9CBB-73F3-4EEF-9797-4021F950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3A8140-2BE0-4F15-95DF-070B5BEE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3.8 · 6/14</a:t>
            </a:r>
          </a:p>
        </p:txBody>
      </p:sp>
    </p:spTree>
    <p:extLst>
      <p:ext uri="{BB962C8B-B14F-4D97-AF65-F5344CB8AC3E}">
        <p14:creationId xmlns:p14="http://schemas.microsoft.com/office/powerpoint/2010/main" val="20058648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11F908-BCB8-418C-B133-DF30AA88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Output của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02A9D4-0B07-4A66-B7DE-1B45836D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Weights: [[0.6697999835014343, 0.3301999866962433]]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Output: [[6.6975998878479, 6.604800224304199]]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Masked output: [[10.0, 0.0]]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Transformer shape: (1, 3, 4)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FEECF1-95AD-41E5-BD8C-AF251D86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3.8 · 7/14</a:t>
            </a:r>
          </a:p>
        </p:txBody>
      </p:sp>
    </p:spTree>
    <p:extLst>
      <p:ext uri="{BB962C8B-B14F-4D97-AF65-F5344CB8AC3E}">
        <p14:creationId xmlns:p14="http://schemas.microsoft.com/office/powerpoint/2010/main" val="4160224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B0B76B-C874-4230-80A5-6BD72A98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Điểm dễ nhầm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397930-D9E0-4C4C-891B-30A899DA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Padding mask và causal mask khác nhau; row bị mask hết có thể NaN.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51AF39-A824-4895-B21F-86DF86D2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Tính output khi chỉ key đầu được nhìn; thay V của key bị mask.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0F3477-E2DB-4331-9BDE-E27EFF28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3.8 · 8/14</a:t>
            </a:r>
          </a:p>
        </p:txBody>
      </p:sp>
    </p:spTree>
    <p:extLst>
      <p:ext uri="{BB962C8B-B14F-4D97-AF65-F5344CB8AC3E}">
        <p14:creationId xmlns:p14="http://schemas.microsoft.com/office/powerpoint/2010/main" val="20075922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3D525C-94FF-4935-A6DE-26BD252E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51CDC8-60D6-4AE5-8A55-7EA81E68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Mean token vectors chỉ tại mask=1; nếu toàn0 trảzero vector.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tokens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[[1,0],[0,1],[9,9]]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mask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[1,1,0]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8DF149-1FB9-40AB-9401-A5291982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3.8 · 9/14</a:t>
            </a:r>
          </a:p>
        </p:txBody>
      </p:sp>
    </p:spTree>
    <p:extLst>
      <p:ext uri="{BB962C8B-B14F-4D97-AF65-F5344CB8AC3E}">
        <p14:creationId xmlns:p14="http://schemas.microsoft.com/office/powerpoint/2010/main" val="19237391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1A20D0-2274-4FDC-821C-B8D7B94A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BC204C-D670-4A13-B161-7CA347B1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Scaled-dot attention QK^T/sqrt(dk), softmax theo keys; allow=false bịmask. Mỗi query có ít nhất1 key được phép.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q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[[1,0]]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[[1,0],[0,1]]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[[10,0],[0,20]]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allow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[[true,false]]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F27C49-E615-4471-84AF-AD794EE1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3.8 · 10/14</a:t>
            </a:r>
          </a:p>
        </p:txBody>
      </p:sp>
    </p:spTree>
    <p:extLst>
      <p:ext uri="{BB962C8B-B14F-4D97-AF65-F5344CB8AC3E}">
        <p14:creationId xmlns:p14="http://schemas.microsoft.com/office/powerpoint/2010/main" val="15510831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2C11A6-E199-477F-9DF1-4B926755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1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323E4C-4974-4C32-9024-D6D6A9A2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Mean token vectors chỉ tại mask=1; nếu toàn0 trảzero vector.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DE14AE-E76D-4342-ABA9-1463135A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tokens: nxd; mask: n0/1.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85BFA1-B021-4410-8F12-7927AD42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BTVN_01.txt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F4BA3E-490A-46F5-A8A1-1927A0EC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3.8 · 11/14</a:t>
            </a:r>
          </a:p>
        </p:txBody>
      </p:sp>
    </p:spTree>
    <p:extLst>
      <p:ext uri="{BB962C8B-B14F-4D97-AF65-F5344CB8AC3E}">
        <p14:creationId xmlns:p14="http://schemas.microsoft.com/office/powerpoint/2010/main" val="13716428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BB5CC1-E48E-45B6-8340-E0ACFC49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2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BAAA8E-6100-4334-B454-F01B6025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Scaled-dot attention QK^T/sqrt(dk), softmax theo keys; allow=false bịmask. Mỗi query có ít nhất1 key được phép.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1D62BE-9A0A-4543-9400-FEF7474D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q: nq x dk; k: nk x dk; v: nk x dv; allow: nq x nk boolean.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B3A0B7-CCD3-4A11-A1B3-681EA194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BTVN_02.txt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1E8ABF-1B84-4DEC-9B5B-B49B8889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3.8 · 12/14</a:t>
            </a:r>
          </a:p>
        </p:txBody>
      </p:sp>
    </p:spTree>
    <p:extLst>
      <p:ext uri="{BB962C8B-B14F-4D97-AF65-F5344CB8AC3E}">
        <p14:creationId xmlns:p14="http://schemas.microsoft.com/office/powerpoint/2010/main" val="13690336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7FDE62-2AB3-445E-8A3F-D6680F96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3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475172-79AA-45C7-AABE-558A84C9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Transformer nhỏ có mask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6313F5-F61C-4CB6-848E-F36477A7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Data: sequence · {"train":500,"valid":120,"test":200}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389A5E-BB50-4A90-8D4A-4B504E13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Chấm: Accuracy0/1/2; masks theo token0.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82EEF4-106D-42A9-BFFA-DF012ED5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Mở BTVN_03.txt, DATA_NOTE và sample_submission trước khi làm.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607657-2B24-4032-97DB-1657CBE7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3.8 · 13/14</a:t>
            </a:r>
          </a:p>
        </p:txBody>
      </p:sp>
    </p:spTree>
    <p:extLst>
      <p:ext uri="{BB962C8B-B14F-4D97-AF65-F5344CB8AC3E}">
        <p14:creationId xmlns:p14="http://schemas.microsoft.com/office/powerpoint/2010/main" val="153101176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D51549-251E-4196-9A36-BF8AC674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Chốt bài và nguồn học tiếp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ED4FA2-5E86-4A08-AA4E-DEE62FA0D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Tính output khi chỉ key đầu được nhìn; thay V của key bị mask.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3011E3-1AC6-445A-92BC-F4D6920C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KHTN chương 19–20; AIO 37.1–37.3.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D55D15-8B4A-4631-B019-D74E98AD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66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AIO 37.1 các phần thực hành Transformer;37.4 trắc nghiệm, gồm text/image Transformer.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51E1BC-F671-4652-91A3-ED22E114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3.8 · 14/14</a:t>
            </a:r>
          </a:p>
        </p:txBody>
      </p:sp>
    </p:spTree>
    <p:extLst>
      <p:ext uri="{BB962C8B-B14F-4D97-AF65-F5344CB8AC3E}">
        <p14:creationId xmlns:p14="http://schemas.microsoft.com/office/powerpoint/2010/main" val="21357854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2026-10-01T09:01:14.9150000Z</dcterms:created>
  <dcterms:modified xsi:type="dcterms:W3CDTF">2026-10-01T09:01:14.9150000Z</dcterms:modified>
</coreProperties>
</file>