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0a4a460b2419b" /><Relationship Type="http://schemas.openxmlformats.org/officeDocument/2006/relationships/extended-properties" Target="/docProps/app.xml" Id="Rd6d2c6e9fa0e47f4" /><Relationship Type="http://schemas.openxmlformats.org/officeDocument/2006/relationships/officeDocument" Target="/ppt/presentation.xml" Id="R5a7ed9ce53644e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747440a9804093"/>
  </p:sldMasterIdLst>
  <p:notesMasterIdLst>
    <p:notesMasterId xmlns:r="http://schemas.openxmlformats.org/officeDocument/2006/relationships" r:id="Rbc048f572b204176"/>
  </p:notesMasterIdLst>
  <p:sldIdLst>
    <p:sldId xmlns:r="http://schemas.openxmlformats.org/officeDocument/2006/relationships" id="256" r:id="Rf59091760b414527"/>
    <p:sldId xmlns:r="http://schemas.openxmlformats.org/officeDocument/2006/relationships" id="257" r:id="Ref30b9ad94cb499b"/>
    <p:sldId xmlns:r="http://schemas.openxmlformats.org/officeDocument/2006/relationships" id="258" r:id="R3d6908396b7d4bbe"/>
    <p:sldId xmlns:r="http://schemas.openxmlformats.org/officeDocument/2006/relationships" id="259" r:id="R46b573b8e4914741"/>
    <p:sldId xmlns:r="http://schemas.openxmlformats.org/officeDocument/2006/relationships" id="260" r:id="R3081de424c534687"/>
    <p:sldId xmlns:r="http://schemas.openxmlformats.org/officeDocument/2006/relationships" id="261" r:id="R8dd932e74fd24bd7"/>
    <p:sldId xmlns:r="http://schemas.openxmlformats.org/officeDocument/2006/relationships" id="262" r:id="Rc7d9dfbea25648ab"/>
    <p:sldId xmlns:r="http://schemas.openxmlformats.org/officeDocument/2006/relationships" id="263" r:id="Rd2ce0e47da5142d6"/>
    <p:sldId xmlns:r="http://schemas.openxmlformats.org/officeDocument/2006/relationships" id="264" r:id="Refb0dc4fa4354736"/>
    <p:sldId xmlns:r="http://schemas.openxmlformats.org/officeDocument/2006/relationships" id="265" r:id="Rff5ad9e6d6de4dd2"/>
    <p:sldId xmlns:r="http://schemas.openxmlformats.org/officeDocument/2006/relationships" id="266" r:id="R2efde1e3eb2e4f2a"/>
    <p:sldId xmlns:r="http://schemas.openxmlformats.org/officeDocument/2006/relationships" id="267" r:id="Rab7e42abb270421d"/>
    <p:sldId xmlns:r="http://schemas.openxmlformats.org/officeDocument/2006/relationships" id="268" r:id="Rd7434367b41940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9c3c87b15e4575" /><Relationship Type="http://schemas.openxmlformats.org/officeDocument/2006/relationships/slideMaster" Target="/ppt/slideMasters/slideMaster1.xml" Id="R3a747440a9804093" /><Relationship Type="http://schemas.openxmlformats.org/officeDocument/2006/relationships/notesMaster" Target="/ppt/notesMasters/notesMaster1.xml" Id="Rbc048f572b204176" /><Relationship Type="http://schemas.openxmlformats.org/officeDocument/2006/relationships/presProps" Target="/ppt/presProps.xml" Id="R1e3cda219bcd4a9b" /><Relationship Type="http://schemas.openxmlformats.org/officeDocument/2006/relationships/tableStyles" Target="/ppt/tableStyles.xml" Id="R81de344281884d44" /><Relationship Type="http://schemas.openxmlformats.org/officeDocument/2006/relationships/slide" Target="/ppt/slides/slide1.xml" Id="Rf59091760b414527" /><Relationship Type="http://schemas.openxmlformats.org/officeDocument/2006/relationships/slide" Target="/ppt/slides/slide2.xml" Id="Ref30b9ad94cb499b" /><Relationship Type="http://schemas.openxmlformats.org/officeDocument/2006/relationships/slide" Target="/ppt/slides/slide3.xml" Id="R3d6908396b7d4bbe" /><Relationship Type="http://schemas.openxmlformats.org/officeDocument/2006/relationships/slide" Target="/ppt/slides/slide4.xml" Id="R46b573b8e4914741" /><Relationship Type="http://schemas.openxmlformats.org/officeDocument/2006/relationships/slide" Target="/ppt/slides/slide5.xml" Id="R3081de424c534687" /><Relationship Type="http://schemas.openxmlformats.org/officeDocument/2006/relationships/slide" Target="/ppt/slides/slide6.xml" Id="R8dd932e74fd24bd7" /><Relationship Type="http://schemas.openxmlformats.org/officeDocument/2006/relationships/slide" Target="/ppt/slides/slide7.xml" Id="Rc7d9dfbea25648ab" /><Relationship Type="http://schemas.openxmlformats.org/officeDocument/2006/relationships/slide" Target="/ppt/slides/slide8.xml" Id="Rd2ce0e47da5142d6" /><Relationship Type="http://schemas.openxmlformats.org/officeDocument/2006/relationships/slide" Target="/ppt/slides/slide9.xml" Id="Refb0dc4fa4354736" /><Relationship Type="http://schemas.openxmlformats.org/officeDocument/2006/relationships/slide" Target="/ppt/slides/slide10.xml" Id="Rff5ad9e6d6de4dd2" /><Relationship Type="http://schemas.openxmlformats.org/officeDocument/2006/relationships/slide" Target="/ppt/slides/slide11.xml" Id="R2efde1e3eb2e4f2a" /><Relationship Type="http://schemas.openxmlformats.org/officeDocument/2006/relationships/slide" Target="/ppt/slides/slide12.xml" Id="Rab7e42abb270421d" /><Relationship Type="http://schemas.openxmlformats.org/officeDocument/2006/relationships/slide" Target="/ppt/slides/slide13.xml" Id="Rd7434367b41940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87715368f544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32ed9a238c4f3f" /><Relationship Type="http://schemas.openxmlformats.org/officeDocument/2006/relationships/notesMaster" Target="/ppt/notesMasters/notesMaster1.xml" Id="R6e2ae1fb28bb48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57ff132c8742b1" /><Relationship Type="http://schemas.openxmlformats.org/officeDocument/2006/relationships/notesMaster" Target="/ppt/notesMasters/notesMaster1.xml" Id="R8f28de33260948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ecb746a4fb47e9" /><Relationship Type="http://schemas.openxmlformats.org/officeDocument/2006/relationships/notesMaster" Target="/ppt/notesMasters/notesMaster1.xml" Id="Rdcf78d2db7694d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f75afb484a466a" /><Relationship Type="http://schemas.openxmlformats.org/officeDocument/2006/relationships/notesMaster" Target="/ppt/notesMasters/notesMaster1.xml" Id="Rccfc65b0b68d40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a681e74544a74" /><Relationship Type="http://schemas.openxmlformats.org/officeDocument/2006/relationships/notesMaster" Target="/ppt/notesMasters/notesMaster1.xml" Id="R180a31d77f004f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cf0c062d543fc" /><Relationship Type="http://schemas.openxmlformats.org/officeDocument/2006/relationships/notesMaster" Target="/ppt/notesMasters/notesMaster1.xml" Id="R6bba0d141bfc48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3edbf6d65647d6" /><Relationship Type="http://schemas.openxmlformats.org/officeDocument/2006/relationships/notesMaster" Target="/ppt/notesMasters/notesMaster1.xml" Id="R16812a9b500a41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46b4b3efa04507" /><Relationship Type="http://schemas.openxmlformats.org/officeDocument/2006/relationships/notesMaster" Target="/ppt/notesMasters/notesMaster1.xml" Id="R0d0fa659abe645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c5e8f838364cb6" /><Relationship Type="http://schemas.openxmlformats.org/officeDocument/2006/relationships/notesMaster" Target="/ppt/notesMasters/notesMaster1.xml" Id="Raeb1a44eb68248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e2a7c708b64e72" /><Relationship Type="http://schemas.openxmlformats.org/officeDocument/2006/relationships/notesMaster" Target="/ppt/notesMasters/notesMaster1.xml" Id="Rffd08ce48a9f4c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d57d94986d4fda" /><Relationship Type="http://schemas.openxmlformats.org/officeDocument/2006/relationships/notesMaster" Target="/ppt/notesMasters/notesMaster1.xml" Id="Rc6f360ee99c841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2b197ed9554971" /><Relationship Type="http://schemas.openxmlformats.org/officeDocument/2006/relationships/notesMaster" Target="/ppt/notesMasters/notesMaster1.xml" Id="R8d330023cd0143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220310923343bc" /><Relationship Type="http://schemas.openxmlformats.org/officeDocument/2006/relationships/notesMaster" Target="/ppt/notesMasters/notesMaster1.xml" Id="Rc90dc754f55941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NT chương 2; AIO 6.1.. NT 9.2 “NumPy và mảng nhiều chiều”; có dữ liệu x=np.arange(1,61).reshape(3,4,5) và assert tự kiểm tra.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[2.5,3.5,4.5]</a:t>
            </a:r>
          </a:p>
          <a:p xmlns:a="http://schemas.openxmlformats.org/drawingml/2006/main">
            <a:r>
              <a:t>Tham khảo: NT chương 2; AIO 6.1.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[[1,4],[2,5],[3,6]]</a:t>
            </a:r>
          </a:p>
          <a:p xmlns:a="http://schemas.openxmlformats.org/drawingml/2006/main">
            <a:r>
              <a:t>Tham khảo: NT chương 2; AIO 6.1.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0.3: NumPy</a:t>
            </a:r>
          </a:p>
          <a:p xmlns:a="http://schemas.openxmlformats.org/drawingml/2006/main">
            <a:r>
              <a:t>Nguồn giáo trình: NT chương 2; AIO 6.1.</a:t>
            </a:r>
          </a:p>
          <a:p xmlns:a="http://schemas.openxmlformats.org/drawingml/2006/main">
            <a:r>
              <a:t>Bài tiếp theo trong nguồn: NT 9.2 “NumPy và mảng nhiều chiều”; có dữ liệu x=np.arange(1,61).reshape(3,4,5) và assert tự kiểm tra.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89db8e18b4c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24c42b5c374e3e" /><Relationship Type="http://schemas.openxmlformats.org/officeDocument/2006/relationships/slideLayout" Target="/ppt/slideLayouts/slideLayout1.xml" Id="Rd3d01e84b9484f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d01e84b9484f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f57db2fda4b97" /><Relationship Type="http://schemas.openxmlformats.org/officeDocument/2006/relationships/notesSlide" Target="/ppt/notesSlides/notesSlide1.xml" Id="Rfd1f1926a0414a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3fff25594416f" /><Relationship Type="http://schemas.openxmlformats.org/officeDocument/2006/relationships/notesSlide" Target="/ppt/notesSlides/notesSlide2.xml" Id="R35ce0f413c2a44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9f9ca01694403" /><Relationship Type="http://schemas.openxmlformats.org/officeDocument/2006/relationships/notesSlide" Target="/ppt/notesSlides/notesSlide3.xml" Id="R6a61db3e374c4c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b9e7fb4764550" /><Relationship Type="http://schemas.openxmlformats.org/officeDocument/2006/relationships/notesSlide" Target="/ppt/notesSlides/notesSlide4.xml" Id="R5e83caeea522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a00fc7d044f38" /><Relationship Type="http://schemas.openxmlformats.org/officeDocument/2006/relationships/notesSlide" Target="/ppt/notesSlides/notesSlide5.xml" Id="R50d772522a3244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68ecbae364d46" /><Relationship Type="http://schemas.openxmlformats.org/officeDocument/2006/relationships/notesSlide" Target="/ppt/notesSlides/notesSlide6.xml" Id="Re583941b0fc54c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1dcfb2e084e99" /><Relationship Type="http://schemas.openxmlformats.org/officeDocument/2006/relationships/notesSlide" Target="/ppt/notesSlides/notesSlide7.xml" Id="R3a5c9d4e9d0049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f10c3b2184741" /><Relationship Type="http://schemas.openxmlformats.org/officeDocument/2006/relationships/notesSlide" Target="/ppt/notesSlides/notesSlide8.xml" Id="R041c457b7ed64c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6e068fe4d4f4d" /><Relationship Type="http://schemas.openxmlformats.org/officeDocument/2006/relationships/notesSlide" Target="/ppt/notesSlides/notesSlide9.xml" Id="R5eeaa1e8fff746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86db84ccc46a8" /><Relationship Type="http://schemas.openxmlformats.org/officeDocument/2006/relationships/notesSlide" Target="/ppt/notesSlides/notesSlide10.xml" Id="Rbdb57103a5194e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0bcb3025b425b" /><Relationship Type="http://schemas.openxmlformats.org/officeDocument/2006/relationships/notesSlide" Target="/ppt/notesSlides/notesSlide11.xml" Id="Re7b38857589542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4133727a0445f" /><Relationship Type="http://schemas.openxmlformats.org/officeDocument/2006/relationships/notesSlide" Target="/ppt/notesSlides/notesSlide12.xml" Id="R563b677ecc4547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3a6c746f84180" /><Relationship Type="http://schemas.openxmlformats.org/officeDocument/2006/relationships/notesSlide" Target="/ppt/notesSlides/notesSlide13.xml" Id="R29858a6d14334e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1BBBC-D2A8-4BAE-AAA8-D078F906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0.3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8E271-6CCE-4F6E-B7FB-2CDF662E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NumPy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C583A-8646-4596-9540-72CDD595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Ma trận 3× 4× 5 có ba mẫu hay ba features?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12DC1-BD30-47E5-BD69-E6F2D84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1/13</a:t>
            </a:r>
          </a:p>
        </p:txBody>
      </p:sp>
    </p:spTree>
    <p:extLst>
      <p:ext uri="{BB962C8B-B14F-4D97-AF65-F5344CB8AC3E}">
        <p14:creationId xmlns:p14="http://schemas.microsoft.com/office/powerpoint/2010/main" val="1099111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062D3-6825-4D1B-9802-5F3658C7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29A1E-3D77-491B-B341-82F93ACC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Ý nghĩa mỗi axis do ta quy định. Trong ví dụ: axis0 là mẫu.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6FC2E-3C2F-4CA8-9D67-934E6EDF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reshape giữ số phần tử; transpose đổi thứ tự các trục.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92295-1AC3-49C8-B234-E52215A5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keepdims giữ chiều để phép broadcasting trừ đúng thống kê theo mẫu.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9E69A-33D2-46F7-82F3-51753813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z = (x - mean) / std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A55A1-101B-45C4-90AF-205467E8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2/13</a:t>
            </a:r>
          </a:p>
        </p:txBody>
      </p:sp>
    </p:spTree>
    <p:extLst>
      <p:ext uri="{BB962C8B-B14F-4D97-AF65-F5344CB8AC3E}">
        <p14:creationId xmlns:p14="http://schemas.microsoft.com/office/powerpoint/2010/main" val="1555611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7CA20-EFFF-4084-9AFD-8E3FAFA9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matrix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[[1,2,3],[4,5,6]]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35EA8-D1C7-43E9-9F58-DBC27DE2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3/13</a:t>
            </a:r>
          </a:p>
        </p:txBody>
      </p:sp>
    </p:spTree>
    <p:extLst>
      <p:ext uri="{BB962C8B-B14F-4D97-AF65-F5344CB8AC3E}">
        <p14:creationId xmlns:p14="http://schemas.microsoft.com/office/powerpoint/2010/main" val="1636333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1FC36-D9A7-4348-8EFF-881774CD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DAEFC-D1E8-4843-996E-14F3027D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2.5,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3.5,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4.5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1B443-A612-4AA5-A952-B2ECDB17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4/13</a:t>
            </a:r>
          </a:p>
        </p:txBody>
      </p:sp>
    </p:spTree>
    <p:extLst>
      <p:ext uri="{BB962C8B-B14F-4D97-AF65-F5344CB8AC3E}">
        <p14:creationId xmlns:p14="http://schemas.microsoft.com/office/powerpoint/2010/main" val="246027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BABDF-C4AD-48EB-9453-A49FAF4A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1C8F6-D889-4C54-9D48-FEAA92D9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Ba mẫu, mỗi mẫu là ma trận 4 hàng, 5 cột.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np.arange(1, 61, dtype=float).reshape(3, 4, 5)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print("shape:", x.shape)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print("Hàng cuối của mẫu đầu:", x[0, -1])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Giữ chiều để broadcasting trừ đúng mean của từng mẫu.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mean = x.mean(axis=(1, 2), keepdims=True)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std = x.std(axis=(1, 2), keepdims=True)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z = (x - mean) / std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print("Mean từng mẫu:", mean.ravel())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print("Mean sau chuẩn hóa:", z.mean(axis=(1, 2)).round(6))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print("Std sau chuẩn hóa:", z.std(axis=(1, 2)).round(6))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z.shape == x.shape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np.allclose(z.mean(axis=(1, 2)), 0)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9531D-3208-4ACB-B75F-D5EEE22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52E4D-5352-485E-888E-9D6DF321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0.3 · 5/13</a:t>
            </a:r>
          </a:p>
        </p:txBody>
      </p:sp>
    </p:spTree>
    <p:extLst>
      <p:ext uri="{BB962C8B-B14F-4D97-AF65-F5344CB8AC3E}">
        <p14:creationId xmlns:p14="http://schemas.microsoft.com/office/powerpoint/2010/main" val="1221627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4F813-FE5F-47B8-87D2-2B26DD6B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C1132-73F6-44DF-9666-2F695A28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shape: (3, 4, 5)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Hàng cuối của mẫu đầu: [16. 17. 18. 19. 20.]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Mean từng mẫu: [10.5 30.5 50.5]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Mean sau chuẩn hóa: [0. 0. 0.]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Std sau chuẩn hóa: [1. 1. 1.]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06478-A0AF-4F0F-9890-48BFD7AF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6/13</a:t>
            </a:r>
          </a:p>
        </p:txBody>
      </p:sp>
    </p:spTree>
    <p:extLst>
      <p:ext uri="{BB962C8B-B14F-4D97-AF65-F5344CB8AC3E}">
        <p14:creationId xmlns:p14="http://schemas.microsoft.com/office/powerpoint/2010/main" val="4361709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BF3C-3022-48CF-AF85-8EF2204E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22B31-CB6B-4E4C-A096-A4A90499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Shape hợp lệ không bảo đảm axis có đúng ý nghĩa.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2D6A1-F153-4687-838B-24C8B054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mean(axis=0) với mean(axis=(1,2)); ghi shape trước khi chạy.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9F6D8-3C30-4658-ADCD-A64346BA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7/13</a:t>
            </a:r>
          </a:p>
        </p:txBody>
      </p:sp>
    </p:spTree>
    <p:extLst>
      <p:ext uri="{BB962C8B-B14F-4D97-AF65-F5344CB8AC3E}">
        <p14:creationId xmlns:p14="http://schemas.microsoft.com/office/powerpoint/2010/main" val="955871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B128D-974D-4572-83F0-3C4B8337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B8F48-ECC3-4F13-8DE5-9DC602D4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trung bình từng cột của ma trận.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matrix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[[1,2,3],[4,5,6]]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B2327-659F-4596-B35F-3E0F73D1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8/13</a:t>
            </a:r>
          </a:p>
        </p:txBody>
      </p:sp>
    </p:spTree>
    <p:extLst>
      <p:ext uri="{BB962C8B-B14F-4D97-AF65-F5344CB8AC3E}">
        <p14:creationId xmlns:p14="http://schemas.microsoft.com/office/powerpoint/2010/main" val="20767482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CB4CA-F8D3-42F9-8837-DA2B1CD2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841DE-B2F9-475F-8DF9-2FF8C592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Chuyển vị ma trận: output[j][i]=input[i][j].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matrix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[[1,2,3],[4,5,6]]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D9E60-1CB6-4898-BC5E-50F440C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9/13</a:t>
            </a:r>
          </a:p>
        </p:txBody>
      </p:sp>
    </p:spTree>
    <p:extLst>
      <p:ext uri="{BB962C8B-B14F-4D97-AF65-F5344CB8AC3E}">
        <p14:creationId xmlns:p14="http://schemas.microsoft.com/office/powerpoint/2010/main" val="15565238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CDBDD-33BA-4DB7-AC77-2ACCA522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0553E-FD99-4FA4-BB76-A99F8510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trung bình từng cột của ma trận.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A4692-737D-42C1-AE4B-C6B0468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matrix: ma trận số hình chữ nhật, ít nhất1 hàng/cột.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88508-05BD-410F-897F-F07E208E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97C05-A39D-4F23-BCA6-F5E6FBA8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10/13</a:t>
            </a:r>
          </a:p>
        </p:txBody>
      </p:sp>
    </p:spTree>
    <p:extLst>
      <p:ext uri="{BB962C8B-B14F-4D97-AF65-F5344CB8AC3E}">
        <p14:creationId xmlns:p14="http://schemas.microsoft.com/office/powerpoint/2010/main" val="3589673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3A76C-836B-4EEC-8AE4-875C69B8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57A6C-1F9C-4F2A-899A-869DD369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Chuyển vị ma trận: output[j][i]=input[i][j].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647E3-0942-4F47-9A5C-DDE2D1FE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matrix: ma trận hình chữ nhật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7B3D4-6D01-4C24-84C7-22BD40E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4450F-1570-4B9F-B92E-213102BE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11/13</a:t>
            </a:r>
          </a:p>
        </p:txBody>
      </p:sp>
    </p:spTree>
    <p:extLst>
      <p:ext uri="{BB962C8B-B14F-4D97-AF65-F5344CB8AC3E}">
        <p14:creationId xmlns:p14="http://schemas.microsoft.com/office/powerpoint/2010/main" val="718832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A07E3-8500-4569-98C0-77137AC6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019A3-755B-4B58-9B5E-157C7C70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Chuẩn hóa từng cột bằng mean/std population của train, áp dụng cho query. Cột std=0 dùng divisor=1.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BF84D-DC90-496D-912D-B567CC22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train/query: ma trận cùng số cột; train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9E260-8BC8-4AF6-9A9A-27BDFF41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01EAE-5D22-4992-AE0F-E0EF8903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12/13</a:t>
            </a:r>
          </a:p>
        </p:txBody>
      </p:sp>
    </p:spTree>
    <p:extLst>
      <p:ext uri="{BB962C8B-B14F-4D97-AF65-F5344CB8AC3E}">
        <p14:creationId xmlns:p14="http://schemas.microsoft.com/office/powerpoint/2010/main" val="21231463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EC2B1-7446-4D07-82F2-34E8911F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56B66-F70A-4E43-AC9D-DF7B508C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So mean(axis=0) với mean(axis=(1,2)); ghi shape trước khi chạy.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BCCED-CAED-43AA-A35E-511BE35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chương 2; AIO 6.1.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6E494-471A-4EDA-8DAD-59750BED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9.2 “NumPy và mảng nhiều chiều”; có dữ liệu x=np.arange(1,61).reshape(3,4,5) và assert tự kiểm tra.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EAAD4-3B4C-4BB8-A631-81B9FE7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0.3 · 13/13</a:t>
            </a:r>
          </a:p>
        </p:txBody>
      </p:sp>
    </p:spTree>
    <p:extLst>
      <p:ext uri="{BB962C8B-B14F-4D97-AF65-F5344CB8AC3E}">
        <p14:creationId xmlns:p14="http://schemas.microsoft.com/office/powerpoint/2010/main" val="1550880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2026-10-01T09:00:26.5330000Z</dcterms:created>
  <dcterms:modified xsi:type="dcterms:W3CDTF">2026-10-01T09:00:26.5330000Z</dcterms:modified>
</coreProperties>
</file>