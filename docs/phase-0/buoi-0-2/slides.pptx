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b9fb19761a4e1c" /><Relationship Type="http://schemas.openxmlformats.org/officeDocument/2006/relationships/extended-properties" Target="/docProps/app.xml" Id="Rba32b985c36b4aab" /><Relationship Type="http://schemas.openxmlformats.org/officeDocument/2006/relationships/officeDocument" Target="/ppt/presentation.xml" Id="R069ce63508fe4e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b078ecfb6248b2"/>
  </p:sldMasterIdLst>
  <p:notesMasterIdLst>
    <p:notesMasterId xmlns:r="http://schemas.openxmlformats.org/officeDocument/2006/relationships" r:id="R1c6783e9e82f4d8e"/>
  </p:notesMasterIdLst>
  <p:sldIdLst>
    <p:sldId xmlns:r="http://schemas.openxmlformats.org/officeDocument/2006/relationships" id="256" r:id="R0b8f0ff715534af1"/>
    <p:sldId xmlns:r="http://schemas.openxmlformats.org/officeDocument/2006/relationships" id="257" r:id="R2dea70b67bc343e0"/>
    <p:sldId xmlns:r="http://schemas.openxmlformats.org/officeDocument/2006/relationships" id="258" r:id="Rcf7710dd0b054c27"/>
    <p:sldId xmlns:r="http://schemas.openxmlformats.org/officeDocument/2006/relationships" id="259" r:id="Re26ca66bde8646ad"/>
    <p:sldId xmlns:r="http://schemas.openxmlformats.org/officeDocument/2006/relationships" id="260" r:id="R1e1b892b57f641b1"/>
    <p:sldId xmlns:r="http://schemas.openxmlformats.org/officeDocument/2006/relationships" id="261" r:id="Rd1f0a6a359f64ecf"/>
    <p:sldId xmlns:r="http://schemas.openxmlformats.org/officeDocument/2006/relationships" id="262" r:id="Ra2028e5ad6a944df"/>
    <p:sldId xmlns:r="http://schemas.openxmlformats.org/officeDocument/2006/relationships" id="263" r:id="R740a1ba4326f4020"/>
    <p:sldId xmlns:r="http://schemas.openxmlformats.org/officeDocument/2006/relationships" id="264" r:id="R44a229c903f8493a"/>
    <p:sldId xmlns:r="http://schemas.openxmlformats.org/officeDocument/2006/relationships" id="265" r:id="R5d7425352b814f21"/>
    <p:sldId xmlns:r="http://schemas.openxmlformats.org/officeDocument/2006/relationships" id="266" r:id="R3f59dd6f63b34fdf"/>
    <p:sldId xmlns:r="http://schemas.openxmlformats.org/officeDocument/2006/relationships" id="267" r:id="R99d67e6b757341ca"/>
    <p:sldId xmlns:r="http://schemas.openxmlformats.org/officeDocument/2006/relationships" id="268" r:id="R04a2824be1e445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960ecfcc8d4f1e" /><Relationship Type="http://schemas.openxmlformats.org/officeDocument/2006/relationships/slideMaster" Target="/ppt/slideMasters/slideMaster1.xml" Id="R36b078ecfb6248b2" /><Relationship Type="http://schemas.openxmlformats.org/officeDocument/2006/relationships/notesMaster" Target="/ppt/notesMasters/notesMaster1.xml" Id="R1c6783e9e82f4d8e" /><Relationship Type="http://schemas.openxmlformats.org/officeDocument/2006/relationships/presProps" Target="/ppt/presProps.xml" Id="R8fecf2dd5f9c4cdf" /><Relationship Type="http://schemas.openxmlformats.org/officeDocument/2006/relationships/tableStyles" Target="/ppt/tableStyles.xml" Id="Ra899143ae11044f8" /><Relationship Type="http://schemas.openxmlformats.org/officeDocument/2006/relationships/slide" Target="/ppt/slides/slide1.xml" Id="R0b8f0ff715534af1" /><Relationship Type="http://schemas.openxmlformats.org/officeDocument/2006/relationships/slide" Target="/ppt/slides/slide2.xml" Id="R2dea70b67bc343e0" /><Relationship Type="http://schemas.openxmlformats.org/officeDocument/2006/relationships/slide" Target="/ppt/slides/slide3.xml" Id="Rcf7710dd0b054c27" /><Relationship Type="http://schemas.openxmlformats.org/officeDocument/2006/relationships/slide" Target="/ppt/slides/slide4.xml" Id="Re26ca66bde8646ad" /><Relationship Type="http://schemas.openxmlformats.org/officeDocument/2006/relationships/slide" Target="/ppt/slides/slide5.xml" Id="R1e1b892b57f641b1" /><Relationship Type="http://schemas.openxmlformats.org/officeDocument/2006/relationships/slide" Target="/ppt/slides/slide6.xml" Id="Rd1f0a6a359f64ecf" /><Relationship Type="http://schemas.openxmlformats.org/officeDocument/2006/relationships/slide" Target="/ppt/slides/slide7.xml" Id="Ra2028e5ad6a944df" /><Relationship Type="http://schemas.openxmlformats.org/officeDocument/2006/relationships/slide" Target="/ppt/slides/slide8.xml" Id="R740a1ba4326f4020" /><Relationship Type="http://schemas.openxmlformats.org/officeDocument/2006/relationships/slide" Target="/ppt/slides/slide9.xml" Id="R44a229c903f8493a" /><Relationship Type="http://schemas.openxmlformats.org/officeDocument/2006/relationships/slide" Target="/ppt/slides/slide10.xml" Id="R5d7425352b814f21" /><Relationship Type="http://schemas.openxmlformats.org/officeDocument/2006/relationships/slide" Target="/ppt/slides/slide11.xml" Id="R3f59dd6f63b34fdf" /><Relationship Type="http://schemas.openxmlformats.org/officeDocument/2006/relationships/slide" Target="/ppt/slides/slide12.xml" Id="R99d67e6b757341ca" /><Relationship Type="http://schemas.openxmlformats.org/officeDocument/2006/relationships/slide" Target="/ppt/slides/slide13.xml" Id="R04a2824be1e445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b1d942aad042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3f522f51e54edf" /><Relationship Type="http://schemas.openxmlformats.org/officeDocument/2006/relationships/notesMaster" Target="/ppt/notesMasters/notesMaster1.xml" Id="R4ddbbd4a87ae46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dae2011fd54114" /><Relationship Type="http://schemas.openxmlformats.org/officeDocument/2006/relationships/notesMaster" Target="/ppt/notesMasters/notesMaster1.xml" Id="Rfa03f8f17cab4f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049f7b0e444b67" /><Relationship Type="http://schemas.openxmlformats.org/officeDocument/2006/relationships/notesMaster" Target="/ppt/notesMasters/notesMaster1.xml" Id="R17c9131bf13c42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ae07215a7c40d0" /><Relationship Type="http://schemas.openxmlformats.org/officeDocument/2006/relationships/notesMaster" Target="/ppt/notesMasters/notesMaster1.xml" Id="Rc0098e11f1b146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8c0f394c234939" /><Relationship Type="http://schemas.openxmlformats.org/officeDocument/2006/relationships/notesMaster" Target="/ppt/notesMasters/notesMaster1.xml" Id="R08b6b25554b644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e61a77294e40b9" /><Relationship Type="http://schemas.openxmlformats.org/officeDocument/2006/relationships/notesMaster" Target="/ppt/notesMasters/notesMaster1.xml" Id="Rb0295a4839684d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21563c85ee47c0" /><Relationship Type="http://schemas.openxmlformats.org/officeDocument/2006/relationships/notesMaster" Target="/ppt/notesMasters/notesMaster1.xml" Id="Rc97f6a6d29b943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d61c42790c4f91" /><Relationship Type="http://schemas.openxmlformats.org/officeDocument/2006/relationships/notesMaster" Target="/ppt/notesMasters/notesMaster1.xml" Id="R1a6d3392a9934f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bbd1bca4724549" /><Relationship Type="http://schemas.openxmlformats.org/officeDocument/2006/relationships/notesMaster" Target="/ppt/notesMasters/notesMaster1.xml" Id="R3952d97cd2d248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bb9e5156bb445c" /><Relationship Type="http://schemas.openxmlformats.org/officeDocument/2006/relationships/notesMaster" Target="/ppt/notesMasters/notesMaster1.xml" Id="R076ec336b00b40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3e923febd34ead" /><Relationship Type="http://schemas.openxmlformats.org/officeDocument/2006/relationships/notesMaster" Target="/ppt/notesMasters/notesMaster1.xml" Id="Reece0bbd23124a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b26220f8e84f63" /><Relationship Type="http://schemas.openxmlformats.org/officeDocument/2006/relationships/notesMaster" Target="/ppt/notesMasters/notesMaster1.xml" Id="R80de5a72fa224c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d2f969fc4b4be5" /><Relationship Type="http://schemas.openxmlformats.org/officeDocument/2006/relationships/notesMaster" Target="/ppt/notesMasters/notesMaster1.xml" Id="Rc1f2af0add5147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 chương 2–3; NT 3.8.. AIO 2.2: Character Counting, Word Counting, Getting Max Over Kernel; AIO 3.1 phần class; NT 9.3 yêu cầu ghi 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0.2: Cấu trúc dữ liệu và thao tác tệp</a:t>
            </a:r>
          </a:p>
          <a:p xmlns:a="http://schemas.openxmlformats.org/drawingml/2006/main">
            <a:r>
              <a:t>Nguồn giáo trình: AIO chương 2–3; NT 3.8.</a:t>
            </a:r>
          </a:p>
          <a:p xmlns:a="http://schemas.openxmlformats.org/drawingml/2006/main">
            <a:r>
              <a:t>Bài tiếp theo trong nguồn: AIO 2.2: Character Counting, Word Counting, Getting Max Over Kernel; AIO 3.1 phần class; NT 9.3 yêu cầu ghi CSV.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0.2: Cấu trúc dữ liệu và thao tác tệp</a:t>
            </a:r>
          </a:p>
          <a:p xmlns:a="http://schemas.openxmlformats.org/drawingml/2006/main">
            <a:r>
              <a:t>Nguồn giáo trình: AIO chương 2–3; NT 3.8.</a:t>
            </a:r>
          </a:p>
          <a:p xmlns:a="http://schemas.openxmlformats.org/drawingml/2006/main">
            <a:r>
              <a:t>Bài tiếp theo trong nguồn: AIO 2.2: Character Counting, Word Counting, Getting Max Over Kernel; AIO 3.1 phần class; NT 9.3 yêu cầu ghi CSV.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0.2: Cấu trúc dữ liệu và thao tác tệp</a:t>
            </a:r>
          </a:p>
          <a:p xmlns:a="http://schemas.openxmlformats.org/drawingml/2006/main">
            <a:r>
              <a:t>Nguồn giáo trình: AIO chương 2–3; NT 3.8.</a:t>
            </a:r>
          </a:p>
          <a:p xmlns:a="http://schemas.openxmlformats.org/drawingml/2006/main">
            <a:r>
              <a:t>Bài tiếp theo trong nguồn: AIO 2.2: Character Counting, Word Counting, Getting Max Over Kernel; AIO 3.1 phần class; NT 9.3 yêu cầu ghi CSV.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0.2: Cấu trúc dữ liệu và thao tác tệp</a:t>
            </a:r>
          </a:p>
          <a:p xmlns:a="http://schemas.openxmlformats.org/drawingml/2006/main">
            <a:r>
              <a:t>Nguồn giáo trình: AIO chương 2–3; NT 3.8.</a:t>
            </a:r>
          </a:p>
          <a:p xmlns:a="http://schemas.openxmlformats.org/drawingml/2006/main">
            <a:r>
              <a:t>Bài tiếp theo trong nguồn: AIO 2.2: Character Counting, Word Counting, Getting Max Over Kernel; AIO 3.1 phần class; NT 9.3 yêu cầu ghi CSV.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0.2: Cấu trúc dữ liệu và thao tác tệp</a:t>
            </a:r>
          </a:p>
          <a:p xmlns:a="http://schemas.openxmlformats.org/drawingml/2006/main">
            <a:r>
              <a:t>Nguồn giáo trình: AIO chương 2–3; NT 3.8.</a:t>
            </a:r>
          </a:p>
          <a:p xmlns:a="http://schemas.openxmlformats.org/drawingml/2006/main">
            <a:r>
              <a:t>Bài tiếp theo trong nguồn: AIO 2.2: Character Counting, Word Counting, Getting Max Over Kernel; AIO 3.1 phần class; NT 9.3 yêu cầu ghi CSV.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0.2: Cấu trúc dữ liệu và thao tác tệp</a:t>
            </a:r>
          </a:p>
          <a:p xmlns:a="http://schemas.openxmlformats.org/drawingml/2006/main">
            <a:r>
              <a:t>Nguồn giáo trình: AIO chương 2–3; NT 3.8.</a:t>
            </a:r>
          </a:p>
          <a:p xmlns:a="http://schemas.openxmlformats.org/drawingml/2006/main">
            <a:r>
              <a:t>Bài tiếp theo trong nguồn: AIO 2.2: Character Counting, Word Counting, Getting Max Over Kernel; AIO 3.1 phần class; NT 9.3 yêu cầu ghi CSV.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{"cat":2,"dog":1}</a:t>
            </a:r>
          </a:p>
          <a:p xmlns:a="http://schemas.openxmlformats.org/drawingml/2006/main">
            <a:r>
              <a:t>Tham khảo: AIO chương 2–3; NT 3.8.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[{"id":2,"label":"B"},{"id":10,"label":"A"}]</a:t>
            </a:r>
          </a:p>
          <a:p xmlns:a="http://schemas.openxmlformats.org/drawingml/2006/main">
            <a:r>
              <a:t>Tham khảo: AIO chương 2–3; NT 3.8.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0.2: Cấu trúc dữ liệu và thao tác tệp</a:t>
            </a:r>
          </a:p>
          <a:p xmlns:a="http://schemas.openxmlformats.org/drawingml/2006/main">
            <a:r>
              <a:t>Nguồn giáo trình: AIO chương 2–3; NT 3.8.</a:t>
            </a:r>
          </a:p>
          <a:p xmlns:a="http://schemas.openxmlformats.org/drawingml/2006/main">
            <a:r>
              <a:t>Bài tiếp theo trong nguồn: AIO 2.2: Character Counting, Word Counting, Getting Max Over Kernel; AIO 3.1 phần class; NT 9.3 yêu cầu ghi CSV.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0.2: Cấu trúc dữ liệu và thao tác tệp</a:t>
            </a:r>
          </a:p>
          <a:p xmlns:a="http://schemas.openxmlformats.org/drawingml/2006/main">
            <a:r>
              <a:t>Nguồn giáo trình: AIO chương 2–3; NT 3.8.</a:t>
            </a:r>
          </a:p>
          <a:p xmlns:a="http://schemas.openxmlformats.org/drawingml/2006/main">
            <a:r>
              <a:t>Bài tiếp theo trong nguồn: AIO 2.2: Character Counting, Word Counting, Getting Max Over Kernel; AIO 3.1 phần class; NT 9.3 yêu cầu ghi CSV.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0.2: Cấu trúc dữ liệu và thao tác tệp</a:t>
            </a:r>
          </a:p>
          <a:p xmlns:a="http://schemas.openxmlformats.org/drawingml/2006/main">
            <a:r>
              <a:t>Nguồn giáo trình: AIO chương 2–3; NT 3.8.</a:t>
            </a:r>
          </a:p>
          <a:p xmlns:a="http://schemas.openxmlformats.org/drawingml/2006/main">
            <a:r>
              <a:t>Bài tiếp theo trong nguồn: AIO 2.2: Character Counting, Word Counting, Getting Max Over Kernel; AIO 3.1 phần class; NT 9.3 yêu cầu ghi CSV.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0.2: Cấu trúc dữ liệu và thao tác tệp</a:t>
            </a:r>
          </a:p>
          <a:p xmlns:a="http://schemas.openxmlformats.org/drawingml/2006/main">
            <a:r>
              <a:t>Nguồn giáo trình: AIO chương 2–3; NT 3.8.</a:t>
            </a:r>
          </a:p>
          <a:p xmlns:a="http://schemas.openxmlformats.org/drawingml/2006/main">
            <a:r>
              <a:t>Bài tiếp theo trong nguồn: AIO 2.2: Character Counting, Word Counting, Getting Max Over Kernel; AIO 3.1 phần class; NT 9.3 yêu cầu ghi CSV.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ea6d8b48043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0166268f1f48b8" /><Relationship Type="http://schemas.openxmlformats.org/officeDocument/2006/relationships/slideLayout" Target="/ppt/slideLayouts/slideLayout1.xml" Id="R4ef59c1ff73547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f59c1ff73547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b357c154c408b" /><Relationship Type="http://schemas.openxmlformats.org/officeDocument/2006/relationships/notesSlide" Target="/ppt/notesSlides/notesSlide1.xml" Id="Rce79d86e6c7446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f2e092c3043d0" /><Relationship Type="http://schemas.openxmlformats.org/officeDocument/2006/relationships/notesSlide" Target="/ppt/notesSlides/notesSlide2.xml" Id="Rd775a90ecee94d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3e1e86656436b" /><Relationship Type="http://schemas.openxmlformats.org/officeDocument/2006/relationships/notesSlide" Target="/ppt/notesSlides/notesSlide3.xml" Id="Rbf39954c563541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1acef46a64205" /><Relationship Type="http://schemas.openxmlformats.org/officeDocument/2006/relationships/notesSlide" Target="/ppt/notesSlides/notesSlide4.xml" Id="R263ee48faad948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e68170fbf487d" /><Relationship Type="http://schemas.openxmlformats.org/officeDocument/2006/relationships/notesSlide" Target="/ppt/notesSlides/notesSlide5.xml" Id="R1032ddb4701040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fdf41911f40d0" /><Relationship Type="http://schemas.openxmlformats.org/officeDocument/2006/relationships/notesSlide" Target="/ppt/notesSlides/notesSlide6.xml" Id="R59b41c0688e64b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aab483b82406a" /><Relationship Type="http://schemas.openxmlformats.org/officeDocument/2006/relationships/notesSlide" Target="/ppt/notesSlides/notesSlide7.xml" Id="R75208d46dbc743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f412a0b644629" /><Relationship Type="http://schemas.openxmlformats.org/officeDocument/2006/relationships/notesSlide" Target="/ppt/notesSlides/notesSlide8.xml" Id="R27669ce8dce54c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e254a20824d32" /><Relationship Type="http://schemas.openxmlformats.org/officeDocument/2006/relationships/notesSlide" Target="/ppt/notesSlides/notesSlide9.xml" Id="R7cb763d133fe48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60e7b80bf4793" /><Relationship Type="http://schemas.openxmlformats.org/officeDocument/2006/relationships/notesSlide" Target="/ppt/notesSlides/notesSlide10.xml" Id="R50040075efc74b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efbe5b3774e7c" /><Relationship Type="http://schemas.openxmlformats.org/officeDocument/2006/relationships/notesSlide" Target="/ppt/notesSlides/notesSlide11.xml" Id="R6475976e742b47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0f8a7ab154f4a" /><Relationship Type="http://schemas.openxmlformats.org/officeDocument/2006/relationships/notesSlide" Target="/ppt/notesSlides/notesSlide12.xml" Id="R8b98eb48281247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15118e97247a7" /><Relationship Type="http://schemas.openxmlformats.org/officeDocument/2006/relationships/notesSlide" Target="/ppt/notesSlides/notesSlide13.xml" Id="R0f5eff94aaed45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51EAF-A1A6-4909-9D80-BE2E22D5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0.2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11938-3CB7-4B58-97EE-8F875AD2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Cấu trúc dữ liệu và thao tác tệp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7AF43-ECEA-4102-ADB3-70F74515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Nếu hai bảng bị xáo trộn dòng, còn ghép được đáp án không?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AE4E2-E5F8-4232-953C-E0E55CF0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0.2 · 1/13</a:t>
            </a:r>
          </a:p>
        </p:txBody>
      </p:sp>
    </p:spTree>
    <p:extLst>
      <p:ext uri="{BB962C8B-B14F-4D97-AF65-F5344CB8AC3E}">
        <p14:creationId xmlns:p14="http://schemas.microsoft.com/office/powerpoint/2010/main" val="19875907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27E7F-8C11-4028-85AF-439E5F07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3EF34-89D1-4037-AD80-D3569B4E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ID định danh mẫu; số thứ tự dòng có thể thay đổi khi sort/shuffle.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44AA5-00A9-4000-A20E-B03C3530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Dict giúp tra cứu theo khóa; Counter đếm tần suất.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0A4F5-DB4C-45E9-BD0C-CEFD697A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CSV lưu bảng chữ; phải chuyển chuỗi số thành kiểu số trước khi tính/sort.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9117E-76D7-4916-8036-D6832EE1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prediction[id] thay vì prediction[row_index]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E3083-D4D6-4234-BA71-D713B871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0.2 · 2/13</a:t>
            </a:r>
          </a:p>
        </p:txBody>
      </p:sp>
    </p:spTree>
    <p:extLst>
      <p:ext uri="{BB962C8B-B14F-4D97-AF65-F5344CB8AC3E}">
        <p14:creationId xmlns:p14="http://schemas.microsoft.com/office/powerpoint/2010/main" val="1144281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3F325-1093-43D1-9A49-02EEA140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items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["cat","dog","cat"]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C4D92-45D9-4DB0-9E86-4DBA56A0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0.2 · 3/13</a:t>
            </a:r>
          </a:p>
        </p:txBody>
      </p:sp>
    </p:spTree>
    <p:extLst>
      <p:ext uri="{BB962C8B-B14F-4D97-AF65-F5344CB8AC3E}">
        <p14:creationId xmlns:p14="http://schemas.microsoft.com/office/powerpoint/2010/main" val="12259146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BA295-3970-4A32-A20D-8ACF2FDC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C23B2-CE4F-4603-9369-C0D3E585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"cat": 2,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"dog": 1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C0D42-5D4D-493A-9DB7-CD6E0E05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0.2 · 4/13</a:t>
            </a:r>
          </a:p>
        </p:txBody>
      </p:sp>
    </p:spTree>
    <p:extLst>
      <p:ext uri="{BB962C8B-B14F-4D97-AF65-F5344CB8AC3E}">
        <p14:creationId xmlns:p14="http://schemas.microsoft.com/office/powerpoint/2010/main" val="1897119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3E9F7-E4FD-4185-B7EF-285FF619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4FB26-4A76-42EA-B414-742CE2C2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csv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io import StringIO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collections import Counter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CSV mẫu được cấp ngay trong code; không cần tìm tệp bên ngoài.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raw = "id,label\n3,cat\n1,dog\n2,cat\n"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rows = list(csv.DictReader(StringIO(raw)))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print("Mỗi dòng là một dict:", rows[0])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Đếm theo nhãn, không dùng vị trí dòng như một ID.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counts = Counter(row["label"] for row in rows)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print("Tần suất:", dict(sorted(counts.items())))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Sắp xếp ID theo số; sort chuỗi có thể đặt '10' trước '2'.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ordered = sorted(rows, key=lambda row: int(row["id"]))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print("ID theo thứ tự số:", [r["id"] for r in ordered])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counts["cat"] ==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624FE-83E9-49EA-BC09-BF21A64B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AD6B2-78E4-4CAD-BD00-5B7B4784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0.2 · 5/13</a:t>
            </a:r>
          </a:p>
        </p:txBody>
      </p:sp>
    </p:spTree>
    <p:extLst>
      <p:ext uri="{BB962C8B-B14F-4D97-AF65-F5344CB8AC3E}">
        <p14:creationId xmlns:p14="http://schemas.microsoft.com/office/powerpoint/2010/main" val="13360355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9242F-2022-45EC-88B9-856341DD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B59C0-25A8-4CD4-8E3D-0AB54202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Mỗi dòng là một dict: {'id': '3', 'label': 'cat'}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Tần suất: {'cat': 2, 'dog': 1}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ID theo thứ tự số: ['1', '2', '3']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D7641-633F-4A7A-83CC-49A026E5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0.2 · 6/13</a:t>
            </a:r>
          </a:p>
        </p:txBody>
      </p:sp>
    </p:spTree>
    <p:extLst>
      <p:ext uri="{BB962C8B-B14F-4D97-AF65-F5344CB8AC3E}">
        <p14:creationId xmlns:p14="http://schemas.microsoft.com/office/powerpoint/2010/main" val="10657118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91C3A-546A-4699-A4D6-20763F2E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2338F-F327-4C34-AEA9-52453D23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ID trùng có thể làm ghi đè hoặc merge nhân dòng.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6FCD9-9D8D-4588-BEFF-BA7223ED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Đảo thứ tự predictions và chứng minh kết quả ghép theo ID không đổi.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7B6E6-89C2-4DE4-AD7D-09A7FC0A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0.2 · 7/13</a:t>
            </a:r>
          </a:p>
        </p:txBody>
      </p:sp>
    </p:spTree>
    <p:extLst>
      <p:ext uri="{BB962C8B-B14F-4D97-AF65-F5344CB8AC3E}">
        <p14:creationId xmlns:p14="http://schemas.microsoft.com/office/powerpoint/2010/main" val="18299105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A64C1-74B2-4A3D-9619-7A1BB900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6D320-86D0-4985-A99C-74B55097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Đếm tần suất các chuỗi. Giữ nguyên hoa/thường: cat và Cat là hai khóa khác nhau.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items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["cat","dog","cat"]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648DC-7C13-4DB5-A348-5F1DEA02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0.2 · 8/13</a:t>
            </a:r>
          </a:p>
        </p:txBody>
      </p:sp>
    </p:spTree>
    <p:extLst>
      <p:ext uri="{BB962C8B-B14F-4D97-AF65-F5344CB8AC3E}">
        <p14:creationId xmlns:p14="http://schemas.microsoft.com/office/powerpoint/2010/main" val="4401179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493DE-D6ED-4120-A232-1FB414CA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3A316-D746-4FCE-B655-B7713400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Sắp các records tăng dần theo id integer, giữ nguyên mọi trường.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label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88985-48A4-4280-900E-B241C5B1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0.2 · 9/13</a:t>
            </a:r>
          </a:p>
        </p:txBody>
      </p:sp>
    </p:spTree>
    <p:extLst>
      <p:ext uri="{BB962C8B-B14F-4D97-AF65-F5344CB8AC3E}">
        <p14:creationId xmlns:p14="http://schemas.microsoft.com/office/powerpoint/2010/main" val="19962759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52568-4EA1-4E15-A649-7A750AF5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83BBD-48D7-49D0-83A6-D11741DE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Đếm tần suất các chuỗi. Giữ nguyên hoa/thường: cat và Cat là hai khóa khác nhau.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07014-71B9-4371-B261-B98208DD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items: list chuỗi; có thể rỗng.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84461-2108-4FD2-BCD9-CD0042CD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F9D40-D9EB-42C9-B471-2D23FD67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0.2 · 10/13</a:t>
            </a:r>
          </a:p>
        </p:txBody>
      </p:sp>
    </p:spTree>
    <p:extLst>
      <p:ext uri="{BB962C8B-B14F-4D97-AF65-F5344CB8AC3E}">
        <p14:creationId xmlns:p14="http://schemas.microsoft.com/office/powerpoint/2010/main" val="20034488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D872B-AACD-4554-A276-5BB0B72D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622E2-7A9E-420D-8E80-F3AFA0BE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Sắp các records tăng dần theo id integer, giữ nguyên mọi trường.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3916C-1CDB-43C4-BAED-A8D35292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records: list dict, mỗi dict có id integer khác nhau.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3533E-4D22-4C9B-B567-C8844D7E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FAB55-BDEB-4793-82A8-CB3140F3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0.2 · 11/13</a:t>
            </a:r>
          </a:p>
        </p:txBody>
      </p:sp>
    </p:spTree>
    <p:extLst>
      <p:ext uri="{BB962C8B-B14F-4D97-AF65-F5344CB8AC3E}">
        <p14:creationId xmlns:p14="http://schemas.microsoft.com/office/powerpoint/2010/main" val="1589273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ECDE9-8CD5-44A4-8A17-C53D2C97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15792-016E-40A0-BB88-A3A64BC0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Ghép predictions vào IDs theo khóa, không theo thứ tự dòng.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BF9E1-C57A-4054-960F-96313E93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ids: list integer khác nhau; predictions: list {id, label}, đủ đúng các IDs.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273F5-A39A-409B-8C49-C84CBBA9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BTVN_03.txt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28980-A78F-4688-A906-755A0461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0.2 · 12/13</a:t>
            </a:r>
          </a:p>
        </p:txBody>
      </p:sp>
    </p:spTree>
    <p:extLst>
      <p:ext uri="{BB962C8B-B14F-4D97-AF65-F5344CB8AC3E}">
        <p14:creationId xmlns:p14="http://schemas.microsoft.com/office/powerpoint/2010/main" val="19928179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20E76-D30C-4D53-A35F-8214BD21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969B3-C32E-400F-847A-F4951BBF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Đảo thứ tự predictions và chứng minh kết quả ghép theo ID không đổi.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AE81C-A36F-4D34-B0B6-BCA861E2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chương 2–3; NT 3.8.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25797-BFDA-48AF-A9F6-22CE49E8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2.2: Character Counting, Word Counting, Getting Max Over Kernel; AIO 3.1 phần class; NT 9.3 yêu cầu ghi CSV.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26566-8901-4780-B55D-97C0A5E8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0.2 · 13/13</a:t>
            </a:r>
          </a:p>
        </p:txBody>
      </p:sp>
    </p:spTree>
    <p:extLst>
      <p:ext uri="{BB962C8B-B14F-4D97-AF65-F5344CB8AC3E}">
        <p14:creationId xmlns:p14="http://schemas.microsoft.com/office/powerpoint/2010/main" val="2084070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2026-10-01T09:00:17.1880000Z</dcterms:created>
  <dcterms:modified xsi:type="dcterms:W3CDTF">2026-10-01T09:00:17.1880000Z</dcterms:modified>
</coreProperties>
</file>