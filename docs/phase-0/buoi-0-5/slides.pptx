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327bb17ee42c7" /><Relationship Type="http://schemas.openxmlformats.org/officeDocument/2006/relationships/extended-properties" Target="/docProps/app.xml" Id="Rf98f0873fcd44bfa" /><Relationship Type="http://schemas.openxmlformats.org/officeDocument/2006/relationships/officeDocument" Target="/ppt/presentation.xml" Id="Rb38e1c93cf9b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b6c2faadd4ace"/>
  </p:sldMasterIdLst>
  <p:notesMasterIdLst>
    <p:notesMasterId xmlns:r="http://schemas.openxmlformats.org/officeDocument/2006/relationships" r:id="R7fae360628004a6a"/>
  </p:notesMasterIdLst>
  <p:sldIdLst>
    <p:sldId xmlns:r="http://schemas.openxmlformats.org/officeDocument/2006/relationships" id="256" r:id="R95bdc8a416de41f4"/>
    <p:sldId xmlns:r="http://schemas.openxmlformats.org/officeDocument/2006/relationships" id="257" r:id="R8d1fa3636f8f4ee1"/>
    <p:sldId xmlns:r="http://schemas.openxmlformats.org/officeDocument/2006/relationships" id="258" r:id="R78d932f662934e62"/>
    <p:sldId xmlns:r="http://schemas.openxmlformats.org/officeDocument/2006/relationships" id="259" r:id="R3ea3e66a1c4f4141"/>
    <p:sldId xmlns:r="http://schemas.openxmlformats.org/officeDocument/2006/relationships" id="260" r:id="R7c454b4348324b9d"/>
    <p:sldId xmlns:r="http://schemas.openxmlformats.org/officeDocument/2006/relationships" id="261" r:id="R13b7b004531a46d4"/>
    <p:sldId xmlns:r="http://schemas.openxmlformats.org/officeDocument/2006/relationships" id="262" r:id="Rc0675ff7e0164a78"/>
    <p:sldId xmlns:r="http://schemas.openxmlformats.org/officeDocument/2006/relationships" id="263" r:id="R56ddcc108dfb491e"/>
    <p:sldId xmlns:r="http://schemas.openxmlformats.org/officeDocument/2006/relationships" id="264" r:id="R6ee06d4b015a48d4"/>
    <p:sldId xmlns:r="http://schemas.openxmlformats.org/officeDocument/2006/relationships" id="265" r:id="R95b4e1ff6a9445f0"/>
    <p:sldId xmlns:r="http://schemas.openxmlformats.org/officeDocument/2006/relationships" id="266" r:id="R654487cf0a5a486b"/>
    <p:sldId xmlns:r="http://schemas.openxmlformats.org/officeDocument/2006/relationships" id="267" r:id="R892dc43f47594790"/>
    <p:sldId xmlns:r="http://schemas.openxmlformats.org/officeDocument/2006/relationships" id="268" r:id="Rad874e201202447b"/>
    <p:sldId xmlns:r="http://schemas.openxmlformats.org/officeDocument/2006/relationships" id="269" r:id="Rf20685339ca24a17"/>
    <p:sldId xmlns:r="http://schemas.openxmlformats.org/officeDocument/2006/relationships" id="270" r:id="R1aa68f96dc2c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eb948f78604eb5" /><Relationship Type="http://schemas.openxmlformats.org/officeDocument/2006/relationships/slideMaster" Target="/ppt/slideMasters/slideMaster1.xml" Id="Rf3db6c2faadd4ace" /><Relationship Type="http://schemas.openxmlformats.org/officeDocument/2006/relationships/notesMaster" Target="/ppt/notesMasters/notesMaster1.xml" Id="R7fae360628004a6a" /><Relationship Type="http://schemas.openxmlformats.org/officeDocument/2006/relationships/presProps" Target="/ppt/presProps.xml" Id="Rd695fece9a79455d" /><Relationship Type="http://schemas.openxmlformats.org/officeDocument/2006/relationships/tableStyles" Target="/ppt/tableStyles.xml" Id="R1a747b51476543b9" /><Relationship Type="http://schemas.openxmlformats.org/officeDocument/2006/relationships/slide" Target="/ppt/slides/slide1.xml" Id="R95bdc8a416de41f4" /><Relationship Type="http://schemas.openxmlformats.org/officeDocument/2006/relationships/slide" Target="/ppt/slides/slide2.xml" Id="R8d1fa3636f8f4ee1" /><Relationship Type="http://schemas.openxmlformats.org/officeDocument/2006/relationships/slide" Target="/ppt/slides/slide3.xml" Id="R78d932f662934e62" /><Relationship Type="http://schemas.openxmlformats.org/officeDocument/2006/relationships/slide" Target="/ppt/slides/slide4.xml" Id="R3ea3e66a1c4f4141" /><Relationship Type="http://schemas.openxmlformats.org/officeDocument/2006/relationships/slide" Target="/ppt/slides/slide5.xml" Id="R7c454b4348324b9d" /><Relationship Type="http://schemas.openxmlformats.org/officeDocument/2006/relationships/slide" Target="/ppt/slides/slide6.xml" Id="R13b7b004531a46d4" /><Relationship Type="http://schemas.openxmlformats.org/officeDocument/2006/relationships/slide" Target="/ppt/slides/slide7.xml" Id="Rc0675ff7e0164a78" /><Relationship Type="http://schemas.openxmlformats.org/officeDocument/2006/relationships/slide" Target="/ppt/slides/slide8.xml" Id="R56ddcc108dfb491e" /><Relationship Type="http://schemas.openxmlformats.org/officeDocument/2006/relationships/slide" Target="/ppt/slides/slide9.xml" Id="R6ee06d4b015a48d4" /><Relationship Type="http://schemas.openxmlformats.org/officeDocument/2006/relationships/slide" Target="/ppt/slides/slide10.xml" Id="R95b4e1ff6a9445f0" /><Relationship Type="http://schemas.openxmlformats.org/officeDocument/2006/relationships/slide" Target="/ppt/slides/slide11.xml" Id="R654487cf0a5a486b" /><Relationship Type="http://schemas.openxmlformats.org/officeDocument/2006/relationships/slide" Target="/ppt/slides/slide12.xml" Id="R892dc43f47594790" /><Relationship Type="http://schemas.openxmlformats.org/officeDocument/2006/relationships/slide" Target="/ppt/slides/slide13.xml" Id="Rad874e201202447b" /><Relationship Type="http://schemas.openxmlformats.org/officeDocument/2006/relationships/slide" Target="/ppt/slides/slide14.xml" Id="Rf20685339ca24a17" /><Relationship Type="http://schemas.openxmlformats.org/officeDocument/2006/relationships/slide" Target="/ppt/slides/slide15.xml" Id="R1aa68f96dc2c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085767f1b5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9a2f306534a66" /><Relationship Type="http://schemas.openxmlformats.org/officeDocument/2006/relationships/notesMaster" Target="/ppt/notesMasters/notesMaster1.xml" Id="Rbc97c76265e848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52cfad41744dee" /><Relationship Type="http://schemas.openxmlformats.org/officeDocument/2006/relationships/notesMaster" Target="/ppt/notesMasters/notesMaster1.xml" Id="R653ee94ef7cd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85f98470ee49c1" /><Relationship Type="http://schemas.openxmlformats.org/officeDocument/2006/relationships/notesMaster" Target="/ppt/notesMasters/notesMaster1.xml" Id="Rc31766898c77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56e392fe8c416f" /><Relationship Type="http://schemas.openxmlformats.org/officeDocument/2006/relationships/notesMaster" Target="/ppt/notesMasters/notesMaster1.xml" Id="R9296606a6fb9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a64078e014bff" /><Relationship Type="http://schemas.openxmlformats.org/officeDocument/2006/relationships/notesMaster" Target="/ppt/notesMasters/notesMaster1.xml" Id="R937df1e8c780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7542bdfc4143b3" /><Relationship Type="http://schemas.openxmlformats.org/officeDocument/2006/relationships/notesMaster" Target="/ppt/notesMasters/notesMaster1.xml" Id="R272467fbfdd7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e04410f5c3431b" /><Relationship Type="http://schemas.openxmlformats.org/officeDocument/2006/relationships/notesMaster" Target="/ppt/notesMasters/notesMaster1.xml" Id="Rfd4caaf50eef4a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cd7eef383d4e3e" /><Relationship Type="http://schemas.openxmlformats.org/officeDocument/2006/relationships/notesMaster" Target="/ppt/notesMasters/notesMaster1.xml" Id="Rede5362642904b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6be944759c462f" /><Relationship Type="http://schemas.openxmlformats.org/officeDocument/2006/relationships/notesMaster" Target="/ppt/notesMasters/notesMaster1.xml" Id="R74200bbcfec54f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bf20335a884019" /><Relationship Type="http://schemas.openxmlformats.org/officeDocument/2006/relationships/notesMaster" Target="/ppt/notesMasters/notesMaster1.xml" Id="Raa8fbf37a8a242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75ab643ce14d4b" /><Relationship Type="http://schemas.openxmlformats.org/officeDocument/2006/relationships/notesMaster" Target="/ppt/notesMasters/notesMaster1.xml" Id="R2a05db8776ec4a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7583d68db849d1" /><Relationship Type="http://schemas.openxmlformats.org/officeDocument/2006/relationships/notesMaster" Target="/ppt/notesMasters/notesMaster1.xml" Id="Re3308006dcc642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4e183902974c42" /><Relationship Type="http://schemas.openxmlformats.org/officeDocument/2006/relationships/notesMaster" Target="/ppt/notesMasters/notesMaster1.xml" Id="Rbaaf881901f648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597fa66c63419e" /><Relationship Type="http://schemas.openxmlformats.org/officeDocument/2006/relationships/notesMaster" Target="/ppt/notesMasters/notesMaster1.xml" Id="Rbf4c46b966e04d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19e6eb33cb4518" /><Relationship Type="http://schemas.openxmlformats.org/officeDocument/2006/relationships/notesMaster" Target="/ppt/notesMasters/notesMaster1.xml" Id="R32fd08afa7bd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chương 4; AIO 11.3.. NT 9.4 “Vẽ dữ liệu bằng Matplotlib”; AIO 11.3 phần phân tích IMDB Movie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[1,1,1,2]</a:t>
            </a:r>
          </a:p>
          <a:p xmlns:a="http://schemas.openxmlformats.org/drawingml/2006/main">
            <a:r>
              <a:t>Tham khảo: NT chương 4; AIO 11.3.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["bar","histogram","scatter","line"]</a:t>
            </a:r>
          </a:p>
          <a:p xmlns:a="http://schemas.openxmlformats.org/drawingml/2006/main">
            <a:r>
              <a:t>Tham khảo: NT chương 4; AIO 11.3.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0.5: Matplotlib và Seaborn</a:t>
            </a:r>
          </a:p>
          <a:p xmlns:a="http://schemas.openxmlformats.org/drawingml/2006/main">
            <a:r>
              <a:t>Nguồn giáo trình: NT chương 4; AIO 11.3.</a:t>
            </a:r>
          </a:p>
          <a:p xmlns:a="http://schemas.openxmlformats.org/drawingml/2006/main">
            <a:r>
              <a:t>Bài tiếp theo trong nguồn: NT 9.4 “Vẽ dữ liệu bằng Matplotlib”; AIO 11.3 phần phân tích IMDB Movie Dataset.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a24327d5142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9aa15d6024fd0" /><Relationship Type="http://schemas.openxmlformats.org/officeDocument/2006/relationships/slideLayout" Target="/ppt/slideLayouts/slideLayout1.xml" Id="R60ff9597aaea4e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f9597aaea4e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94985e57643ed" /><Relationship Type="http://schemas.openxmlformats.org/officeDocument/2006/relationships/notesSlide" Target="/ppt/notesSlides/notesSlide1.xml" Id="Rf40da6e62045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5671482e4d00" /><Relationship Type="http://schemas.openxmlformats.org/officeDocument/2006/relationships/notesSlide" Target="/ppt/notesSlides/notesSlide2.xml" Id="R5bb0c96fbfb3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fe57ae2d44355" /><Relationship Type="http://schemas.openxmlformats.org/officeDocument/2006/relationships/notesSlide" Target="/ppt/notesSlides/notesSlide3.xml" Id="Rcadff9ce16384f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f50e5fab4852" /><Relationship Type="http://schemas.openxmlformats.org/officeDocument/2006/relationships/notesSlide" Target="/ppt/notesSlides/notesSlide4.xml" Id="R0585da5113e3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de56051b84ae0" /><Relationship Type="http://schemas.openxmlformats.org/officeDocument/2006/relationships/notesSlide" Target="/ppt/notesSlides/notesSlide5.xml" Id="Rcb89c46dd4fb42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274e79fb84e5a" /><Relationship Type="http://schemas.openxmlformats.org/officeDocument/2006/relationships/notesSlide" Target="/ppt/notesSlides/notesSlide6.xml" Id="Rc352809fce8742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bf2d9bcd04593" /><Relationship Type="http://schemas.openxmlformats.org/officeDocument/2006/relationships/notesSlide" Target="/ppt/notesSlides/notesSlide7.xml" Id="Rd10c71a0482240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2242c06624287" /><Relationship Type="http://schemas.openxmlformats.org/officeDocument/2006/relationships/image" Target="/ppt/media/image.png" Id="Rf8fad48498c543f7" /><Relationship Type="http://schemas.openxmlformats.org/officeDocument/2006/relationships/notesSlide" Target="/ppt/notesSlides/notesSlide8.xml" Id="R393f0341be2747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c4243f5245e3" /><Relationship Type="http://schemas.openxmlformats.org/officeDocument/2006/relationships/notesSlide" Target="/ppt/notesSlides/notesSlide9.xml" Id="R080946001de340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dedb2679e49ff" /><Relationship Type="http://schemas.openxmlformats.org/officeDocument/2006/relationships/notesSlide" Target="/ppt/notesSlides/notesSlide10.xml" Id="Rc93e58de9fe54c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5c1fb5015486f" /><Relationship Type="http://schemas.openxmlformats.org/officeDocument/2006/relationships/notesSlide" Target="/ppt/notesSlides/notesSlide11.xml" Id="R448363cd25ea4e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b39f41c7e4b3d" /><Relationship Type="http://schemas.openxmlformats.org/officeDocument/2006/relationships/notesSlide" Target="/ppt/notesSlides/notesSlide12.xml" Id="R8ec6610b1f9049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e21be95404fcf" /><Relationship Type="http://schemas.openxmlformats.org/officeDocument/2006/relationships/notesSlide" Target="/ppt/notesSlides/notesSlide13.xml" Id="R47a3f7a9f5814d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97f3fd3a4526" /><Relationship Type="http://schemas.openxmlformats.org/officeDocument/2006/relationships/notesSlide" Target="/ppt/notesSlides/notesSlide14.xml" Id="R51c8f6f0e595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dde01868f4962" /><Relationship Type="http://schemas.openxmlformats.org/officeDocument/2006/relationships/notesSlide" Target="/ppt/notesSlides/notesSlide15.xml" Id="R8e4667a9d3ce46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23C39-0D07-4F3A-BFDD-60129E48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0.5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0EA42-C35C-48AB-91C9-4E9A4EB6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Matplotlib và Seaborn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B6D59-7CFD-4CE3-905B-99EE11F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Biểu đồ điểm từng người có trả lời phân bố điểm của lớp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924AB-C912-4E2A-85F7-C915BC1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1/15</a:t>
            </a:r>
          </a:p>
        </p:txBody>
      </p:sp>
    </p:spTree>
    <p:extLst>
      <p:ext uri="{BB962C8B-B14F-4D97-AF65-F5344CB8AC3E}">
        <p14:creationId xmlns:p14="http://schemas.microsoft.com/office/powerpoint/2010/main" val="956613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407C-4750-476C-810D-3AE657CC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E1E88-EAA3-49B7-90C4-44EA06BE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Bar chart so sánh categories; histogram đếm giá trị trong khoảng.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A44D6-A153-4D20-98BE-4595A7E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Scatter xem quan hệ hai biến số; line cần thứ tự như thời gian.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38BE-5666-40EB-86DA-CB43FD3C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Nhãn trục và đơn vị giúp đọc đúng; không cắt trục để tạo kết luận sai.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50C28-F197-4539-B186-9BAD432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bin_count = số mẫu thuộc khoảng đã công bố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45085-E991-4BFE-AB34-5DCDDFF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2/15</a:t>
            </a:r>
          </a:p>
        </p:txBody>
      </p:sp>
    </p:spTree>
    <p:extLst>
      <p:ext uri="{BB962C8B-B14F-4D97-AF65-F5344CB8AC3E}">
        <p14:creationId xmlns:p14="http://schemas.microsoft.com/office/powerpoint/2010/main" val="1499951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B94F-F12C-48FB-B04C-CCE59D8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[0,5,7,9,10]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[0,5,7,9,10]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5E542-B41F-4D99-9269-151E9A7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3/15</a:t>
            </a:r>
          </a:p>
        </p:txBody>
      </p:sp>
    </p:spTree>
    <p:extLst>
      <p:ext uri="{BB962C8B-B14F-4D97-AF65-F5344CB8AC3E}">
        <p14:creationId xmlns:p14="http://schemas.microsoft.com/office/powerpoint/2010/main" val="1996363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DCBE0-959B-4C81-B93B-95F5EB99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F3FAB-BCAD-4A0B-8449-CB2DB721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68427-2644-4D92-A328-573F0E2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4/15</a:t>
            </a:r>
          </a:p>
        </p:txBody>
      </p:sp>
    </p:spTree>
    <p:extLst>
      <p:ext uri="{BB962C8B-B14F-4D97-AF65-F5344CB8AC3E}">
        <p14:creationId xmlns:p14="http://schemas.microsoft.com/office/powerpoint/2010/main" val="16749313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01376-2241-409F-AF27-AF31AA1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B02EA-77E6-48B3-A4C0-AF932615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Cùng dữ liệu nhưng hai biểu đồ trả lời hai câu hỏi khác nhau.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names = ["An", "Binh", "Chi", "Dung"]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scores = np.array([8.5, 6.0, 7.0, 9.0])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fig, axes = plt.subplots(1, 2, figsize=(8, 3), layout="constrained")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axes[0].bar(names, scores)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axes[0].set(title="Diem tung hoc sinh", ylabel="Diem / 10", ylim=(0,10))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axes[1].hist(scores, bins=[0,5,7,9,10], edgecolor="black")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axes[1].set(title="Phan bo diem", xlabel="Diem", ylabel="So hoc sinh")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fig.savefig("demo_plot.png", dpi=120)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plt.close(fig)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print("Điểm trung bình:", scores.mean())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print("Số mẫu:", len(scores))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F860A-8836-4A1D-9BA2-7ADAA49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E5626-9887-4F6F-BBDF-D0C1936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0.5 · 5/15</a:t>
            </a:r>
          </a:p>
        </p:txBody>
      </p:sp>
    </p:spTree>
    <p:extLst>
      <p:ext uri="{BB962C8B-B14F-4D97-AF65-F5344CB8AC3E}">
        <p14:creationId xmlns:p14="http://schemas.microsoft.com/office/powerpoint/2010/main" val="934122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60E51-3DA3-4F13-B6F6-6CF42255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C6200-D531-4009-B484-07CBA8B0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print("Biểu đồ đã lưu: demo_plot.png")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1EED5-1E2B-4EE4-BA1A-E07DBA7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9B862-5118-4330-8426-A85D7092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0.5 · 6/15</a:t>
            </a:r>
          </a:p>
        </p:txBody>
      </p:sp>
    </p:spTree>
    <p:extLst>
      <p:ext uri="{BB962C8B-B14F-4D97-AF65-F5344CB8AC3E}">
        <p14:creationId xmlns:p14="http://schemas.microsoft.com/office/powerpoint/2010/main" val="1184727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4BDA-34CE-49AC-9A98-919C244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AA5EE-9592-4A13-BCFA-8667D67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Điểm trung bình: 7.625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Số mẫu: 4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Biểu đồ đã lưu: demo_plot.png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5EDB2-70D5-42E5-A891-066CFC0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7/15</a:t>
            </a:r>
          </a:p>
        </p:txBody>
      </p:sp>
    </p:spTree>
    <p:extLst>
      <p:ext uri="{BB962C8B-B14F-4D97-AF65-F5344CB8AC3E}">
        <p14:creationId xmlns:p14="http://schemas.microsoft.com/office/powerpoint/2010/main" val="1929903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07B60-1917-4961-81DE-319CE77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Hai biểu đồ, hai câu hỏi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ad48498c543f7"/>
          <a:stretch xmlns:a="http://schemas.openxmlformats.org/drawingml/2006/main"/>
        </p:blipFill>
        <p:spPr>
          <a:xfrm xmlns:a="http://schemas.openxmlformats.org/drawingml/2006/main">
            <a:off x="762000" y="1571625"/>
            <a:ext cx="10668000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E88A-350C-483B-B49F-EC2CA05E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8/15</a:t>
            </a:r>
          </a:p>
        </p:txBody>
      </p:sp>
    </p:spTree>
    <p:extLst>
      <p:ext uri="{BB962C8B-B14F-4D97-AF65-F5344CB8AC3E}">
        <p14:creationId xmlns:p14="http://schemas.microsoft.com/office/powerpoint/2010/main" val="893740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099B8-BE8A-46B5-A351-CA3692B4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E8152-B256-4296-8F98-10C9F296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hình đẹp chưa trả lời câu hỏi nếu không nêu điều đang so sánh.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B0A2D-4DE3-4E8C-943E-DAF2590C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Vẽ cùng dữ liệu bằng bar và histogram; viết mỗi hình trả lời câu hỏi gì.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72A6A-0001-4855-B6D1-80DD16C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9/15</a:t>
            </a:r>
          </a:p>
        </p:txBody>
      </p:sp>
    </p:spTree>
    <p:extLst>
      <p:ext uri="{BB962C8B-B14F-4D97-AF65-F5344CB8AC3E}">
        <p14:creationId xmlns:p14="http://schemas.microsoft.com/office/powerpoint/2010/main" val="393407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4627F-0415-4439-8FDC-8E01A07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43C3D-D846-4F5E-BD56-FC5D43A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Đếm mỗi bin [edge_i, edge_i+1), riêng bin cuối bao gồm edge cuối. Values nằm trong toàn khoảng.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[0,5,7,9,10]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[0,5,7,9,10]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3C31C-E0C7-4414-992D-485F351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10/15</a:t>
            </a:r>
          </a:p>
        </p:txBody>
      </p:sp>
    </p:spTree>
    <p:extLst>
      <p:ext uri="{BB962C8B-B14F-4D97-AF65-F5344CB8AC3E}">
        <p14:creationId xmlns:p14="http://schemas.microsoft.com/office/powerpoint/2010/main" val="572865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A6514-46E1-4AF9-8C3F-B4AB5CC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4633A-5E7F-4197-9125-4504B40F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loại biểu đồ: compare_categories→bar; distribution→histogram; two_numeric→scatter; sequence_over_time→line.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["compare_categories","distribution","two_numeric","sequence_over_time"]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4366B-4673-48AB-972A-8A1AB6B5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11/15</a:t>
            </a:r>
          </a:p>
        </p:txBody>
      </p:sp>
    </p:spTree>
    <p:extLst>
      <p:ext uri="{BB962C8B-B14F-4D97-AF65-F5344CB8AC3E}">
        <p14:creationId xmlns:p14="http://schemas.microsoft.com/office/powerpoint/2010/main" val="1541348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9E0F-89C9-48D0-AFF9-E67B5299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15FDC-C3CA-4372-B730-64C5233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Đếm mỗi bin [edge_i, edge_i+1), riêng bin cuối bao gồm edge cuối. Values nằm trong toàn khoảng.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11722-3B3B-49C5-94FF-85685C4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list số; edges: list tăng nghiêm ngặt, ít nhất2.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1C0CF-6432-49D8-865D-6721E94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B1C04-312E-4A42-B507-912D0D9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12/15</a:t>
            </a:r>
          </a:p>
        </p:txBody>
      </p:sp>
    </p:spTree>
    <p:extLst>
      <p:ext uri="{BB962C8B-B14F-4D97-AF65-F5344CB8AC3E}">
        <p14:creationId xmlns:p14="http://schemas.microsoft.com/office/powerpoint/2010/main" val="11756511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FA8A7-DD62-4C50-A8E9-58961454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869E6-1479-4482-AA2D-5AEE7F5B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loại biểu đồ: compare_categories→bar; distribution→histogram; two_numeric→scatter; sequence_over_time→line.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C2708-4A2C-4FE7-874E-6589000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questions: list trong4 tên được quy định.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A92D2-C60F-4697-B8A6-969BA548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97F5-DBB7-405D-80C6-DF863EF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13/15</a:t>
            </a:r>
          </a:p>
        </p:txBody>
      </p:sp>
    </p:spTree>
    <p:extLst>
      <p:ext uri="{BB962C8B-B14F-4D97-AF65-F5344CB8AC3E}">
        <p14:creationId xmlns:p14="http://schemas.microsoft.com/office/powerpoint/2010/main" val="1677356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80B73-9138-4E35-B170-8F3FEC9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9CA6-8F11-4B31-8A60-9C81CF27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mean theo group; group được chuyển thành chuỗi trong keys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EB25F-A273-4810-9BE5-DEF78E98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groups/values: cùng chiều dài; values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D9A2A-ED61-401E-9611-5B83F38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160C3-6EF9-460E-82A5-6251E18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14/15</a:t>
            </a:r>
          </a:p>
        </p:txBody>
      </p:sp>
    </p:spTree>
    <p:extLst>
      <p:ext uri="{BB962C8B-B14F-4D97-AF65-F5344CB8AC3E}">
        <p14:creationId xmlns:p14="http://schemas.microsoft.com/office/powerpoint/2010/main" val="1377036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E3731-88FC-4E1B-81E5-7AAA5F43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E86F2-9E0C-4E5C-BECF-785B340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Vẽ cùng dữ liệu bằng bar và histogram; viết mỗi hình trả lời câu hỏi gì.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77CF7-3BEA-473A-B599-97B2D8D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chương 4; AIO 11.3.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28728-417D-4A03-B2CD-0482B955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9.4 “Vẽ dữ liệu bằng Matplotlib”; AIO 11.3 phần phân tích IMDB Movie Dataset.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DAD1-75B8-4922-AE48-9AEDB2D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0.5 · 15/15</a:t>
            </a:r>
          </a:p>
        </p:txBody>
      </p:sp>
    </p:spTree>
    <p:extLst>
      <p:ext uri="{BB962C8B-B14F-4D97-AF65-F5344CB8AC3E}">
        <p14:creationId xmlns:p14="http://schemas.microsoft.com/office/powerpoint/2010/main" val="67118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2026-10-01T09:00:45.9420000Z</dcterms:created>
  <dcterms:modified xsi:type="dcterms:W3CDTF">2026-10-01T09:00:45.9420000Z</dcterms:modified>
</coreProperties>
</file>