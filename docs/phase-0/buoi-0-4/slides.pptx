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f4d5766974c8b" /><Relationship Type="http://schemas.openxmlformats.org/officeDocument/2006/relationships/extended-properties" Target="/docProps/app.xml" Id="R8ac7e1b3d3c94871" /><Relationship Type="http://schemas.openxmlformats.org/officeDocument/2006/relationships/officeDocument" Target="/ppt/presentation.xml" Id="Rfb688718941646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4b2513622e43e8"/>
  </p:sldMasterIdLst>
  <p:notesMasterIdLst>
    <p:notesMasterId xmlns:r="http://schemas.openxmlformats.org/officeDocument/2006/relationships" r:id="R9f4f669907d14364"/>
  </p:notesMasterIdLst>
  <p:sldIdLst>
    <p:sldId xmlns:r="http://schemas.openxmlformats.org/officeDocument/2006/relationships" id="256" r:id="R052931f1a2804b99"/>
    <p:sldId xmlns:r="http://schemas.openxmlformats.org/officeDocument/2006/relationships" id="257" r:id="R4e43e10a10254349"/>
    <p:sldId xmlns:r="http://schemas.openxmlformats.org/officeDocument/2006/relationships" id="258" r:id="R286bd5fb66414a4b"/>
    <p:sldId xmlns:r="http://schemas.openxmlformats.org/officeDocument/2006/relationships" id="259" r:id="R621aac9c21e24256"/>
    <p:sldId xmlns:r="http://schemas.openxmlformats.org/officeDocument/2006/relationships" id="260" r:id="Rb1ced931210849d8"/>
    <p:sldId xmlns:r="http://schemas.openxmlformats.org/officeDocument/2006/relationships" id="261" r:id="R2ca51d9632c548e0"/>
    <p:sldId xmlns:r="http://schemas.openxmlformats.org/officeDocument/2006/relationships" id="262" r:id="Rbbcb7223b9df4ee4"/>
    <p:sldId xmlns:r="http://schemas.openxmlformats.org/officeDocument/2006/relationships" id="263" r:id="R3881cd6b40c04547"/>
    <p:sldId xmlns:r="http://schemas.openxmlformats.org/officeDocument/2006/relationships" id="264" r:id="Ree8603c6ff174d51"/>
    <p:sldId xmlns:r="http://schemas.openxmlformats.org/officeDocument/2006/relationships" id="265" r:id="Rdefb15cfafe7451a"/>
    <p:sldId xmlns:r="http://schemas.openxmlformats.org/officeDocument/2006/relationships" id="266" r:id="R5933eedf17f94f31"/>
    <p:sldId xmlns:r="http://schemas.openxmlformats.org/officeDocument/2006/relationships" id="267" r:id="Rb34866873d794c60"/>
    <p:sldId xmlns:r="http://schemas.openxmlformats.org/officeDocument/2006/relationships" id="268" r:id="R84894d88b1864c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ffe941ca04bb0" /><Relationship Type="http://schemas.openxmlformats.org/officeDocument/2006/relationships/slideMaster" Target="/ppt/slideMasters/slideMaster1.xml" Id="R514b2513622e43e8" /><Relationship Type="http://schemas.openxmlformats.org/officeDocument/2006/relationships/notesMaster" Target="/ppt/notesMasters/notesMaster1.xml" Id="R9f4f669907d14364" /><Relationship Type="http://schemas.openxmlformats.org/officeDocument/2006/relationships/presProps" Target="/ppt/presProps.xml" Id="Rf88164a2773e4e5d" /><Relationship Type="http://schemas.openxmlformats.org/officeDocument/2006/relationships/tableStyles" Target="/ppt/tableStyles.xml" Id="Rb0a5e487e77a41b4" /><Relationship Type="http://schemas.openxmlformats.org/officeDocument/2006/relationships/slide" Target="/ppt/slides/slide1.xml" Id="R052931f1a2804b99" /><Relationship Type="http://schemas.openxmlformats.org/officeDocument/2006/relationships/slide" Target="/ppt/slides/slide2.xml" Id="R4e43e10a10254349" /><Relationship Type="http://schemas.openxmlformats.org/officeDocument/2006/relationships/slide" Target="/ppt/slides/slide3.xml" Id="R286bd5fb66414a4b" /><Relationship Type="http://schemas.openxmlformats.org/officeDocument/2006/relationships/slide" Target="/ppt/slides/slide4.xml" Id="R621aac9c21e24256" /><Relationship Type="http://schemas.openxmlformats.org/officeDocument/2006/relationships/slide" Target="/ppt/slides/slide5.xml" Id="Rb1ced931210849d8" /><Relationship Type="http://schemas.openxmlformats.org/officeDocument/2006/relationships/slide" Target="/ppt/slides/slide6.xml" Id="R2ca51d9632c548e0" /><Relationship Type="http://schemas.openxmlformats.org/officeDocument/2006/relationships/slide" Target="/ppt/slides/slide7.xml" Id="Rbbcb7223b9df4ee4" /><Relationship Type="http://schemas.openxmlformats.org/officeDocument/2006/relationships/slide" Target="/ppt/slides/slide8.xml" Id="R3881cd6b40c04547" /><Relationship Type="http://schemas.openxmlformats.org/officeDocument/2006/relationships/slide" Target="/ppt/slides/slide9.xml" Id="Ree8603c6ff174d51" /><Relationship Type="http://schemas.openxmlformats.org/officeDocument/2006/relationships/slide" Target="/ppt/slides/slide10.xml" Id="Rdefb15cfafe7451a" /><Relationship Type="http://schemas.openxmlformats.org/officeDocument/2006/relationships/slide" Target="/ppt/slides/slide11.xml" Id="R5933eedf17f94f31" /><Relationship Type="http://schemas.openxmlformats.org/officeDocument/2006/relationships/slide" Target="/ppt/slides/slide12.xml" Id="Rb34866873d794c60" /><Relationship Type="http://schemas.openxmlformats.org/officeDocument/2006/relationships/slide" Target="/ppt/slides/slide13.xml" Id="R84894d88b1864c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9772784e74a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5833b722a4bc6" /><Relationship Type="http://schemas.openxmlformats.org/officeDocument/2006/relationships/notesMaster" Target="/ppt/notesMasters/notesMaster1.xml" Id="R8a116ebdcee94f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c450e045848d2" /><Relationship Type="http://schemas.openxmlformats.org/officeDocument/2006/relationships/notesMaster" Target="/ppt/notesMasters/notesMaster1.xml" Id="R8dbd21a3f9ac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80fa5277bd4952" /><Relationship Type="http://schemas.openxmlformats.org/officeDocument/2006/relationships/notesMaster" Target="/ppt/notesMasters/notesMaster1.xml" Id="R0eda6e4591d5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5209ee5ee4343" /><Relationship Type="http://schemas.openxmlformats.org/officeDocument/2006/relationships/notesMaster" Target="/ppt/notesMasters/notesMaster1.xml" Id="Re921c6ec9fc04a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085c59f7f4c65" /><Relationship Type="http://schemas.openxmlformats.org/officeDocument/2006/relationships/notesMaster" Target="/ppt/notesMasters/notesMaster1.xml" Id="Rc161c6df11624f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76f19bc7644d6e" /><Relationship Type="http://schemas.openxmlformats.org/officeDocument/2006/relationships/notesMaster" Target="/ppt/notesMasters/notesMaster1.xml" Id="R41438202bded42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b58ff57184213" /><Relationship Type="http://schemas.openxmlformats.org/officeDocument/2006/relationships/notesMaster" Target="/ppt/notesMasters/notesMaster1.xml" Id="Ra8437a0a763442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81a1c32fe94de5" /><Relationship Type="http://schemas.openxmlformats.org/officeDocument/2006/relationships/notesMaster" Target="/ppt/notesMasters/notesMaster1.xml" Id="R0e8a1736388947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86d0628a344df8" /><Relationship Type="http://schemas.openxmlformats.org/officeDocument/2006/relationships/notesMaster" Target="/ppt/notesMasters/notesMaster1.xml" Id="Rcde53da7989a4d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f4f0c8632044d1" /><Relationship Type="http://schemas.openxmlformats.org/officeDocument/2006/relationships/notesMaster" Target="/ppt/notesMasters/notesMaster1.xml" Id="Rcd8df9facea347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20b444325143de" /><Relationship Type="http://schemas.openxmlformats.org/officeDocument/2006/relationships/notesMaster" Target="/ppt/notesMasters/notesMaster1.xml" Id="R2382e024ec944e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8789a417c04cca" /><Relationship Type="http://schemas.openxmlformats.org/officeDocument/2006/relationships/notesMaster" Target="/ppt/notesMasters/notesMaster1.xml" Id="Reaa49239745f43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1136d980b4475b" /><Relationship Type="http://schemas.openxmlformats.org/officeDocument/2006/relationships/notesMaster" Target="/ppt/notesMasters/notesMaster1.xml" Id="Rab745d2b7420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chương 3; AIO 11.2.. NT 9.3 “Làm sạch và tổng hợp dữ liệu bằng pandas”, dùng đúng hai bảng students/classes cấp trong tài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{"A":7,"B":10}</a:t>
            </a:r>
          </a:p>
          <a:p xmlns:a="http://schemas.openxmlformats.org/drawingml/2006/main">
            <a:r>
              <a:t>Tham khảo: NT chương 3; AIO 11.2.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[20,100]</a:t>
            </a:r>
          </a:p>
          <a:p xmlns:a="http://schemas.openxmlformats.org/drawingml/2006/main">
            <a:r>
              <a:t>Tham khảo: NT chương 3; AIO 11.2.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0.4: Pandas</a:t>
            </a:r>
          </a:p>
          <a:p xmlns:a="http://schemas.openxmlformats.org/drawingml/2006/main">
            <a:r>
              <a:t>Nguồn giáo trình: NT chương 3; AIO 11.2.</a:t>
            </a:r>
          </a:p>
          <a:p xmlns:a="http://schemas.openxmlformats.org/drawingml/2006/main">
            <a:r>
              <a:t>Bài tiếp theo trong nguồn: NT 9.3 “Làm sạch và tổng hợp dữ liệu bằng pandas”, dùng đúng hai bảng students/classes cấp trong tài liệu.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3bdde7950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ea346a79ac45d1" /><Relationship Type="http://schemas.openxmlformats.org/officeDocument/2006/relationships/slideLayout" Target="/ppt/slideLayouts/slideLayout1.xml" Id="Rc7379aad142d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379aad142d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1c4dd746d4059" /><Relationship Type="http://schemas.openxmlformats.org/officeDocument/2006/relationships/notesSlide" Target="/ppt/notesSlides/notesSlide1.xml" Id="R17ef7a77e034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0395999be4135" /><Relationship Type="http://schemas.openxmlformats.org/officeDocument/2006/relationships/notesSlide" Target="/ppt/notesSlides/notesSlide2.xml" Id="Rfd0263e2b1ba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11c63a1d541f4" /><Relationship Type="http://schemas.openxmlformats.org/officeDocument/2006/relationships/notesSlide" Target="/ppt/notesSlides/notesSlide3.xml" Id="Rc83e40e9186445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08da75a74693" /><Relationship Type="http://schemas.openxmlformats.org/officeDocument/2006/relationships/notesSlide" Target="/ppt/notesSlides/notesSlide4.xml" Id="R6aa6a775a67c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99fd01f224b3e" /><Relationship Type="http://schemas.openxmlformats.org/officeDocument/2006/relationships/notesSlide" Target="/ppt/notesSlides/notesSlide5.xml" Id="R3a5c11b6a11c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f6acfa3764323" /><Relationship Type="http://schemas.openxmlformats.org/officeDocument/2006/relationships/notesSlide" Target="/ppt/notesSlides/notesSlide6.xml" Id="R6a4fd98d122f42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820f5849044d6" /><Relationship Type="http://schemas.openxmlformats.org/officeDocument/2006/relationships/notesSlide" Target="/ppt/notesSlides/notesSlide7.xml" Id="Rf524fb36dab7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eefe89394ce7" /><Relationship Type="http://schemas.openxmlformats.org/officeDocument/2006/relationships/notesSlide" Target="/ppt/notesSlides/notesSlide8.xml" Id="Ree6f6d35459041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4c96ce7c641b7" /><Relationship Type="http://schemas.openxmlformats.org/officeDocument/2006/relationships/notesSlide" Target="/ppt/notesSlides/notesSlide9.xml" Id="Rd94364c1a67a40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e70658077447b" /><Relationship Type="http://schemas.openxmlformats.org/officeDocument/2006/relationships/notesSlide" Target="/ppt/notesSlides/notesSlide10.xml" Id="R4ee93e73649443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588022c634e06" /><Relationship Type="http://schemas.openxmlformats.org/officeDocument/2006/relationships/notesSlide" Target="/ppt/notesSlides/notesSlide11.xml" Id="R09f2b7c6afc043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56cf7f8cf40e2" /><Relationship Type="http://schemas.openxmlformats.org/officeDocument/2006/relationships/notesSlide" Target="/ppt/notesSlides/notesSlide12.xml" Id="R18ced59c0b8946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e86ad8444eae" /><Relationship Type="http://schemas.openxmlformats.org/officeDocument/2006/relationships/notesSlide" Target="/ppt/notesSlides/notesSlide13.xml" Id="R784c40e1aecb49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D9D58-FBCA-4388-B0A4-39E26E47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0.4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DE75B-3FF8-46D4-82D0-D6E7D9AB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75245-E516-43C9-8FE3-BD7AEE0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Điểm thiếu của một học sinh nên lấy median của lớp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B8CD-0FF5-4348-BAF4-241C7518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1/13</a:t>
            </a:r>
          </a:p>
        </p:txBody>
      </p:sp>
    </p:spTree>
    <p:extLst>
      <p:ext uri="{BB962C8B-B14F-4D97-AF65-F5344CB8AC3E}">
        <p14:creationId xmlns:p14="http://schemas.microsoft.com/office/powerpoint/2010/main" val="1887003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D0255-383F-4210-8765-690D68A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58F02-85B2-4B0F-916E-59A9B67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DataFrame có tên cột và kiểu dữ liệu; kiểm schema trước xử lý.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80E14-76EA-4E2F-8914-DACFAFF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groupby gom cùng lớp; transform trả một giá trị cho mỗi dòng ban đầu.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A6C2A-EAED-4055-A793-EEE07CE2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merge theo khóa có kiểm tra cardinality tránh tăng số mẫu.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817D9-C40D-4540-BDB0-BAC58E2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missing_score → median của group tương ứng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65DD0-E16D-48DB-A057-396D7ED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2/13</a:t>
            </a:r>
          </a:p>
        </p:txBody>
      </p:sp>
    </p:spTree>
    <p:extLst>
      <p:ext uri="{BB962C8B-B14F-4D97-AF65-F5344CB8AC3E}">
        <p14:creationId xmlns:p14="http://schemas.microsoft.com/office/powerpoint/2010/main" val="447903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4E9A0-5BD2-43B8-92DF-8BDDB84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["A","A","B"]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[8,6,10]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2381-2377-4BB1-A9B8-DFFF714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3/13</a:t>
            </a:r>
          </a:p>
        </p:txBody>
      </p:sp>
    </p:spTree>
    <p:extLst>
      <p:ext uri="{BB962C8B-B14F-4D97-AF65-F5344CB8AC3E}">
        <p14:creationId xmlns:p14="http://schemas.microsoft.com/office/powerpoint/2010/main" val="51138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91D1-27E9-4639-AD53-5D49467B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2E3B2-E912-46A5-9BB2-A5CD7CE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"A": 7,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"B": 10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F42FF-370C-4D51-98D3-DF654F41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4/13</a:t>
            </a:r>
          </a:p>
        </p:txBody>
      </p:sp>
    </p:spTree>
    <p:extLst>
      <p:ext uri="{BB962C8B-B14F-4D97-AF65-F5344CB8AC3E}">
        <p14:creationId xmlns:p14="http://schemas.microsoft.com/office/powerpoint/2010/main" val="793784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9CE9F-AC0B-4AEF-B5C2-7F5D637A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ACC1F-A39F-4E49-8A0F-717D0DB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Bốn học sinh là fixture minh họa, không phải hồ sơ cá nhân.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students = pd.DataFrame({"id":[1,2,3,4], "class":["A","A","B","B"],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    "score":[8.0,None,6.0,10.0]})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teachers = pd.DataFrame({"class":["A","B"], "teacher":["Mai","Son"]})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transform trả một median cho từng dòng thuộc đúng nhóm.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median = students.groupby("class")["score"].transform("median")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students["score"] = students["score"].fillna(median)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validate ngăn merge làm tăng số dòng do khóa trùng.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full = students.merge(teachers, on="class", validate="many_to_one")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print(full.to_string(index=False))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print("Điểm trung bình mỗi lớp:")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print(full.groupby("class")["score"].mean().to_string())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len(full) == 4 and full["score"].notna().all()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6EA9C-A5B5-4B72-86F8-4C0AA5F0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7B6E4-476D-4458-BAEB-8F682C3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0.4 · 5/13</a:t>
            </a:r>
          </a:p>
        </p:txBody>
      </p:sp>
    </p:spTree>
    <p:extLst>
      <p:ext uri="{BB962C8B-B14F-4D97-AF65-F5344CB8AC3E}">
        <p14:creationId xmlns:p14="http://schemas.microsoft.com/office/powerpoint/2010/main" val="2118906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756D1-13BA-4D72-84B3-EF3C61DC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718A7-C4F6-4CED-8355-B16B903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id class  score teacher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     A    8.0     Mai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     A    8.0     Mai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     B    6.0     Son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4     B   10.0     Son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Điểm trung bình mỗi lớp: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class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A    8.0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    8.0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4975A-9262-481C-8633-BF8EEBD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6/13</a:t>
            </a:r>
          </a:p>
        </p:txBody>
      </p:sp>
    </p:spTree>
    <p:extLst>
      <p:ext uri="{BB962C8B-B14F-4D97-AF65-F5344CB8AC3E}">
        <p14:creationId xmlns:p14="http://schemas.microsoft.com/office/powerpoint/2010/main" val="552153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5CD99-B003-4DD5-B428-FBEE59DC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66CC7-6142-4283-AE66-8199F8D1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Điền missing để mô tả bảng khác fit imputer cho ML; ở ML phải fit trên train.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8046B-23FA-4F79-8641-6381BF1E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Thêm một khóa teacher bị trùng và quan sát validate báo lỗi.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3FCDF-03CF-47C9-B79B-69AB5EB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7/13</a:t>
            </a:r>
          </a:p>
        </p:txBody>
      </p:sp>
    </p:spTree>
    <p:extLst>
      <p:ext uri="{BB962C8B-B14F-4D97-AF65-F5344CB8AC3E}">
        <p14:creationId xmlns:p14="http://schemas.microsoft.com/office/powerpoint/2010/main" val="1289884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864A6-D911-4104-9718-E45A676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04515-49A2-4963-A78D-C10A41A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mean theo group; group được chuyển thành chuỗi trong keys output.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["A","A","B"]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[8,6,10]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172F-C478-4AA6-AD4C-78A4384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8/13</a:t>
            </a:r>
          </a:p>
        </p:txBody>
      </p:sp>
    </p:spTree>
    <p:extLst>
      <p:ext uri="{BB962C8B-B14F-4D97-AF65-F5344CB8AC3E}">
        <p14:creationId xmlns:p14="http://schemas.microsoft.com/office/powerpoint/2010/main" val="809543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98833-3605-43E5-9818-55D995E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CE1DA-697E-4872-88A7-5B101E9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Học median từ các giá trị train không null; điền null trong query. Nếu train toàn null dùng0.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[10,null,30]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[null,100]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2A5D4-9E91-47C8-AD5D-0BB631B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9/13</a:t>
            </a:r>
          </a:p>
        </p:txBody>
      </p:sp>
    </p:spTree>
    <p:extLst>
      <p:ext uri="{BB962C8B-B14F-4D97-AF65-F5344CB8AC3E}">
        <p14:creationId xmlns:p14="http://schemas.microsoft.com/office/powerpoint/2010/main" val="1533281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9586E-B001-41A3-9986-1A853860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A4ED1-E963-44EF-B032-1231879D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mean theo group; group được chuyển thành chuỗi trong keys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57A1F-02AA-473D-8D24-8E2C65D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groups/values: cùng chiều dài; values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4E110-19D3-48AA-9022-B6D79A8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8EE96-30F5-4CA5-8F45-9A4BFBFD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10/13</a:t>
            </a:r>
          </a:p>
        </p:txBody>
      </p:sp>
    </p:spTree>
    <p:extLst>
      <p:ext uri="{BB962C8B-B14F-4D97-AF65-F5344CB8AC3E}">
        <p14:creationId xmlns:p14="http://schemas.microsoft.com/office/powerpoint/2010/main" val="351769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1F6CC-53AC-4DA8-8B56-2F53F0B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35371-2A30-4342-BD3B-FD19E8DB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Học median từ các giá trị train không null; điền null trong query. Nếu train toàn null dùng0.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8D800-5B73-44AB-8454-2642B53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train/query: list số hoặc null.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01ED2-0FCF-40C8-8128-A9FDC42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48465-8CA7-4A73-AFE6-3FF74E6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11/13</a:t>
            </a:r>
          </a:p>
        </p:txBody>
      </p:sp>
    </p:spTree>
    <p:extLst>
      <p:ext uri="{BB962C8B-B14F-4D97-AF65-F5344CB8AC3E}">
        <p14:creationId xmlns:p14="http://schemas.microsoft.com/office/powerpoint/2010/main" val="651645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46032-D012-4620-95E4-45264007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341C6-8894-4346-8530-72DE3443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Giữ records có score&gt;=threshold, sắp score giảm; hòa score thì id tăng.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5417E-3FE2-4DD8-BD2C-53B01B4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rows: {id, score}; threshold: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B1175-50CC-402A-9AC5-3309867C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C202B-0436-42EE-B7CA-3FF05BD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12/13</a:t>
            </a:r>
          </a:p>
        </p:txBody>
      </p:sp>
    </p:spTree>
    <p:extLst>
      <p:ext uri="{BB962C8B-B14F-4D97-AF65-F5344CB8AC3E}">
        <p14:creationId xmlns:p14="http://schemas.microsoft.com/office/powerpoint/2010/main" val="718798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A1427-7F51-474F-B1F6-5EC5D9E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B9F47-F7A8-46D7-9003-5E6BA1DF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Thêm một khóa teacher bị trùng và quan sát validate báo lỗi.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FB99-7C3D-4BC0-9EDE-B579FE61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chương 3; AIO 11.2.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D976-7319-4CD6-A416-CDD6DFB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9.3 “Làm sạch và tổng hợp dữ liệu bằng pandas”, dùng đúng hai bảng students/classes cấp trong tài liệu.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74399-6579-4F41-ACF8-3FAE8E02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0.4 · 13/13</a:t>
            </a:r>
          </a:p>
        </p:txBody>
      </p:sp>
    </p:spTree>
    <p:extLst>
      <p:ext uri="{BB962C8B-B14F-4D97-AF65-F5344CB8AC3E}">
        <p14:creationId xmlns:p14="http://schemas.microsoft.com/office/powerpoint/2010/main" val="1317153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2026-10-01T09:00:36.4110000Z</dcterms:created>
  <dcterms:modified xsi:type="dcterms:W3CDTF">2026-10-01T09:00:36.4110000Z</dcterms:modified>
</coreProperties>
</file>