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e1814745f44b5c" /><Relationship Type="http://schemas.openxmlformats.org/officeDocument/2006/relationships/extended-properties" Target="/docProps/app.xml" Id="Re5d783d77e6c42fe" /><Relationship Type="http://schemas.openxmlformats.org/officeDocument/2006/relationships/officeDocument" Target="/ppt/presentation.xml" Id="R38a7a5de0091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02d5df16034d64"/>
  </p:sldMasterIdLst>
  <p:notesMasterIdLst>
    <p:notesMasterId xmlns:r="http://schemas.openxmlformats.org/officeDocument/2006/relationships" r:id="R4bf270297f614928"/>
  </p:notesMasterIdLst>
  <p:sldIdLst>
    <p:sldId xmlns:r="http://schemas.openxmlformats.org/officeDocument/2006/relationships" id="256" r:id="Ra55a3ac9c42647ed"/>
    <p:sldId xmlns:r="http://schemas.openxmlformats.org/officeDocument/2006/relationships" id="257" r:id="Rc100398b3258419b"/>
    <p:sldId xmlns:r="http://schemas.openxmlformats.org/officeDocument/2006/relationships" id="258" r:id="R557f115108e84f6b"/>
    <p:sldId xmlns:r="http://schemas.openxmlformats.org/officeDocument/2006/relationships" id="259" r:id="Rdb0581d0021548f7"/>
    <p:sldId xmlns:r="http://schemas.openxmlformats.org/officeDocument/2006/relationships" id="260" r:id="R5538e901bc6b479a"/>
    <p:sldId xmlns:r="http://schemas.openxmlformats.org/officeDocument/2006/relationships" id="261" r:id="R0fccb5ecd4c94a63"/>
    <p:sldId xmlns:r="http://schemas.openxmlformats.org/officeDocument/2006/relationships" id="262" r:id="Rcc3c7d1ce61f4bfc"/>
    <p:sldId xmlns:r="http://schemas.openxmlformats.org/officeDocument/2006/relationships" id="263" r:id="R6c7eebd8203b4576"/>
    <p:sldId xmlns:r="http://schemas.openxmlformats.org/officeDocument/2006/relationships" id="264" r:id="Rf23395c97c414570"/>
    <p:sldId xmlns:r="http://schemas.openxmlformats.org/officeDocument/2006/relationships" id="265" r:id="R23975007db3243ed"/>
    <p:sldId xmlns:r="http://schemas.openxmlformats.org/officeDocument/2006/relationships" id="266" r:id="R72e66af3371146a2"/>
    <p:sldId xmlns:r="http://schemas.openxmlformats.org/officeDocument/2006/relationships" id="267" r:id="Rd72d063b67854951"/>
    <p:sldId xmlns:r="http://schemas.openxmlformats.org/officeDocument/2006/relationships" id="268" r:id="Rc889636ec0344a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57b82206804dc0" /><Relationship Type="http://schemas.openxmlformats.org/officeDocument/2006/relationships/slideMaster" Target="/ppt/slideMasters/slideMaster1.xml" Id="Rbb02d5df16034d64" /><Relationship Type="http://schemas.openxmlformats.org/officeDocument/2006/relationships/notesMaster" Target="/ppt/notesMasters/notesMaster1.xml" Id="R4bf270297f614928" /><Relationship Type="http://schemas.openxmlformats.org/officeDocument/2006/relationships/presProps" Target="/ppt/presProps.xml" Id="Ra26bbb53c62a46a4" /><Relationship Type="http://schemas.openxmlformats.org/officeDocument/2006/relationships/tableStyles" Target="/ppt/tableStyles.xml" Id="R0da1aeb2417541e7" /><Relationship Type="http://schemas.openxmlformats.org/officeDocument/2006/relationships/slide" Target="/ppt/slides/slide1.xml" Id="Ra55a3ac9c42647ed" /><Relationship Type="http://schemas.openxmlformats.org/officeDocument/2006/relationships/slide" Target="/ppt/slides/slide2.xml" Id="Rc100398b3258419b" /><Relationship Type="http://schemas.openxmlformats.org/officeDocument/2006/relationships/slide" Target="/ppt/slides/slide3.xml" Id="R557f115108e84f6b" /><Relationship Type="http://schemas.openxmlformats.org/officeDocument/2006/relationships/slide" Target="/ppt/slides/slide4.xml" Id="Rdb0581d0021548f7" /><Relationship Type="http://schemas.openxmlformats.org/officeDocument/2006/relationships/slide" Target="/ppt/slides/slide5.xml" Id="R5538e901bc6b479a" /><Relationship Type="http://schemas.openxmlformats.org/officeDocument/2006/relationships/slide" Target="/ppt/slides/slide6.xml" Id="R0fccb5ecd4c94a63" /><Relationship Type="http://schemas.openxmlformats.org/officeDocument/2006/relationships/slide" Target="/ppt/slides/slide7.xml" Id="Rcc3c7d1ce61f4bfc" /><Relationship Type="http://schemas.openxmlformats.org/officeDocument/2006/relationships/slide" Target="/ppt/slides/slide8.xml" Id="R6c7eebd8203b4576" /><Relationship Type="http://schemas.openxmlformats.org/officeDocument/2006/relationships/slide" Target="/ppt/slides/slide9.xml" Id="Rf23395c97c414570" /><Relationship Type="http://schemas.openxmlformats.org/officeDocument/2006/relationships/slide" Target="/ppt/slides/slide10.xml" Id="R23975007db3243ed" /><Relationship Type="http://schemas.openxmlformats.org/officeDocument/2006/relationships/slide" Target="/ppt/slides/slide11.xml" Id="R72e66af3371146a2" /><Relationship Type="http://schemas.openxmlformats.org/officeDocument/2006/relationships/slide" Target="/ppt/slides/slide12.xml" Id="Rd72d063b67854951" /><Relationship Type="http://schemas.openxmlformats.org/officeDocument/2006/relationships/slide" Target="/ppt/slides/slide13.xml" Id="Rc889636ec0344a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8678a01efd4b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d5d59b66f94726" /><Relationship Type="http://schemas.openxmlformats.org/officeDocument/2006/relationships/notesMaster" Target="/ppt/notesMasters/notesMaster1.xml" Id="R26f74a5a73d540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793323006e458e" /><Relationship Type="http://schemas.openxmlformats.org/officeDocument/2006/relationships/notesMaster" Target="/ppt/notesMasters/notesMaster1.xml" Id="Re9b9b93fac4740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a6bed306274194" /><Relationship Type="http://schemas.openxmlformats.org/officeDocument/2006/relationships/notesMaster" Target="/ppt/notesMasters/notesMaster1.xml" Id="R728b2fc0f62949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de81e63be54e64" /><Relationship Type="http://schemas.openxmlformats.org/officeDocument/2006/relationships/notesMaster" Target="/ppt/notesMasters/notesMaster1.xml" Id="R9c8d854d3ab1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0fe36aa1274932" /><Relationship Type="http://schemas.openxmlformats.org/officeDocument/2006/relationships/notesMaster" Target="/ppt/notesMasters/notesMaster1.xml" Id="Rb66cb77288f245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26fb61c5294f03" /><Relationship Type="http://schemas.openxmlformats.org/officeDocument/2006/relationships/notesMaster" Target="/ppt/notesMasters/notesMaster1.xml" Id="R0a00a29bb6d646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eeae364ba04ec9" /><Relationship Type="http://schemas.openxmlformats.org/officeDocument/2006/relationships/notesMaster" Target="/ppt/notesMasters/notesMaster1.xml" Id="Rc8c788bf44c548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735fa696ef4233" /><Relationship Type="http://schemas.openxmlformats.org/officeDocument/2006/relationships/notesMaster" Target="/ppt/notesMasters/notesMaster1.xml" Id="Rf00fdbe39831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60cc9d871d41f8" /><Relationship Type="http://schemas.openxmlformats.org/officeDocument/2006/relationships/notesMaster" Target="/ppt/notesMasters/notesMaster1.xml" Id="R3a536135eab244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f2ad8e25184053" /><Relationship Type="http://schemas.openxmlformats.org/officeDocument/2006/relationships/notesMaster" Target="/ppt/notesMasters/notesMaster1.xml" Id="R08057aa232b446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35a92c58234777" /><Relationship Type="http://schemas.openxmlformats.org/officeDocument/2006/relationships/notesMaster" Target="/ppt/notesMasters/notesMaster1.xml" Id="R63ae097f0c494d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57d178f9f347b2" /><Relationship Type="http://schemas.openxmlformats.org/officeDocument/2006/relationships/notesMaster" Target="/ppt/notesMasters/notesMaster1.xml" Id="Rbbcf43116d204d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5c942b98d54dbc" /><Relationship Type="http://schemas.openxmlformats.org/officeDocument/2006/relationships/notesMaster" Target="/ppt/notesMasters/notesMaster1.xml" Id="Ree634198b8cc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1.1.. AIO 1.2 Câu hỏi tự luận và 1.3 Câu hỏi trắc nghiệm; làm các bài Python/activation theo đề sách.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{"passed":2,"mean":6.5}</a:t>
            </a:r>
          </a:p>
          <a:p xmlns:a="http://schemas.openxmlformats.org/drawingml/2006/main">
            <a:r>
              <a:t>Tham khảo: AIO 1.1.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["Tot","Dat","Can_co_gang","Tot"]</a:t>
            </a:r>
          </a:p>
          <a:p xmlns:a="http://schemas.openxmlformats.org/drawingml/2006/main">
            <a:r>
              <a:t>Tham khảo: AIO 1.1.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0.1: Python cơ bản</a:t>
            </a:r>
          </a:p>
          <a:p xmlns:a="http://schemas.openxmlformats.org/drawingml/2006/main">
            <a:r>
              <a:t>Nguồn giáo trình: AIO 1.1.</a:t>
            </a:r>
          </a:p>
          <a:p xmlns:a="http://schemas.openxmlformats.org/drawingml/2006/main">
            <a:r>
              <a:t>Bài tiếp theo trong nguồn: AIO 1.2 Câu hỏi tự luận và 1.3 Câu hỏi trắc nghiệm; làm các bài Python/activation theo đề sách.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ad90bcbe848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42159d4eb149bc" /><Relationship Type="http://schemas.openxmlformats.org/officeDocument/2006/relationships/slideLayout" Target="/ppt/slideLayouts/slideLayout1.xml" Id="R0c89a9fade4d4d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89a9fade4d4d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0ea0580e847a6" /><Relationship Type="http://schemas.openxmlformats.org/officeDocument/2006/relationships/notesSlide" Target="/ppt/notesSlides/notesSlide1.xml" Id="Rc385936d009643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4ff013e7c4d67" /><Relationship Type="http://schemas.openxmlformats.org/officeDocument/2006/relationships/notesSlide" Target="/ppt/notesSlides/notesSlide2.xml" Id="R2da19b4cd6c1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12def948a45af" /><Relationship Type="http://schemas.openxmlformats.org/officeDocument/2006/relationships/notesSlide" Target="/ppt/notesSlides/notesSlide3.xml" Id="Rd692de16f615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7c4405ce742a5" /><Relationship Type="http://schemas.openxmlformats.org/officeDocument/2006/relationships/notesSlide" Target="/ppt/notesSlides/notesSlide4.xml" Id="R80e2c832791c47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c1c339e744b18" /><Relationship Type="http://schemas.openxmlformats.org/officeDocument/2006/relationships/notesSlide" Target="/ppt/notesSlides/notesSlide5.xml" Id="R5369da12f6f841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436eef1ee4d45" /><Relationship Type="http://schemas.openxmlformats.org/officeDocument/2006/relationships/notesSlide" Target="/ppt/notesSlides/notesSlide6.xml" Id="Rd05a73b43a6c4f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b4245f6e548b5" /><Relationship Type="http://schemas.openxmlformats.org/officeDocument/2006/relationships/notesSlide" Target="/ppt/notesSlides/notesSlide7.xml" Id="R10fc7ae9094446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423915a2a42b6" /><Relationship Type="http://schemas.openxmlformats.org/officeDocument/2006/relationships/notesSlide" Target="/ppt/notesSlides/notesSlide8.xml" Id="Rba1f8550459d4f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71c4228c94265" /><Relationship Type="http://schemas.openxmlformats.org/officeDocument/2006/relationships/notesSlide" Target="/ppt/notesSlides/notesSlide9.xml" Id="Rae711781506146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4409ecc804d09" /><Relationship Type="http://schemas.openxmlformats.org/officeDocument/2006/relationships/notesSlide" Target="/ppt/notesSlides/notesSlide10.xml" Id="Rac076df7187a44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0233540b54f6e" /><Relationship Type="http://schemas.openxmlformats.org/officeDocument/2006/relationships/notesSlide" Target="/ppt/notesSlides/notesSlide11.xml" Id="R057e59350a574a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4535f151c4900" /><Relationship Type="http://schemas.openxmlformats.org/officeDocument/2006/relationships/notesSlide" Target="/ppt/notesSlides/notesSlide12.xml" Id="R232233256c434c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1ca341c684277" /><Relationship Type="http://schemas.openxmlformats.org/officeDocument/2006/relationships/notesSlide" Target="/ppt/notesSlides/notesSlide13.xml" Id="R4392a8c3265c45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3A3AF-59F8-4569-87F7-1A7DACFD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0.1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A6FF6-9EE4-4697-8D31-ECF53D9D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Python cơ bản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3AD5B-386D-4C8C-85E7-CD7F45F7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Máy tính phân biệt bài đạt và chưa đạt bằng cách nào?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77947-E890-4F6C-A276-A4C53008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1/13</a:t>
            </a:r>
          </a:p>
        </p:txBody>
      </p:sp>
    </p:spTree>
    <p:extLst>
      <p:ext uri="{BB962C8B-B14F-4D97-AF65-F5344CB8AC3E}">
        <p14:creationId xmlns:p14="http://schemas.microsoft.com/office/powerpoint/2010/main" val="1966236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59B92-C98F-47D8-8099-5BB3966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7C627-E150-4F0E-9C0D-FAE2D712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Biến lưu một giá trị; list lưu nhiều giá trị cùng một thứ tự.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F5381-EC3B-4894-9E2B-531129F6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if chỉ chạy nhánh thỏa điều kiện. for đọc lần lượt từng phần tử.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EFD64-52F5-4058-86DC-A915A6E5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Hàm nhận input và trả output bằng return; print chỉ hiển thị.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938C5-FD28-47B8-A552-0BC177A1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passed(score) = score &gt;=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548D2-E33F-443B-8D03-4273D466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2/13</a:t>
            </a:r>
          </a:p>
        </p:txBody>
      </p:sp>
    </p:spTree>
    <p:extLst>
      <p:ext uri="{BB962C8B-B14F-4D97-AF65-F5344CB8AC3E}">
        <p14:creationId xmlns:p14="http://schemas.microsoft.com/office/powerpoint/2010/main" val="1335629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AD4AA-9050-4372-A266-7687571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scores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[8,5,9,4]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FE3BD-058B-4C39-A620-5925A5D3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3/13</a:t>
            </a:r>
          </a:p>
        </p:txBody>
      </p:sp>
    </p:spTree>
    <p:extLst>
      <p:ext uri="{BB962C8B-B14F-4D97-AF65-F5344CB8AC3E}">
        <p14:creationId xmlns:p14="http://schemas.microsoft.com/office/powerpoint/2010/main" val="658742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1C525-83BD-4553-85B0-E4AFA37B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D5164-708F-453D-A684-FC1A56E7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"passed": 2,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"mean": 6.5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B922A-61B0-4A0A-A458-02F956DC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4/13</a:t>
            </a:r>
          </a:p>
        </p:txBody>
      </p:sp>
    </p:spTree>
    <p:extLst>
      <p:ext uri="{BB962C8B-B14F-4D97-AF65-F5344CB8AC3E}">
        <p14:creationId xmlns:p14="http://schemas.microsoft.com/office/powerpoint/2010/main" val="1199767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F1AAD-001E-4AF2-82CA-6B144902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B3D9-197A-4F99-9CF4-5B78EDBB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Dữ liệu: điểm của bốn bài kiểm tra, thang 0..10.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scores = [8, 5, 9, 4]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Hàm trả True nếu điểm đạt yêu cầu; không chỉ print kết quả.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def passed(score):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return score &gt;= 6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Duyệt từng điểm và đếm bằng một biến có ý nghĩa.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count = 0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score in scores: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if passed(score):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count += 1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print("Điểm:", scores)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print("Số bài đạt:", count)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print("Trung bình:", sum(scores) / len(scores))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count ==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83C16-E17C-4101-AA28-97D3770F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22B07-4E6A-4D80-8F37-99360D63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0.1 · 5/13</a:t>
            </a:r>
          </a:p>
        </p:txBody>
      </p:sp>
    </p:spTree>
    <p:extLst>
      <p:ext uri="{BB962C8B-B14F-4D97-AF65-F5344CB8AC3E}">
        <p14:creationId xmlns:p14="http://schemas.microsoft.com/office/powerpoint/2010/main" val="20025416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089C2-F231-4AAD-9E18-BC6B75A2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DC6AB-665A-4A92-98CD-1836ACF2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Điểm: [8, 5, 9, 4]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Số bài đạt: 2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Trung bình: 6.5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15F57-DF36-4DF2-B469-B01DFAFD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6/13</a:t>
            </a:r>
          </a:p>
        </p:txBody>
      </p:sp>
    </p:spTree>
    <p:extLst>
      <p:ext uri="{BB962C8B-B14F-4D97-AF65-F5344CB8AC3E}">
        <p14:creationId xmlns:p14="http://schemas.microsoft.com/office/powerpoint/2010/main" val="743460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756EB-04CB-45D6-AA14-3B92C4EE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0CC29-E38A-4F0C-A636-B9E77C0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gọi trung bình trên list rỗng; phải nêu quy ước trước.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D1AF4-72B9-4AE0-B662-B3B90655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Thay ngưỡng từ 6 thành8, dự đoán số bài đạt trước khi chạy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B8328-25E4-4432-802D-5B7ABA24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7/13</a:t>
            </a:r>
          </a:p>
        </p:txBody>
      </p:sp>
    </p:spTree>
    <p:extLst>
      <p:ext uri="{BB962C8B-B14F-4D97-AF65-F5344CB8AC3E}">
        <p14:creationId xmlns:p14="http://schemas.microsoft.com/office/powerpoint/2010/main" val="1911327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2A41A-DC53-4BA6-868D-007EE9D9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6C749-C20C-4C45-A699-9B9C8702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Đếm số điểm đạt ngưỡng và tính trung bình tất cả điểm.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scores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[8,5,9,4]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C41E1-9861-4C47-BC67-A4A50FDD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8/13</a:t>
            </a:r>
          </a:p>
        </p:txBody>
      </p:sp>
    </p:spTree>
    <p:extLst>
      <p:ext uri="{BB962C8B-B14F-4D97-AF65-F5344CB8AC3E}">
        <p14:creationId xmlns:p14="http://schemas.microsoft.com/office/powerpoint/2010/main" val="1048202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74F52-06AA-4D55-B064-0688C53F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F759F-C257-4D8E-A5BD-3C3E15FF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Gán nhãn: score&gt;=8 là Tot; 6.5&lt;=score&lt;8 là Dat; còn lại Can_co_gang.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scores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[8,6.5,6.49,10]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55C04-54D8-432B-BAB8-5C8AE086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9/13</a:t>
            </a:r>
          </a:p>
        </p:txBody>
      </p:sp>
    </p:spTree>
    <p:extLst>
      <p:ext uri="{BB962C8B-B14F-4D97-AF65-F5344CB8AC3E}">
        <p14:creationId xmlns:p14="http://schemas.microsoft.com/office/powerpoint/2010/main" val="255176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278F1-4C55-4442-A4BB-3872C0F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1CFEA-7A02-4206-AE2B-4B7739A7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Đếm số điểm đạt ngưỡng và tính trung bình tất cả điểm.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59E0B-43E0-42AC-863B-D0C94540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scores: list số 0..10, không rỗng; threshold: số 0..10.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D4038-DDFB-4290-BA3A-265B1280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B920D-59DF-492B-BEAC-62D07BA1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10/13</a:t>
            </a:r>
          </a:p>
        </p:txBody>
      </p:sp>
    </p:spTree>
    <p:extLst>
      <p:ext uri="{BB962C8B-B14F-4D97-AF65-F5344CB8AC3E}">
        <p14:creationId xmlns:p14="http://schemas.microsoft.com/office/powerpoint/2010/main" val="4038825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7EF53-C635-4C24-997F-8CF022A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FE464-F6FC-48B8-B41D-C9C26DB3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Gán nhãn: score&gt;=8 là Tot; 6.5&lt;=score&lt;8 là Dat; còn lại Can_co_gang.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232FD-9FD7-4CF1-A4B4-E796027D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scores: list số 0..10.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44261-7EE2-490B-960B-B7465F32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28620-2D48-4A84-9F4C-339228B5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11/13</a:t>
            </a:r>
          </a:p>
        </p:txBody>
      </p:sp>
    </p:spTree>
    <p:extLst>
      <p:ext uri="{BB962C8B-B14F-4D97-AF65-F5344CB8AC3E}">
        <p14:creationId xmlns:p14="http://schemas.microsoft.com/office/powerpoint/2010/main" val="18069652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C7DA2-DF12-483F-BA77-8022A3ED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DB317-F768-413C-8895-7950AB33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tổng từng cửa sổ k phần tử liên tiếp, theo thứ tự từ trái qua phải.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C79EC-29B1-425E-B299-52A86EE9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values: list số; k: integer, 1&lt;=k&lt;=len(values).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B5E1D-EFB2-408C-8450-D02E3640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66D8-04E3-4171-BE26-D35E1C87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12/13</a:t>
            </a:r>
          </a:p>
        </p:txBody>
      </p:sp>
    </p:spTree>
    <p:extLst>
      <p:ext uri="{BB962C8B-B14F-4D97-AF65-F5344CB8AC3E}">
        <p14:creationId xmlns:p14="http://schemas.microsoft.com/office/powerpoint/2010/main" val="448134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27B3E-21CB-49A9-8126-626A0D2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A8394-4611-427F-9CB2-714958A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Thay ngưỡng từ 6 thành8, dự đoán số bài đạt trước khi chạy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3B0CE-9C87-4906-B022-9B6DF420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1.1.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855BE-A340-40BF-AE7A-94E7123E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1.2 Câu hỏi tự luận và 1.3 Câu hỏi trắc nghiệm; làm các bài Python/activation theo đề sách.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7BB3B-4C1C-4A71-85AF-45769509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0.1 · 13/13</a:t>
            </a:r>
          </a:p>
        </p:txBody>
      </p:sp>
    </p:spTree>
    <p:extLst>
      <p:ext uri="{BB962C8B-B14F-4D97-AF65-F5344CB8AC3E}">
        <p14:creationId xmlns:p14="http://schemas.microsoft.com/office/powerpoint/2010/main" val="1432021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2026-10-01T09:00:07.5460000Z</dcterms:created>
  <dcterms:modified xsi:type="dcterms:W3CDTF">2026-10-01T09:00:07.5460000Z</dcterms:modified>
</coreProperties>
</file>