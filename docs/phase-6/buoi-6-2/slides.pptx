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35c16809c0488f" /><Relationship Type="http://schemas.openxmlformats.org/officeDocument/2006/relationships/extended-properties" Target="/docProps/app.xml" Id="R34ec2e1eca9c4112" /><Relationship Type="http://schemas.openxmlformats.org/officeDocument/2006/relationships/officeDocument" Target="/ppt/presentation.xml" Id="R211da30100f146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81f5da95c4063"/>
  </p:sldMasterIdLst>
  <p:notesMasterIdLst>
    <p:notesMasterId xmlns:r="http://schemas.openxmlformats.org/officeDocument/2006/relationships" r:id="R9ae2823bb259478c"/>
  </p:notesMasterIdLst>
  <p:sldIdLst>
    <p:sldId xmlns:r="http://schemas.openxmlformats.org/officeDocument/2006/relationships" id="256" r:id="Rbaa9f1531ffa4ccb"/>
    <p:sldId xmlns:r="http://schemas.openxmlformats.org/officeDocument/2006/relationships" id="257" r:id="Rd2a663d3be9a47c1"/>
    <p:sldId xmlns:r="http://schemas.openxmlformats.org/officeDocument/2006/relationships" id="258" r:id="R4e0e870dec684c82"/>
    <p:sldId xmlns:r="http://schemas.openxmlformats.org/officeDocument/2006/relationships" id="259" r:id="R5ff2495986964e61"/>
    <p:sldId xmlns:r="http://schemas.openxmlformats.org/officeDocument/2006/relationships" id="260" r:id="R855c8cc0e40b4587"/>
    <p:sldId xmlns:r="http://schemas.openxmlformats.org/officeDocument/2006/relationships" id="261" r:id="R2994b88892ed474e"/>
    <p:sldId xmlns:r="http://schemas.openxmlformats.org/officeDocument/2006/relationships" id="262" r:id="R7ef13f49c9bf4907"/>
    <p:sldId xmlns:r="http://schemas.openxmlformats.org/officeDocument/2006/relationships" id="263" r:id="Rf9a67b1e05ec49c6"/>
    <p:sldId xmlns:r="http://schemas.openxmlformats.org/officeDocument/2006/relationships" id="264" r:id="Rae3e0ad4456647ac"/>
    <p:sldId xmlns:r="http://schemas.openxmlformats.org/officeDocument/2006/relationships" id="265" r:id="R9e01a70e2b9f485f"/>
    <p:sldId xmlns:r="http://schemas.openxmlformats.org/officeDocument/2006/relationships" id="266" r:id="R503ec3083f62416b"/>
    <p:sldId xmlns:r="http://schemas.openxmlformats.org/officeDocument/2006/relationships" id="267" r:id="R4352039ad6b14a2f"/>
    <p:sldId xmlns:r="http://schemas.openxmlformats.org/officeDocument/2006/relationships" id="268" r:id="R4da09482711f45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bc845038b84614" /><Relationship Type="http://schemas.openxmlformats.org/officeDocument/2006/relationships/slideMaster" Target="/ppt/slideMasters/slideMaster1.xml" Id="R71c81f5da95c4063" /><Relationship Type="http://schemas.openxmlformats.org/officeDocument/2006/relationships/notesMaster" Target="/ppt/notesMasters/notesMaster1.xml" Id="R9ae2823bb259478c" /><Relationship Type="http://schemas.openxmlformats.org/officeDocument/2006/relationships/presProps" Target="/ppt/presProps.xml" Id="R64257785b4d54b86" /><Relationship Type="http://schemas.openxmlformats.org/officeDocument/2006/relationships/tableStyles" Target="/ppt/tableStyles.xml" Id="Re17ab7397b4f4c20" /><Relationship Type="http://schemas.openxmlformats.org/officeDocument/2006/relationships/slide" Target="/ppt/slides/slide1.xml" Id="Rbaa9f1531ffa4ccb" /><Relationship Type="http://schemas.openxmlformats.org/officeDocument/2006/relationships/slide" Target="/ppt/slides/slide2.xml" Id="Rd2a663d3be9a47c1" /><Relationship Type="http://schemas.openxmlformats.org/officeDocument/2006/relationships/slide" Target="/ppt/slides/slide3.xml" Id="R4e0e870dec684c82" /><Relationship Type="http://schemas.openxmlformats.org/officeDocument/2006/relationships/slide" Target="/ppt/slides/slide4.xml" Id="R5ff2495986964e61" /><Relationship Type="http://schemas.openxmlformats.org/officeDocument/2006/relationships/slide" Target="/ppt/slides/slide5.xml" Id="R855c8cc0e40b4587" /><Relationship Type="http://schemas.openxmlformats.org/officeDocument/2006/relationships/slide" Target="/ppt/slides/slide6.xml" Id="R2994b88892ed474e" /><Relationship Type="http://schemas.openxmlformats.org/officeDocument/2006/relationships/slide" Target="/ppt/slides/slide7.xml" Id="R7ef13f49c9bf4907" /><Relationship Type="http://schemas.openxmlformats.org/officeDocument/2006/relationships/slide" Target="/ppt/slides/slide8.xml" Id="Rf9a67b1e05ec49c6" /><Relationship Type="http://schemas.openxmlformats.org/officeDocument/2006/relationships/slide" Target="/ppt/slides/slide9.xml" Id="Rae3e0ad4456647ac" /><Relationship Type="http://schemas.openxmlformats.org/officeDocument/2006/relationships/slide" Target="/ppt/slides/slide10.xml" Id="R9e01a70e2b9f485f" /><Relationship Type="http://schemas.openxmlformats.org/officeDocument/2006/relationships/slide" Target="/ppt/slides/slide11.xml" Id="R503ec3083f62416b" /><Relationship Type="http://schemas.openxmlformats.org/officeDocument/2006/relationships/slide" Target="/ppt/slides/slide12.xml" Id="R4352039ad6b14a2f" /><Relationship Type="http://schemas.openxmlformats.org/officeDocument/2006/relationships/slide" Target="/ppt/slides/slide13.xml" Id="R4da09482711f45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0cfabcdabe48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161213f9964486" /><Relationship Type="http://schemas.openxmlformats.org/officeDocument/2006/relationships/notesMaster" Target="/ppt/notesMasters/notesMaster1.xml" Id="Rdcfeba849d8f4a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b547e4b0354505" /><Relationship Type="http://schemas.openxmlformats.org/officeDocument/2006/relationships/notesMaster" Target="/ppt/notesMasters/notesMaster1.xml" Id="Rc5e3a2d914f3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94437568574894" /><Relationship Type="http://schemas.openxmlformats.org/officeDocument/2006/relationships/notesMaster" Target="/ppt/notesMasters/notesMaster1.xml" Id="R9f5092522c1c4d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8376a451734282" /><Relationship Type="http://schemas.openxmlformats.org/officeDocument/2006/relationships/notesMaster" Target="/ppt/notesMasters/notesMaster1.xml" Id="Re3672d54508540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3c71603c584e76" /><Relationship Type="http://schemas.openxmlformats.org/officeDocument/2006/relationships/notesMaster" Target="/ppt/notesMasters/notesMaster1.xml" Id="Rc7dd16d88e8f40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96ad7b9a094426" /><Relationship Type="http://schemas.openxmlformats.org/officeDocument/2006/relationships/notesMaster" Target="/ppt/notesMasters/notesMaster1.xml" Id="R368c818d2e9d4b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ce0382d1aa4ab3" /><Relationship Type="http://schemas.openxmlformats.org/officeDocument/2006/relationships/notesMaster" Target="/ppt/notesMasters/notesMaster1.xml" Id="R7938441b50b647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03478bcdbe4b3a" /><Relationship Type="http://schemas.openxmlformats.org/officeDocument/2006/relationships/notesMaster" Target="/ppt/notesMasters/notesMaster1.xml" Id="R5e4a4ab8ecdb47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68060a078b42af" /><Relationship Type="http://schemas.openxmlformats.org/officeDocument/2006/relationships/notesMaster" Target="/ppt/notesMasters/notesMaster1.xml" Id="Rf9a9478a654a4d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07c127cc6c48d1" /><Relationship Type="http://schemas.openxmlformats.org/officeDocument/2006/relationships/notesMaster" Target="/ppt/notesMasters/notesMaster1.xml" Id="R65bfd7d73fdd4b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92af24f07e4aaf" /><Relationship Type="http://schemas.openxmlformats.org/officeDocument/2006/relationships/notesMaster" Target="/ppt/notesMasters/notesMaster1.xml" Id="R2eba6799fac840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fed1a31c1a479c" /><Relationship Type="http://schemas.openxmlformats.org/officeDocument/2006/relationships/notesMaster" Target="/ppt/notesMasters/notesMaster1.xml" Id="R90f31384c6c940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412f47692c40f5" /><Relationship Type="http://schemas.openxmlformats.org/officeDocument/2006/relationships/notesMaster" Target="/ppt/notesMasters/notesMaster1.xml" Id="R68c5036d9af74b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IOAI Synthetic Speech baseline.. ioai25speech: làm baseline từ notebook, dùng validation_set.zip và val_answer.csv để chấm.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6.2: Audio classification</a:t>
            </a:r>
          </a:p>
          <a:p xmlns:a="http://schemas.openxmlformats.org/drawingml/2006/main">
            <a:r>
              <a:t>Nguồn giáo trình: IOAI Synthetic Speech baseline.</a:t>
            </a:r>
          </a:p>
          <a:p xmlns:a="http://schemas.openxmlformats.org/drawingml/2006/main">
            <a:r>
              <a:t>Bài tiếp theo trong nguồn: ioai25speech: làm baseline từ notebook, dùng validation_set.zip và val_answer.csv để chấm.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6.2: Audio classification</a:t>
            </a:r>
          </a:p>
          <a:p xmlns:a="http://schemas.openxmlformats.org/drawingml/2006/main">
            <a:r>
              <a:t>Nguồn giáo trình: IOAI Synthetic Speech baseline.</a:t>
            </a:r>
          </a:p>
          <a:p xmlns:a="http://schemas.openxmlformats.org/drawingml/2006/main">
            <a:r>
              <a:t>Bài tiếp theo trong nguồn: ioai25speech: làm baseline từ notebook, dùng validation_set.zip và val_answer.csv để chấm.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6.2: Audio classification</a:t>
            </a:r>
          </a:p>
          <a:p xmlns:a="http://schemas.openxmlformats.org/drawingml/2006/main">
            <a:r>
              <a:t>Nguồn giáo trình: IOAI Synthetic Speech baseline.</a:t>
            </a:r>
          </a:p>
          <a:p xmlns:a="http://schemas.openxmlformats.org/drawingml/2006/main">
            <a:r>
              <a:t>Bài tiếp theo trong nguồn: ioai25speech: làm baseline từ notebook, dùng validation_set.zip và val_answer.csv để chấm.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6.2: Audio classification</a:t>
            </a:r>
          </a:p>
          <a:p xmlns:a="http://schemas.openxmlformats.org/drawingml/2006/main">
            <a:r>
              <a:t>Nguồn giáo trình: IOAI Synthetic Speech baseline.</a:t>
            </a:r>
          </a:p>
          <a:p xmlns:a="http://schemas.openxmlformats.org/drawingml/2006/main">
            <a:r>
              <a:t>Bài tiếp theo trong nguồn: ioai25speech: làm baseline từ notebook, dùng validation_set.zip và val_answer.csv để chấm.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6.2: Audio classification</a:t>
            </a:r>
          </a:p>
          <a:p xmlns:a="http://schemas.openxmlformats.org/drawingml/2006/main">
            <a:r>
              <a:t>Nguồn giáo trình: IOAI Synthetic Speech baseline.</a:t>
            </a:r>
          </a:p>
          <a:p xmlns:a="http://schemas.openxmlformats.org/drawingml/2006/main">
            <a:r>
              <a:t>Bài tiếp theo trong nguồn: ioai25speech: làm baseline từ notebook, dùng validation_set.zip và val_answer.csv để chấm.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6.2: Audio classification</a:t>
            </a:r>
          </a:p>
          <a:p xmlns:a="http://schemas.openxmlformats.org/drawingml/2006/main">
            <a:r>
              <a:t>Nguồn giáo trình: IOAI Synthetic Speech baseline.</a:t>
            </a:r>
          </a:p>
          <a:p xmlns:a="http://schemas.openxmlformats.org/drawingml/2006/main">
            <a:r>
              <a:t>Bài tiếp theo trong nguồn: ioai25speech: làm baseline từ notebook, dùng validation_set.zip và val_answer.csv để chấm.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[1,1,1,1]</a:t>
            </a:r>
          </a:p>
          <a:p xmlns:a="http://schemas.openxmlformats.org/drawingml/2006/main">
            <a:r>
              <a:t>Tham khảo: IOAI Synthetic Speech baseline.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0.7333333333333334</a:t>
            </a:r>
          </a:p>
          <a:p xmlns:a="http://schemas.openxmlformats.org/drawingml/2006/main">
            <a:r>
              <a:t>Tham khảo: IOAI Synthetic Speech baseline.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6.2: Audio classification</a:t>
            </a:r>
          </a:p>
          <a:p xmlns:a="http://schemas.openxmlformats.org/drawingml/2006/main">
            <a:r>
              <a:t>Nguồn giáo trình: IOAI Synthetic Speech baseline.</a:t>
            </a:r>
          </a:p>
          <a:p xmlns:a="http://schemas.openxmlformats.org/drawingml/2006/main">
            <a:r>
              <a:t>Bài tiếp theo trong nguồn: ioai25speech: làm baseline từ notebook, dùng validation_set.zip và val_answer.csv để chấm.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6.2: Audio classification</a:t>
            </a:r>
          </a:p>
          <a:p xmlns:a="http://schemas.openxmlformats.org/drawingml/2006/main">
            <a:r>
              <a:t>Nguồn giáo trình: IOAI Synthetic Speech baseline.</a:t>
            </a:r>
          </a:p>
          <a:p xmlns:a="http://schemas.openxmlformats.org/drawingml/2006/main">
            <a:r>
              <a:t>Bài tiếp theo trong nguồn: ioai25speech: làm baseline từ notebook, dùng validation_set.zip và val_answer.csv để chấm.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6.2: Audio classification</a:t>
            </a:r>
          </a:p>
          <a:p xmlns:a="http://schemas.openxmlformats.org/drawingml/2006/main">
            <a:r>
              <a:t>Nguồn giáo trình: IOAI Synthetic Speech baseline.</a:t>
            </a:r>
          </a:p>
          <a:p xmlns:a="http://schemas.openxmlformats.org/drawingml/2006/main">
            <a:r>
              <a:t>Bài tiếp theo trong nguồn: ioai25speech: làm baseline từ notebook, dùng validation_set.zip và val_answer.csv để chấm.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6.2: Audio classification</a:t>
            </a:r>
          </a:p>
          <a:p xmlns:a="http://schemas.openxmlformats.org/drawingml/2006/main">
            <a:r>
              <a:t>Nguồn giáo trình: IOAI Synthetic Speech baseline.</a:t>
            </a:r>
          </a:p>
          <a:p xmlns:a="http://schemas.openxmlformats.org/drawingml/2006/main">
            <a:r>
              <a:t>Bài tiếp theo trong nguồn: ioai25speech: làm baseline từ notebook, dùng validation_set.zip và val_answer.csv để chấm.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20d12174e4a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aec30f47af4897" /><Relationship Type="http://schemas.openxmlformats.org/officeDocument/2006/relationships/slideLayout" Target="/ppt/slideLayouts/slideLayout1.xml" Id="R8af58e0027284d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f58e0027284d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6c47ecda940c5" /><Relationship Type="http://schemas.openxmlformats.org/officeDocument/2006/relationships/notesSlide" Target="/ppt/notesSlides/notesSlide1.xml" Id="Rfd71ee8b464e4f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0da6454b44419" /><Relationship Type="http://schemas.openxmlformats.org/officeDocument/2006/relationships/notesSlide" Target="/ppt/notesSlides/notesSlide2.xml" Id="R0be7018202004c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0ff86e4cc44bd" /><Relationship Type="http://schemas.openxmlformats.org/officeDocument/2006/relationships/notesSlide" Target="/ppt/notesSlides/notesSlide3.xml" Id="R053a5f479a5a44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5286644bf4f9a" /><Relationship Type="http://schemas.openxmlformats.org/officeDocument/2006/relationships/notesSlide" Target="/ppt/notesSlides/notesSlide4.xml" Id="Rf937070341a940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ef7584f3a411e" /><Relationship Type="http://schemas.openxmlformats.org/officeDocument/2006/relationships/notesSlide" Target="/ppt/notesSlides/notesSlide5.xml" Id="R4bbdeffb7e6f41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55126e9dd4294" /><Relationship Type="http://schemas.openxmlformats.org/officeDocument/2006/relationships/notesSlide" Target="/ppt/notesSlides/notesSlide6.xml" Id="R5cd7c6f3c2e643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5664e4d5d41e6" /><Relationship Type="http://schemas.openxmlformats.org/officeDocument/2006/relationships/notesSlide" Target="/ppt/notesSlides/notesSlide7.xml" Id="Ree02e4a1a37748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3051a9b8a4fc0" /><Relationship Type="http://schemas.openxmlformats.org/officeDocument/2006/relationships/notesSlide" Target="/ppt/notesSlides/notesSlide8.xml" Id="R0760e550f50048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8385f90a34896" /><Relationship Type="http://schemas.openxmlformats.org/officeDocument/2006/relationships/notesSlide" Target="/ppt/notesSlides/notesSlide9.xml" Id="R8a795f8200534e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1be0d1ac64608" /><Relationship Type="http://schemas.openxmlformats.org/officeDocument/2006/relationships/notesSlide" Target="/ppt/notesSlides/notesSlide10.xml" Id="R92cd23e8237b47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ee6d963d847f8" /><Relationship Type="http://schemas.openxmlformats.org/officeDocument/2006/relationships/notesSlide" Target="/ppt/notesSlides/notesSlide11.xml" Id="R5b90e99c80bf4b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c3ab4950c4562" /><Relationship Type="http://schemas.openxmlformats.org/officeDocument/2006/relationships/notesSlide" Target="/ppt/notesSlides/notesSlide12.xml" Id="R71db9354232f49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6360169ac4826" /><Relationship Type="http://schemas.openxmlformats.org/officeDocument/2006/relationships/notesSlide" Target="/ppt/notesSlides/notesSlide13.xml" Id="R57433c58089845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70D48-16AF-4FB3-A41B-98133817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6.2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FCE80-A16B-4262-B528-8E7CFD28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Audio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AAF9C-F632-4D0F-9656-27D356C0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Nhận dạng một từ lệnh khác việc chép lại cả câu thế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47D6E-29B0-4B93-807D-6B2898B9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1/13</a:t>
            </a:r>
          </a:p>
        </p:txBody>
      </p:sp>
    </p:spTree>
    <p:extLst>
      <p:ext uri="{BB962C8B-B14F-4D97-AF65-F5344CB8AC3E}">
        <p14:creationId xmlns:p14="http://schemas.microsoft.com/office/powerpoint/2010/main" val="2077191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41DE4-F69A-4421-B206-20E04F7C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5737C-7214-4055-AD05-69F597E4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Audio classification chọn label; ASR sinh chuỗi 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1997D-E1C6-4DA4-815F-EEE3BE45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CNN trên spectrogram hoặc pretrained encoder+head làhaihướng.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FD9D7-4494-4678-9851-8E0EDBDE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Splittheospeaker khi mục tiêu gặpngườimới; macroF1 theo đúng classes.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2CFAA-6F7A-45EB-A66A-CDBA750E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macroF1 = mean(F1 từngclass trongclass list)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905A8-FD8B-4A9F-B2F6-21C00264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2/13</a:t>
            </a:r>
          </a:p>
        </p:txBody>
      </p:sp>
    </p:spTree>
    <p:extLst>
      <p:ext uri="{BB962C8B-B14F-4D97-AF65-F5344CB8AC3E}">
        <p14:creationId xmlns:p14="http://schemas.microsoft.com/office/powerpoint/2010/main" val="1681256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EB038-1D6C-452B-99EE-6C8465F9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[1,1,0,0]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F71D3-9100-424F-B070-EA64E48F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3/13</a:t>
            </a:r>
          </a:p>
        </p:txBody>
      </p:sp>
    </p:spTree>
    <p:extLst>
      <p:ext uri="{BB962C8B-B14F-4D97-AF65-F5344CB8AC3E}">
        <p14:creationId xmlns:p14="http://schemas.microsoft.com/office/powerpoint/2010/main" val="650744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2DF77-9122-4D64-B913-946C8E47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B11E3-8742-4C17-9176-DB97CC4A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BD360-CC6D-41E8-AE1F-E7FE32DD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4/13</a:t>
            </a:r>
          </a:p>
        </p:txBody>
      </p:sp>
    </p:spTree>
    <p:extLst>
      <p:ext uri="{BB962C8B-B14F-4D97-AF65-F5344CB8AC3E}">
        <p14:creationId xmlns:p14="http://schemas.microsoft.com/office/powerpoint/2010/main" val="930745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F8958-4C67-4BB0-9A9A-556400D9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C9115-2896-4796-8A27-64EDFD77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sklearn.linear_model import LogisticRegression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sklearn.metrics import f1_score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Feature là năng lượng dải thấp/cao của tones tổng hợp.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X=np.array([[8,1],[9,2],[7,1],[1,8],[2,9],[1,7]],dtype=float)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y=np.array([0,0,0,1,1,1])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model=LogisticRegression(random_state=42).fit(X,y)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test=np.array([[8,2],[2,8]])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true=[0,1]; pred=model.predict(test)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print("Predictions:",pred.tolist(),"Macro F1:",f1_score(true,pred,average="macro"))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pred.tolist()==true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Tones không thay giọng nói thật: IOAI Speech dùng spectrogram có sẵn, không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features này.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3A813-21FD-40A0-8BB4-A88FDCCA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814F4-1728-4B70-AC37-DDC49DF2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6.2 · 5/13</a:t>
            </a:r>
          </a:p>
        </p:txBody>
      </p:sp>
    </p:spTree>
    <p:extLst>
      <p:ext uri="{BB962C8B-B14F-4D97-AF65-F5344CB8AC3E}">
        <p14:creationId xmlns:p14="http://schemas.microsoft.com/office/powerpoint/2010/main" val="502778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238CA-C296-47E8-83AC-F2442838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2C06D-70B4-4EF3-A883-4F6C909C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Predictions: [0, 1] Macro F1: 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F4FD6-3DE4-4DAD-B480-A567CB85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6/13</a:t>
            </a:r>
          </a:p>
        </p:txBody>
      </p:sp>
    </p:spTree>
    <p:extLst>
      <p:ext uri="{BB962C8B-B14F-4D97-AF65-F5344CB8AC3E}">
        <p14:creationId xmlns:p14="http://schemas.microsoft.com/office/powerpoint/2010/main" val="14280924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1D6FE-9EE3-4449-99E5-68020360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A8BE1-33C2-4657-905B-2FE933EE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Tones fixture không phải lời nói hoặc bộgiọng tổng hợp IOAI.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EAB95-70B3-48B7-AC6E-8AD76FDF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 confusion vàmacroF1 khi một lớp ítmẫu bịbỏsót.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38F1B-3460-42C0-A2BF-AB0E82E8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7/13</a:t>
            </a:r>
          </a:p>
        </p:txBody>
      </p:sp>
    </p:spTree>
    <p:extLst>
      <p:ext uri="{BB962C8B-B14F-4D97-AF65-F5344CB8AC3E}">
        <p14:creationId xmlns:p14="http://schemas.microsoft.com/office/powerpoint/2010/main" val="348692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1C568-0808-45CB-A3DE-ADCF5F66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918FB-0E5C-41EF-9A0A-373D545F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[TN, FP, FN, TP] theo positive class1.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[1,1,0,0]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A0F55-7ED9-4C42-9ABD-2AEE7890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8/13</a:t>
            </a:r>
          </a:p>
        </p:txBody>
      </p:sp>
    </p:spTree>
    <p:extLst>
      <p:ext uri="{BB962C8B-B14F-4D97-AF65-F5344CB8AC3E}">
        <p14:creationId xmlns:p14="http://schemas.microsoft.com/office/powerpoint/2010/main" val="2032496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9B4F6-C8AE-4AEC-96C6-31F063B4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19AFF-C2AB-462D-B199-7DB4A6DD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Macro F1 theo đúng class list cấp, tínhcảlớpvắng vớiF1=0.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[0,0,1,1]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[0,1,1,1]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E56CD-7479-4910-8665-FAC23482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9/13</a:t>
            </a:r>
          </a:p>
        </p:txBody>
      </p:sp>
    </p:spTree>
    <p:extLst>
      <p:ext uri="{BB962C8B-B14F-4D97-AF65-F5344CB8AC3E}">
        <p14:creationId xmlns:p14="http://schemas.microsoft.com/office/powerpoint/2010/main" val="691806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4C58E-1CFD-4C46-920D-99E49521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52249-B54A-4D11-B841-E89423D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[TN, FP, FN, TP] theo positive class1.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DEAFA-15E5-408B-9E41-9E7260F7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y/pred: list0/1 cùng chiều dài&gt;0.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5049E-F17E-4C82-9A86-B0BEE2C3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33D40-695E-4997-9C7B-BCF7B9D5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10/13</a:t>
            </a:r>
          </a:p>
        </p:txBody>
      </p:sp>
    </p:spTree>
    <p:extLst>
      <p:ext uri="{BB962C8B-B14F-4D97-AF65-F5344CB8AC3E}">
        <p14:creationId xmlns:p14="http://schemas.microsoft.com/office/powerpoint/2010/main" val="12266701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013A9-5BB9-4C19-A9B5-E8396F2B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B59C1-8971-4572-B836-B2115FD2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Macro F1 theo đúng class list cấp, tínhcảlớpvắng vớiF1=0.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4CFA7-1DD1-482A-B54E-0BDF322B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y/pred: integerlists; c: listdistinctclasses.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C7DFD-77E2-41CA-BFCB-0DB827CA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F8E6E-076E-4B61-9D00-6282775D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11/13</a:t>
            </a:r>
          </a:p>
        </p:txBody>
      </p:sp>
    </p:spTree>
    <p:extLst>
      <p:ext uri="{BB962C8B-B14F-4D97-AF65-F5344CB8AC3E}">
        <p14:creationId xmlns:p14="http://schemas.microsoft.com/office/powerpoint/2010/main" val="6916955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DB501-31E7-4908-BABA-5ADE3E9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437F0-AFAD-4911-8327-74DF6711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Audio classifier nhỏ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069AA-94EE-4E9F-AB7D-0011C023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tone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11503-52C7-4512-9F25-6026B38F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MacroF1classes0/1/2.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3C6CF-2C8B-44D7-B509-7A6E2A11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5DFD6-E3FA-4A48-ACCB-8214655D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12/13</a:t>
            </a:r>
          </a:p>
        </p:txBody>
      </p:sp>
    </p:spTree>
    <p:extLst>
      <p:ext uri="{BB962C8B-B14F-4D97-AF65-F5344CB8AC3E}">
        <p14:creationId xmlns:p14="http://schemas.microsoft.com/office/powerpoint/2010/main" val="999413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E8170-D4AA-4D8F-A203-983CDC03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F0253-26ED-4479-8CBA-03D4F3F6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So confusion vàmacroF1 khi một lớp ítmẫu bịbỏsót.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86FF4-62BD-48DF-A11C-2F728FB1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IOAI Synthetic Speech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5F239-4873-4F47-898D-636944A3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ioai25speech: làm baseline từ notebook, dùng validation_set.zip và val_answer.csv để chấm.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909A3-2745-482B-B495-639E5B96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6.2 · 13/13</a:t>
            </a:r>
          </a:p>
        </p:txBody>
      </p:sp>
    </p:spTree>
    <p:extLst>
      <p:ext uri="{BB962C8B-B14F-4D97-AF65-F5344CB8AC3E}">
        <p14:creationId xmlns:p14="http://schemas.microsoft.com/office/powerpoint/2010/main" val="1451567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2026-10-01T09:01:23.3140000Z</dcterms:created>
  <dcterms:modified xsi:type="dcterms:W3CDTF">2026-10-01T09:01:23.3140000Z</dcterms:modified>
</coreProperties>
</file>