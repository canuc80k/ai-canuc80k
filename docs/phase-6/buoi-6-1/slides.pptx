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af4f65b27540cf" /><Relationship Type="http://schemas.openxmlformats.org/officeDocument/2006/relationships/extended-properties" Target="/docProps/app.xml" Id="R100e99f710414257" /><Relationship Type="http://schemas.openxmlformats.org/officeDocument/2006/relationships/officeDocument" Target="/ppt/presentation.xml" Id="R6b551057507141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a5db11fd3242a6"/>
  </p:sldMasterIdLst>
  <p:notesMasterIdLst>
    <p:notesMasterId xmlns:r="http://schemas.openxmlformats.org/officeDocument/2006/relationships" r:id="Rdd734180d74142cd"/>
  </p:notesMasterIdLst>
  <p:sldIdLst>
    <p:sldId xmlns:r="http://schemas.openxmlformats.org/officeDocument/2006/relationships" id="256" r:id="R404b2285557c46e3"/>
    <p:sldId xmlns:r="http://schemas.openxmlformats.org/officeDocument/2006/relationships" id="257" r:id="R8187af21793344e8"/>
    <p:sldId xmlns:r="http://schemas.openxmlformats.org/officeDocument/2006/relationships" id="258" r:id="R643a6a26dbdb4e69"/>
    <p:sldId xmlns:r="http://schemas.openxmlformats.org/officeDocument/2006/relationships" id="259" r:id="Ref051173510946ef"/>
    <p:sldId xmlns:r="http://schemas.openxmlformats.org/officeDocument/2006/relationships" id="260" r:id="Rde77670a258d42a4"/>
    <p:sldId xmlns:r="http://schemas.openxmlformats.org/officeDocument/2006/relationships" id="261" r:id="Rabcf1400ac314798"/>
    <p:sldId xmlns:r="http://schemas.openxmlformats.org/officeDocument/2006/relationships" id="262" r:id="Rd0e33f9d815844f3"/>
    <p:sldId xmlns:r="http://schemas.openxmlformats.org/officeDocument/2006/relationships" id="263" r:id="R447c5b7ca53941a3"/>
    <p:sldId xmlns:r="http://schemas.openxmlformats.org/officeDocument/2006/relationships" id="264" r:id="R0310fd1995344b46"/>
    <p:sldId xmlns:r="http://schemas.openxmlformats.org/officeDocument/2006/relationships" id="265" r:id="R2534319a477d4c9b"/>
    <p:sldId xmlns:r="http://schemas.openxmlformats.org/officeDocument/2006/relationships" id="266" r:id="Rd8ce14adb011400b"/>
    <p:sldId xmlns:r="http://schemas.openxmlformats.org/officeDocument/2006/relationships" id="267" r:id="R70f88b8e45ca4824"/>
    <p:sldId xmlns:r="http://schemas.openxmlformats.org/officeDocument/2006/relationships" id="268" r:id="R7aecda86840e49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a35ee8910541d1" /><Relationship Type="http://schemas.openxmlformats.org/officeDocument/2006/relationships/slideMaster" Target="/ppt/slideMasters/slideMaster1.xml" Id="Rc1a5db11fd3242a6" /><Relationship Type="http://schemas.openxmlformats.org/officeDocument/2006/relationships/notesMaster" Target="/ppt/notesMasters/notesMaster1.xml" Id="Rdd734180d74142cd" /><Relationship Type="http://schemas.openxmlformats.org/officeDocument/2006/relationships/presProps" Target="/ppt/presProps.xml" Id="Rb47810aa9e8f4fe0" /><Relationship Type="http://schemas.openxmlformats.org/officeDocument/2006/relationships/tableStyles" Target="/ppt/tableStyles.xml" Id="R4a90a7d8d2f9490b" /><Relationship Type="http://schemas.openxmlformats.org/officeDocument/2006/relationships/slide" Target="/ppt/slides/slide1.xml" Id="R404b2285557c46e3" /><Relationship Type="http://schemas.openxmlformats.org/officeDocument/2006/relationships/slide" Target="/ppt/slides/slide2.xml" Id="R8187af21793344e8" /><Relationship Type="http://schemas.openxmlformats.org/officeDocument/2006/relationships/slide" Target="/ppt/slides/slide3.xml" Id="R643a6a26dbdb4e69" /><Relationship Type="http://schemas.openxmlformats.org/officeDocument/2006/relationships/slide" Target="/ppt/slides/slide4.xml" Id="Ref051173510946ef" /><Relationship Type="http://schemas.openxmlformats.org/officeDocument/2006/relationships/slide" Target="/ppt/slides/slide5.xml" Id="Rde77670a258d42a4" /><Relationship Type="http://schemas.openxmlformats.org/officeDocument/2006/relationships/slide" Target="/ppt/slides/slide6.xml" Id="Rabcf1400ac314798" /><Relationship Type="http://schemas.openxmlformats.org/officeDocument/2006/relationships/slide" Target="/ppt/slides/slide7.xml" Id="Rd0e33f9d815844f3" /><Relationship Type="http://schemas.openxmlformats.org/officeDocument/2006/relationships/slide" Target="/ppt/slides/slide8.xml" Id="R447c5b7ca53941a3" /><Relationship Type="http://schemas.openxmlformats.org/officeDocument/2006/relationships/slide" Target="/ppt/slides/slide9.xml" Id="R0310fd1995344b46" /><Relationship Type="http://schemas.openxmlformats.org/officeDocument/2006/relationships/slide" Target="/ppt/slides/slide10.xml" Id="R2534319a477d4c9b" /><Relationship Type="http://schemas.openxmlformats.org/officeDocument/2006/relationships/slide" Target="/ppt/slides/slide11.xml" Id="Rd8ce14adb011400b" /><Relationship Type="http://schemas.openxmlformats.org/officeDocument/2006/relationships/slide" Target="/ppt/slides/slide12.xml" Id="R70f88b8e45ca4824" /><Relationship Type="http://schemas.openxmlformats.org/officeDocument/2006/relationships/slide" Target="/ppt/slides/slide13.xml" Id="R7aecda86840e49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43e0573ade40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e83be41be445db" /><Relationship Type="http://schemas.openxmlformats.org/officeDocument/2006/relationships/notesMaster" Target="/ppt/notesMasters/notesMaster1.xml" Id="R40db225d54d14d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ae362b57a84afb" /><Relationship Type="http://schemas.openxmlformats.org/officeDocument/2006/relationships/notesMaster" Target="/ppt/notesMasters/notesMaster1.xml" Id="R8c260f50ba4b42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0c397fb5f0464d" /><Relationship Type="http://schemas.openxmlformats.org/officeDocument/2006/relationships/notesMaster" Target="/ppt/notesMasters/notesMaster1.xml" Id="Rcfcb80f5c1a249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1e37d07dad47f1" /><Relationship Type="http://schemas.openxmlformats.org/officeDocument/2006/relationships/notesMaster" Target="/ppt/notesMasters/notesMaster1.xml" Id="R959817aa3c2e49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ac7448071643a2" /><Relationship Type="http://schemas.openxmlformats.org/officeDocument/2006/relationships/notesMaster" Target="/ppt/notesMasters/notesMaster1.xml" Id="R7e0d8f04febe4d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cfacd9a5d44a4d" /><Relationship Type="http://schemas.openxmlformats.org/officeDocument/2006/relationships/notesMaster" Target="/ppt/notesMasters/notesMaster1.xml" Id="R30bd6e06d06f4e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bafdb0e50c4cb7" /><Relationship Type="http://schemas.openxmlformats.org/officeDocument/2006/relationships/notesMaster" Target="/ppt/notesMasters/notesMaster1.xml" Id="Ra3290f0ceb6146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ec33f7cc744be5" /><Relationship Type="http://schemas.openxmlformats.org/officeDocument/2006/relationships/notesMaster" Target="/ppt/notesMasters/notesMaster1.xml" Id="Rb5688fec8a4f4c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0a0fce45cc4723" /><Relationship Type="http://schemas.openxmlformats.org/officeDocument/2006/relationships/notesMaster" Target="/ppt/notesMasters/notesMaster1.xml" Id="R89cc577c947d4b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ef28c2745a4dbc" /><Relationship Type="http://schemas.openxmlformats.org/officeDocument/2006/relationships/notesMaster" Target="/ppt/notesMasters/notesMaster1.xml" Id="R92331a55d86f4e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842f021d96461b" /><Relationship Type="http://schemas.openxmlformats.org/officeDocument/2006/relationships/notesMaster" Target="/ppt/notesMasters/notesMaster1.xml" Id="Rbfde5b51853040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37a4594b4b44b0" /><Relationship Type="http://schemas.openxmlformats.org/officeDocument/2006/relationships/notesMaster" Target="/ppt/notesMasters/notesMaster1.xml" Id="R5e60247def5c4e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335dadd9834b6f" /><Relationship Type="http://schemas.openxmlformats.org/officeDocument/2006/relationships/notesMaster" Target="/ppt/notesMasters/notesMaster1.xml" Id="Re276a71653834a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IOAI Synthetic Speech baseline; tài liệu HuBERT.. Đọc/chạy SpectrogramDataset trong ioai25speech_baseline.ipynb; xem các samples validation được cấp.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6.1: Audio data và spectrograms</a:t>
            </a:r>
          </a:p>
          <a:p xmlns:a="http://schemas.openxmlformats.org/drawingml/2006/main">
            <a:r>
              <a:t>Nguồn giáo trình: IOAI Synthetic Speech baseline; tài liệu HuBERT.</a:t>
            </a:r>
          </a:p>
          <a:p xmlns:a="http://schemas.openxmlformats.org/drawingml/2006/main">
            <a:r>
              <a:t>Bài tiếp theo trong nguồn: Đọc/chạy SpectrogramDataset trong ioai25speech_baseline.ipynb; xem các samples validation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6.1: Audio data và spectrograms</a:t>
            </a:r>
          </a:p>
          <a:p xmlns:a="http://schemas.openxmlformats.org/drawingml/2006/main">
            <a:r>
              <a:t>Nguồn giáo trình: IOAI Synthetic Speech baseline; tài liệu HuBERT.</a:t>
            </a:r>
          </a:p>
          <a:p xmlns:a="http://schemas.openxmlformats.org/drawingml/2006/main">
            <a:r>
              <a:t>Bài tiếp theo trong nguồn: Đọc/chạy SpectrogramDataset trong ioai25speech_baseline.ipynb; xem các samples validation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6.1: Audio data và spectrograms</a:t>
            </a:r>
          </a:p>
          <a:p xmlns:a="http://schemas.openxmlformats.org/drawingml/2006/main">
            <a:r>
              <a:t>Nguồn giáo trình: IOAI Synthetic Speech baseline; tài liệu HuBERT.</a:t>
            </a:r>
          </a:p>
          <a:p xmlns:a="http://schemas.openxmlformats.org/drawingml/2006/main">
            <a:r>
              <a:t>Bài tiếp theo trong nguồn: Đọc/chạy SpectrogramDataset trong ioai25speech_baseline.ipynb; xem các samples validation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6.1: Audio data và spectrograms</a:t>
            </a:r>
          </a:p>
          <a:p xmlns:a="http://schemas.openxmlformats.org/drawingml/2006/main">
            <a:r>
              <a:t>Nguồn giáo trình: IOAI Synthetic Speech baseline; tài liệu HuBERT.</a:t>
            </a:r>
          </a:p>
          <a:p xmlns:a="http://schemas.openxmlformats.org/drawingml/2006/main">
            <a:r>
              <a:t>Bài tiếp theo trong nguồn: Đọc/chạy SpectrogramDataset trong ioai25speech_baseline.ipynb; xem các samples validation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6.1: Audio data và spectrograms</a:t>
            </a:r>
          </a:p>
          <a:p xmlns:a="http://schemas.openxmlformats.org/drawingml/2006/main">
            <a:r>
              <a:t>Nguồn giáo trình: IOAI Synthetic Speech baseline; tài liệu HuBERT.</a:t>
            </a:r>
          </a:p>
          <a:p xmlns:a="http://schemas.openxmlformats.org/drawingml/2006/main">
            <a:r>
              <a:t>Bài tiếp theo trong nguồn: Đọc/chạy SpectrogramDataset trong ioai25speech_baseline.ipynb; xem các samples validation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6.1: Audio data và spectrograms</a:t>
            </a:r>
          </a:p>
          <a:p xmlns:a="http://schemas.openxmlformats.org/drawingml/2006/main">
            <a:r>
              <a:t>Nguồn giáo trình: IOAI Synthetic Speech baseline; tài liệu HuBERT.</a:t>
            </a:r>
          </a:p>
          <a:p xmlns:a="http://schemas.openxmlformats.org/drawingml/2006/main">
            <a:r>
              <a:t>Bài tiếp theo trong nguồn: Đọc/chạy SpectrogramDataset trong ioai25speech_baseline.ipynb; xem các samples validation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{"seconds":1,"frames":98}</a:t>
            </a:r>
          </a:p>
          <a:p xmlns:a="http://schemas.openxmlformats.org/drawingml/2006/main">
            <a:r>
              <a:t>Tham khảo: IOAI Synthetic Speech baseline; tài liệu HuBERT.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{"bin":1,"frequency":1}</a:t>
            </a:r>
          </a:p>
          <a:p xmlns:a="http://schemas.openxmlformats.org/drawingml/2006/main">
            <a:r>
              <a:t>Tham khảo: IOAI Synthetic Speech baseline; tài liệu HuBERT.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6.1: Audio data và spectrograms</a:t>
            </a:r>
          </a:p>
          <a:p xmlns:a="http://schemas.openxmlformats.org/drawingml/2006/main">
            <a:r>
              <a:t>Nguồn giáo trình: IOAI Synthetic Speech baseline; tài liệu HuBERT.</a:t>
            </a:r>
          </a:p>
          <a:p xmlns:a="http://schemas.openxmlformats.org/drawingml/2006/main">
            <a:r>
              <a:t>Bài tiếp theo trong nguồn: Đọc/chạy SpectrogramDataset trong ioai25speech_baseline.ipynb; xem các samples validation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6.1: Audio data và spectrograms</a:t>
            </a:r>
          </a:p>
          <a:p xmlns:a="http://schemas.openxmlformats.org/drawingml/2006/main">
            <a:r>
              <a:t>Nguồn giáo trình: IOAI Synthetic Speech baseline; tài liệu HuBERT.</a:t>
            </a:r>
          </a:p>
          <a:p xmlns:a="http://schemas.openxmlformats.org/drawingml/2006/main">
            <a:r>
              <a:t>Bài tiếp theo trong nguồn: Đọc/chạy SpectrogramDataset trong ioai25speech_baseline.ipynb; xem các samples validation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6.1: Audio data và spectrograms</a:t>
            </a:r>
          </a:p>
          <a:p xmlns:a="http://schemas.openxmlformats.org/drawingml/2006/main">
            <a:r>
              <a:t>Nguồn giáo trình: IOAI Synthetic Speech baseline; tài liệu HuBERT.</a:t>
            </a:r>
          </a:p>
          <a:p xmlns:a="http://schemas.openxmlformats.org/drawingml/2006/main">
            <a:r>
              <a:t>Bài tiếp theo trong nguồn: Đọc/chạy SpectrogramDataset trong ioai25speech_baseline.ipynb; xem các samples validation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6.1: Audio data và spectrograms</a:t>
            </a:r>
          </a:p>
          <a:p xmlns:a="http://schemas.openxmlformats.org/drawingml/2006/main">
            <a:r>
              <a:t>Nguồn giáo trình: IOAI Synthetic Speech baseline; tài liệu HuBERT.</a:t>
            </a:r>
          </a:p>
          <a:p xmlns:a="http://schemas.openxmlformats.org/drawingml/2006/main">
            <a:r>
              <a:t>Bài tiếp theo trong nguồn: Đọc/chạy SpectrogramDataset trong ioai25speech_baseline.ipynb; xem các samples validation được cấp.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594447af74d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a92830a0f84497" /><Relationship Type="http://schemas.openxmlformats.org/officeDocument/2006/relationships/slideLayout" Target="/ppt/slideLayouts/slideLayout1.xml" Id="R562719484a044f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2719484a044f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d334b10cd4f3a" /><Relationship Type="http://schemas.openxmlformats.org/officeDocument/2006/relationships/notesSlide" Target="/ppt/notesSlides/notesSlide1.xml" Id="Radfebedb8a1a47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142ec5544418a" /><Relationship Type="http://schemas.openxmlformats.org/officeDocument/2006/relationships/notesSlide" Target="/ppt/notesSlides/notesSlide2.xml" Id="Rd99cfe5b246f46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e145531cc4dfa" /><Relationship Type="http://schemas.openxmlformats.org/officeDocument/2006/relationships/notesSlide" Target="/ppt/notesSlides/notesSlide3.xml" Id="Rc4dbab9c02a348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4e348f02d480d" /><Relationship Type="http://schemas.openxmlformats.org/officeDocument/2006/relationships/notesSlide" Target="/ppt/notesSlides/notesSlide4.xml" Id="R2bc580ec2db948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dc52943f44078" /><Relationship Type="http://schemas.openxmlformats.org/officeDocument/2006/relationships/notesSlide" Target="/ppt/notesSlides/notesSlide5.xml" Id="Rebb2a427891f4b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49c149f064e07" /><Relationship Type="http://schemas.openxmlformats.org/officeDocument/2006/relationships/notesSlide" Target="/ppt/notesSlides/notesSlide6.xml" Id="R38d5d3aa2d2448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312e5e3724558" /><Relationship Type="http://schemas.openxmlformats.org/officeDocument/2006/relationships/notesSlide" Target="/ppt/notesSlides/notesSlide7.xml" Id="R7425559436be41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3cd8ab3b04033" /><Relationship Type="http://schemas.openxmlformats.org/officeDocument/2006/relationships/notesSlide" Target="/ppt/notesSlides/notesSlide8.xml" Id="Rbaa4c4ed489b4b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2812236344a20" /><Relationship Type="http://schemas.openxmlformats.org/officeDocument/2006/relationships/notesSlide" Target="/ppt/notesSlides/notesSlide9.xml" Id="R888f4c148e0444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ac9e17e7a4843" /><Relationship Type="http://schemas.openxmlformats.org/officeDocument/2006/relationships/notesSlide" Target="/ppt/notesSlides/notesSlide10.xml" Id="Rc473727abfd942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1d29054784c5e" /><Relationship Type="http://schemas.openxmlformats.org/officeDocument/2006/relationships/notesSlide" Target="/ppt/notesSlides/notesSlide11.xml" Id="Rde205b547cd84f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81b6a258e4762" /><Relationship Type="http://schemas.openxmlformats.org/officeDocument/2006/relationships/notesSlide" Target="/ppt/notesSlides/notesSlide12.xml" Id="R44a12eb0fb6c4e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0f2ffd534422d" /><Relationship Type="http://schemas.openxmlformats.org/officeDocument/2006/relationships/notesSlide" Target="/ppt/notesSlides/notesSlide13.xml" Id="R9301b7ebbbef43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5FBF0-D5EC-40AE-9CB1-2BD75AB5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6.1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98737-95BD-4C60-83B3-D4A4E209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Audio data và spectrograms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B6C74-DD5C-4366-8FD2-30E08ADA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Nếu đọc nhầm sample rate, âm thanh có còn đúng thời gian?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54D5E-4BC6-49D2-8901-519BB2CA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1/13</a:t>
            </a:r>
          </a:p>
        </p:txBody>
      </p:sp>
    </p:spTree>
    <p:extLst>
      <p:ext uri="{BB962C8B-B14F-4D97-AF65-F5344CB8AC3E}">
        <p14:creationId xmlns:p14="http://schemas.microsoft.com/office/powerpoint/2010/main" val="91043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4FBBA-C0D0-4986-904D-EF651631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7F9C6-279F-47EE-B330-824BAC74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Waveform có samples theo thời gian; sample_rate quyết định duration/frequency.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BFBBF-4A19-41BD-B76A-9A62663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STFT chiaframes; Mel filters biến đổi phổ; padding cần mask.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A120E-3E81-42B5-9C6A-403FBA11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Spectrogramtensor của IOAI Speech không phảiWAVraw.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3792B-3ED7-4E04-98C6-E4E70176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duration=n_samples/sample_rate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85F41-5133-4040-89CF-49EB9608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2/13</a:t>
            </a:r>
          </a:p>
        </p:txBody>
      </p:sp>
    </p:spTree>
    <p:extLst>
      <p:ext uri="{BB962C8B-B14F-4D97-AF65-F5344CB8AC3E}">
        <p14:creationId xmlns:p14="http://schemas.microsoft.com/office/powerpoint/2010/main" val="48190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0063D-C5A1-4756-934B-753EE89C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n_samples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16000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sample_rate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16000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window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hop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D581C-3940-4650-856B-139FBE0B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3/13</a:t>
            </a:r>
          </a:p>
        </p:txBody>
      </p:sp>
    </p:spTree>
    <p:extLst>
      <p:ext uri="{BB962C8B-B14F-4D97-AF65-F5344CB8AC3E}">
        <p14:creationId xmlns:p14="http://schemas.microsoft.com/office/powerpoint/2010/main" val="17189270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6ADA3-091E-4451-AB55-EF685F72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6A509-4C25-457D-81F3-CA202C28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"seconds": 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"frames": 98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AC43E-F5D6-48EC-A200-1CCAFAF4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4/13</a:t>
            </a:r>
          </a:p>
        </p:txBody>
      </p:sp>
    </p:spTree>
    <p:extLst>
      <p:ext uri="{BB962C8B-B14F-4D97-AF65-F5344CB8AC3E}">
        <p14:creationId xmlns:p14="http://schemas.microsoft.com/office/powerpoint/2010/main" val="1409565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689F8-C90E-4D78-9F74-6D8FF7D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AFB0C-0E02-4615-A37C-68ED011C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Tone tổng hợp 440Hz: để hiểu waveform và sample rate, không giọng thật.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sample_rate=8000; duration=.1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t=np.arange(int(sample_rate*duration))/sample_rate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wave=np.sin(2*np.pi*440*t)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window=np.hanning(len(wave))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spectrum=np.abs(np.fft.rfft(wave*window))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frequencies=np.fft.rfftfreq(len(wave),d=1/sample_rate)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peak=frequencies[spectrum.argmax()]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print("Samples:",len(wave),"duration:",len(wave)/sample_rate)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print("Peak frequency:",peak)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peak==440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FFT phổ này chưa phải Mel spectrogram: cần nhiều frames và Mel filter bank.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238E3-FD08-4E15-B7A3-E05D91A7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A6D55-B1B1-48F8-BD7A-6D6193F7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6.1 · 5/13</a:t>
            </a:r>
          </a:p>
        </p:txBody>
      </p:sp>
    </p:spTree>
    <p:extLst>
      <p:ext uri="{BB962C8B-B14F-4D97-AF65-F5344CB8AC3E}">
        <p14:creationId xmlns:p14="http://schemas.microsoft.com/office/powerpoint/2010/main" val="325099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B7E3D-B2A7-48AC-966E-67DF9211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296D8-821F-493D-92BE-DF8D424B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Samples: 800 duration: 0.1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Peak frequency: 440.0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1C6CD-B9E2-4DDB-AD57-FE021B6C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6/13</a:t>
            </a:r>
          </a:p>
        </p:txBody>
      </p:sp>
    </p:spTree>
    <p:extLst>
      <p:ext uri="{BB962C8B-B14F-4D97-AF65-F5344CB8AC3E}">
        <p14:creationId xmlns:p14="http://schemas.microsoft.com/office/powerpoint/2010/main" val="1630668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3C08E-FD67-4BFC-9C6D-C90E5692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7EB58-B1A9-46A8-9BEE-DA152D18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FFT mộtframe chưa phải Mel spectrogram đầyđủ.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763A9-89C0-49BE-83BD-675A0767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Tính800 samples ở 8kHz dài baonhiêu; xácđịnhpeak440Hz.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FA226-4C38-48DD-A505-5FDDC001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7/13</a:t>
            </a:r>
          </a:p>
        </p:txBody>
      </p:sp>
    </p:spTree>
    <p:extLst>
      <p:ext uri="{BB962C8B-B14F-4D97-AF65-F5344CB8AC3E}">
        <p14:creationId xmlns:p14="http://schemas.microsoft.com/office/powerpoint/2010/main" val="556847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92C09-4CC9-4BDD-A43E-E56EC062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A8FFE-AF63-44C4-8B08-F15448D9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n_samples/sample_rate seconds và frame count floor((n-window)/hop)+1 nếun&gt;=window, khôngpad.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n_samples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16000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sample_rate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16000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window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hop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7E5BF-32C3-420A-9F84-D09985B4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8/13</a:t>
            </a:r>
          </a:p>
        </p:txBody>
      </p:sp>
    </p:spTree>
    <p:extLst>
      <p:ext uri="{BB962C8B-B14F-4D97-AF65-F5344CB8AC3E}">
        <p14:creationId xmlns:p14="http://schemas.microsoft.com/office/powerpoint/2010/main" val="1356534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C78E4-3B65-4B02-AEDD-DE01D24F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AD924-CE11-407E-950B-69CD5F2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DFTpowerchỉbinsk=0..floor(n/2), chọn max, tiesk nhỏ. Trảbin vàfreq=k*sample_rate/n.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wave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[0,1,0,-1]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sample_rate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1B02A-C481-456A-AF0E-6EAE85B5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9/13</a:t>
            </a:r>
          </a:p>
        </p:txBody>
      </p:sp>
    </p:spTree>
    <p:extLst>
      <p:ext uri="{BB962C8B-B14F-4D97-AF65-F5344CB8AC3E}">
        <p14:creationId xmlns:p14="http://schemas.microsoft.com/office/powerpoint/2010/main" val="2057898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2C264-031E-4C0A-9958-F401B6A2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439A4-7CD1-43BC-BDA7-31AB7C5B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n_samples/sample_rate seconds và frame count floor((n-window)/hop)+1 nếun&gt;=window, khôngpad.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42905-F1B8-4013-B5A9-50689AE5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n_samples&gt;=0; sample_rate/window/hop positiveinteger.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2FAD9-B13F-459D-9D2B-C11F6A63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00A15-B5D9-4F4E-AE90-61AD16A7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10/13</a:t>
            </a:r>
          </a:p>
        </p:txBody>
      </p:sp>
    </p:spTree>
    <p:extLst>
      <p:ext uri="{BB962C8B-B14F-4D97-AF65-F5344CB8AC3E}">
        <p14:creationId xmlns:p14="http://schemas.microsoft.com/office/powerpoint/2010/main" val="20332678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09E6B-77CD-4455-8447-1C0D0394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0B8CC-963E-4800-9E25-E0A06855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DFTpowerchỉbinsk=0..floor(n/2), chọn max, tiesk nhỏ. Trảbin vàfreq=k*sample_rate/n.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B0291-EEE3-429A-AE21-3BF42119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wave: listlength1..256; sample_rate&gt;0.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407B3-C8AB-474B-B260-047CA950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65B20-E2DB-4A38-B515-F33FD994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11/13</a:t>
            </a:r>
          </a:p>
        </p:txBody>
      </p:sp>
    </p:spTree>
    <p:extLst>
      <p:ext uri="{BB962C8B-B14F-4D97-AF65-F5344CB8AC3E}">
        <p14:creationId xmlns:p14="http://schemas.microsoft.com/office/powerpoint/2010/main" val="13751689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536D9-58E2-4E77-B6BD-4A7C853B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F87C7-8678-491D-AADB-F7BC7DF4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Tần số của âm thanh tổng hợp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49D49-7EBA-4160-A807-C0039531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tone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6D2AB-7B08-48B9-89D6-58C36DA8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MacroF1classes0/1/2.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2462A-F6E1-493C-81D2-79771FA4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40047-421D-4CE9-A9E9-6A436BF1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12/13</a:t>
            </a:r>
          </a:p>
        </p:txBody>
      </p:sp>
    </p:spTree>
    <p:extLst>
      <p:ext uri="{BB962C8B-B14F-4D97-AF65-F5344CB8AC3E}">
        <p14:creationId xmlns:p14="http://schemas.microsoft.com/office/powerpoint/2010/main" val="2761401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8E777-0E34-4B95-A0E6-CB1BF5B7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FB4C4-BF70-4D02-828F-C7FF0196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Tính800 samples ở 8kHz dài baonhiêu; xácđịnhpeak440Hz.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557B9-52E6-4F29-8DE4-68A20B48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IOAI Synthetic Speech baseline; tài liệu HuBERT.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9AC21-C466-4F26-BF5C-77C6B804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Đọc/chạy SpectrogramDataset trong ioai25speech_baseline.ipynb; xem các samples validation được cấp.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AB29F-8430-473F-861A-C784941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6.1 · 13/13</a:t>
            </a:r>
          </a:p>
        </p:txBody>
      </p:sp>
    </p:spTree>
    <p:extLst>
      <p:ext uri="{BB962C8B-B14F-4D97-AF65-F5344CB8AC3E}">
        <p14:creationId xmlns:p14="http://schemas.microsoft.com/office/powerpoint/2010/main" val="916112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2026-10-01T09:40:03.4600000Z</dcterms:created>
  <dcterms:modified xsi:type="dcterms:W3CDTF">2026-10-01T09:40:03.4600000Z</dcterms:modified>
</coreProperties>
</file>