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76eb192e1894868" /><Relationship Type="http://schemas.openxmlformats.org/officeDocument/2006/relationships/extended-properties" Target="/docProps/app.xml" Id="R50b4405c782045d7" /><Relationship Type="http://schemas.openxmlformats.org/officeDocument/2006/relationships/officeDocument" Target="/ppt/presentation.xml" Id="R877078611c58486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5fdb3f083e24119"/>
  </p:sldMasterIdLst>
  <p:notesMasterIdLst>
    <p:notesMasterId xmlns:r="http://schemas.openxmlformats.org/officeDocument/2006/relationships" r:id="Ra830c9c83ee645d0"/>
  </p:notesMasterIdLst>
  <p:sldIdLst>
    <p:sldId xmlns:r="http://schemas.openxmlformats.org/officeDocument/2006/relationships" id="256" r:id="R6cc92af367934c14"/>
    <p:sldId xmlns:r="http://schemas.openxmlformats.org/officeDocument/2006/relationships" id="257" r:id="Racb62773a48a4c15"/>
    <p:sldId xmlns:r="http://schemas.openxmlformats.org/officeDocument/2006/relationships" id="258" r:id="Rce19c88bf5cd4209"/>
    <p:sldId xmlns:r="http://schemas.openxmlformats.org/officeDocument/2006/relationships" id="259" r:id="Rb787f78439d342c9"/>
    <p:sldId xmlns:r="http://schemas.openxmlformats.org/officeDocument/2006/relationships" id="260" r:id="Re2eba927feb44149"/>
    <p:sldId xmlns:r="http://schemas.openxmlformats.org/officeDocument/2006/relationships" id="261" r:id="R37fbb95c5d134ffd"/>
    <p:sldId xmlns:r="http://schemas.openxmlformats.org/officeDocument/2006/relationships" id="262" r:id="R5636bb56aa6e417c"/>
    <p:sldId xmlns:r="http://schemas.openxmlformats.org/officeDocument/2006/relationships" id="263" r:id="R625ad0c9eb3441b9"/>
    <p:sldId xmlns:r="http://schemas.openxmlformats.org/officeDocument/2006/relationships" id="264" r:id="Rd9dc187ef1944781"/>
    <p:sldId xmlns:r="http://schemas.openxmlformats.org/officeDocument/2006/relationships" id="265" r:id="Re7c99d2cd029488e"/>
    <p:sldId xmlns:r="http://schemas.openxmlformats.org/officeDocument/2006/relationships" id="266" r:id="R29b3ec8f170e4397"/>
    <p:sldId xmlns:r="http://schemas.openxmlformats.org/officeDocument/2006/relationships" id="267" r:id="Re44d6ca8c99f49f8"/>
    <p:sldId xmlns:r="http://schemas.openxmlformats.org/officeDocument/2006/relationships" id="268" r:id="R4dcc68b4e2ad492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e510dc40be945dd" /><Relationship Type="http://schemas.openxmlformats.org/officeDocument/2006/relationships/slideMaster" Target="/ppt/slideMasters/slideMaster1.xml" Id="R85fdb3f083e24119" /><Relationship Type="http://schemas.openxmlformats.org/officeDocument/2006/relationships/notesMaster" Target="/ppt/notesMasters/notesMaster1.xml" Id="Ra830c9c83ee645d0" /><Relationship Type="http://schemas.openxmlformats.org/officeDocument/2006/relationships/presProps" Target="/ppt/presProps.xml" Id="R0d16983d16b94336" /><Relationship Type="http://schemas.openxmlformats.org/officeDocument/2006/relationships/tableStyles" Target="/ppt/tableStyles.xml" Id="R03c32e3719994cc0" /><Relationship Type="http://schemas.openxmlformats.org/officeDocument/2006/relationships/slide" Target="/ppt/slides/slide1.xml" Id="R6cc92af367934c14" /><Relationship Type="http://schemas.openxmlformats.org/officeDocument/2006/relationships/slide" Target="/ppt/slides/slide2.xml" Id="Racb62773a48a4c15" /><Relationship Type="http://schemas.openxmlformats.org/officeDocument/2006/relationships/slide" Target="/ppt/slides/slide3.xml" Id="Rce19c88bf5cd4209" /><Relationship Type="http://schemas.openxmlformats.org/officeDocument/2006/relationships/slide" Target="/ppt/slides/slide4.xml" Id="Rb787f78439d342c9" /><Relationship Type="http://schemas.openxmlformats.org/officeDocument/2006/relationships/slide" Target="/ppt/slides/slide5.xml" Id="Re2eba927feb44149" /><Relationship Type="http://schemas.openxmlformats.org/officeDocument/2006/relationships/slide" Target="/ppt/slides/slide6.xml" Id="R37fbb95c5d134ffd" /><Relationship Type="http://schemas.openxmlformats.org/officeDocument/2006/relationships/slide" Target="/ppt/slides/slide7.xml" Id="R5636bb56aa6e417c" /><Relationship Type="http://schemas.openxmlformats.org/officeDocument/2006/relationships/slide" Target="/ppt/slides/slide8.xml" Id="R625ad0c9eb3441b9" /><Relationship Type="http://schemas.openxmlformats.org/officeDocument/2006/relationships/slide" Target="/ppt/slides/slide9.xml" Id="Rd9dc187ef1944781" /><Relationship Type="http://schemas.openxmlformats.org/officeDocument/2006/relationships/slide" Target="/ppt/slides/slide10.xml" Id="Re7c99d2cd029488e" /><Relationship Type="http://schemas.openxmlformats.org/officeDocument/2006/relationships/slide" Target="/ppt/slides/slide11.xml" Id="R29b3ec8f170e4397" /><Relationship Type="http://schemas.openxmlformats.org/officeDocument/2006/relationships/slide" Target="/ppt/slides/slide12.xml" Id="Re44d6ca8c99f49f8" /><Relationship Type="http://schemas.openxmlformats.org/officeDocument/2006/relationships/slide" Target="/ppt/slides/slide13.xml" Id="R4dcc68b4e2ad492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f6f860f340e429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5df12b4301946ce" /><Relationship Type="http://schemas.openxmlformats.org/officeDocument/2006/relationships/notesMaster" Target="/ppt/notesMasters/notesMaster1.xml" Id="Rcc27548e4b3f403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531ed2ee10240c7" /><Relationship Type="http://schemas.openxmlformats.org/officeDocument/2006/relationships/notesMaster" Target="/ppt/notesMasters/notesMaster1.xml" Id="R9cccde8de6bb430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745d71f513e4f81" /><Relationship Type="http://schemas.openxmlformats.org/officeDocument/2006/relationships/notesMaster" Target="/ppt/notesMasters/notesMaster1.xml" Id="Rc44bde09282b4e3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7e8fd6242cd49fa" /><Relationship Type="http://schemas.openxmlformats.org/officeDocument/2006/relationships/notesMaster" Target="/ppt/notesMasters/notesMaster1.xml" Id="R89c6f55176d549f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d384dadc1f74b72" /><Relationship Type="http://schemas.openxmlformats.org/officeDocument/2006/relationships/notesMaster" Target="/ppt/notesMasters/notesMaster1.xml" Id="Rfe44cde6b9b64e0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34371d429104727" /><Relationship Type="http://schemas.openxmlformats.org/officeDocument/2006/relationships/notesMaster" Target="/ppt/notesMasters/notesMaster1.xml" Id="R167e54504a774d9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06156bf765d45fd" /><Relationship Type="http://schemas.openxmlformats.org/officeDocument/2006/relationships/notesMaster" Target="/ppt/notesMasters/notesMaster1.xml" Id="R5b9fceaabf244f5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e9ece89afe04a18" /><Relationship Type="http://schemas.openxmlformats.org/officeDocument/2006/relationships/notesMaster" Target="/ppt/notesMasters/notesMaster1.xml" Id="R1ec7fb49f8dd4fa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2b48bbb96a64755" /><Relationship Type="http://schemas.openxmlformats.org/officeDocument/2006/relationships/notesMaster" Target="/ppt/notesMasters/notesMaster1.xml" Id="R3767fcbcb9cc4ce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f3cefbd14cc4a77" /><Relationship Type="http://schemas.openxmlformats.org/officeDocument/2006/relationships/notesMaster" Target="/ppt/notesMasters/notesMaster1.xml" Id="R34c6eb4ce9ed467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f0085b8b6364dc0" /><Relationship Type="http://schemas.openxmlformats.org/officeDocument/2006/relationships/notesMaster" Target="/ppt/notesMasters/notesMaster1.xml" Id="R68368daa967a4d9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bc78e56488a428c" /><Relationship Type="http://schemas.openxmlformats.org/officeDocument/2006/relationships/notesMaster" Target="/ppt/notesMasters/notesMaster1.xml" Id="Rd58c03d3c4d443b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55203ebdac84c61" /><Relationship Type="http://schemas.openxmlformats.org/officeDocument/2006/relationships/notesMaster" Target="/ppt/notesMasters/notesMaster1.xml" Id="Rb7d6a2962cb649d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Khung đã duyệt, Hugging Face Qwen2Audio/Voxtral; AIO39 VQA.. Phần Inference của Qwen2Audio có audio mẫu tiếng kính vỡ và code sinh mô tả; Voxtral có ví dụ Transcription/Audio Understanding. Chạy hoặc đọc code theo nguồn trên môi trường đủ tài nguyên; AIO39.2/39.3 cho bài image-text.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6.4: Audio-language và multimodal</a:t>
            </a:r>
          </a:p>
          <a:p xmlns:a="http://schemas.openxmlformats.org/drawingml/2006/main">
            <a:r>
              <a:t>Nguồn giáo trình: Hugging Face Qwen2Audio/Voxtral; AIO39 VQA.</a:t>
            </a:r>
          </a:p>
          <a:p xmlns:a="http://schemas.openxmlformats.org/drawingml/2006/main">
            <a:r>
              <a:t>Bài tiếp theo trong nguồn: Phần Inference của Qwen2Audio có audio mẫu tiếng kính vỡ và code sinh mô tả; Voxtral có ví dụ Transcription/Audio Understanding. Chạy hoặc đọc code theo nguồn trên môi trường đủ tài nguyên; AIO39.2/39.3 cho bài image-text.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6.4: Audio-language và multimodal</a:t>
            </a:r>
          </a:p>
          <a:p xmlns:a="http://schemas.openxmlformats.org/drawingml/2006/main">
            <a:r>
              <a:t>Nguồn giáo trình: Hugging Face Qwen2Audio/Voxtral; AIO39 VQA.</a:t>
            </a:r>
          </a:p>
          <a:p xmlns:a="http://schemas.openxmlformats.org/drawingml/2006/main">
            <a:r>
              <a:t>Bài tiếp theo trong nguồn: Phần Inference của Qwen2Audio có audio mẫu tiếng kính vỡ và code sinh mô tả; Voxtral có ví dụ Transcription/Audio Understanding. Chạy hoặc đọc code theo nguồn trên môi trường đủ tài nguyên; AIO39.2/39.3 cho bài image-text.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6.4: Audio-language và multimodal</a:t>
            </a:r>
          </a:p>
          <a:p xmlns:a="http://schemas.openxmlformats.org/drawingml/2006/main">
            <a:r>
              <a:t>Nguồn giáo trình: Hugging Face Qwen2Audio/Voxtral; AIO39 VQA.</a:t>
            </a:r>
          </a:p>
          <a:p xmlns:a="http://schemas.openxmlformats.org/drawingml/2006/main">
            <a:r>
              <a:t>Bài tiếp theo trong nguồn: Phần Inference của Qwen2Audio có audio mẫu tiếng kính vỡ và code sinh mô tả; Voxtral có ví dụ Transcription/Audio Understanding. Chạy hoặc đọc code theo nguồn trên môi trường đủ tài nguyên; AIO39.2/39.3 cho bài image-text.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6.4: Audio-language và multimodal</a:t>
            </a:r>
          </a:p>
          <a:p xmlns:a="http://schemas.openxmlformats.org/drawingml/2006/main">
            <a:r>
              <a:t>Nguồn giáo trình: Hugging Face Qwen2Audio/Voxtral; AIO39 VQA.</a:t>
            </a:r>
          </a:p>
          <a:p xmlns:a="http://schemas.openxmlformats.org/drawingml/2006/main">
            <a:r>
              <a:t>Bài tiếp theo trong nguồn: Phần Inference của Qwen2Audio có audio mẫu tiếng kính vỡ và code sinh mô tả; Voxtral có ví dụ Transcription/Audio Understanding. Chạy hoặc đọc code theo nguồn trên môi trường đủ tài nguyên; AIO39.2/39.3 cho bài image-text.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6.4: Audio-language và multimodal</a:t>
            </a:r>
          </a:p>
          <a:p xmlns:a="http://schemas.openxmlformats.org/drawingml/2006/main">
            <a:r>
              <a:t>Nguồn giáo trình: Hugging Face Qwen2Audio/Voxtral; AIO39 VQA.</a:t>
            </a:r>
          </a:p>
          <a:p xmlns:a="http://schemas.openxmlformats.org/drawingml/2006/main">
            <a:r>
              <a:t>Bài tiếp theo trong nguồn: Phần Inference của Qwen2Audio có audio mẫu tiếng kính vỡ và code sinh mô tả; Voxtral có ví dụ Transcription/Audio Understanding. Chạy hoặc đọc code theo nguồn trên môi trường đủ tài nguyên; AIO39.2/39.3 cho bài image-text.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6.4: Audio-language và multimodal</a:t>
            </a:r>
          </a:p>
          <a:p xmlns:a="http://schemas.openxmlformats.org/drawingml/2006/main">
            <a:r>
              <a:t>Nguồn giáo trình: Hugging Face Qwen2Audio/Voxtral; AIO39 VQA.</a:t>
            </a:r>
          </a:p>
          <a:p xmlns:a="http://schemas.openxmlformats.org/drawingml/2006/main">
            <a:r>
              <a:t>Bài tiếp theo trong nguồn: Phần Inference của Qwen2Audio có audio mẫu tiếng kính vỡ và code sinh mô tả; Voxtral có ví dụ Transcription/Audio Understanding. Chạy hoặc đọc code theo nguồn trên môi trường đủ tài nguyên; AIO39.2/39.3 cho bài image-text.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Đối chiếu sau khi học sinh làm: {"prob":[0.6,0.39999999999999997],"label":0}</a:t>
            </a:r>
          </a:p>
          <a:p xmlns:a="http://schemas.openxmlformats.org/drawingml/2006/main">
            <a:r>
              <a:t>Tham khảo: Hugging Face Qwen2Audio/Voxtral; AIO39 VQA.</a:t>
            </a:r>
          </a:p>
          <a:p xmlns:a="http://schemas.openxmlformats.org/drawingml/2006/main">
            <a:r>
              <a:t>Nếu input dài, mở BAI_HOC.html để xem đủ. Không cắt data trong bài tập gốc.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Đối chiếu sau khi học sinh làm: [true,false,false]</a:t>
            </a:r>
          </a:p>
          <a:p xmlns:a="http://schemas.openxmlformats.org/drawingml/2006/main">
            <a:r>
              <a:t>Tham khảo: Hugging Face Qwen2Audio/Voxtral; AIO39 VQA.</a:t>
            </a:r>
          </a:p>
          <a:p xmlns:a="http://schemas.openxmlformats.org/drawingml/2006/main">
            <a:r>
              <a:t>Nếu input dài, mở BAI_HOC.html để xem đủ. Không cắt data trong bài tập gốc.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6.4: Audio-language và multimodal</a:t>
            </a:r>
          </a:p>
          <a:p xmlns:a="http://schemas.openxmlformats.org/drawingml/2006/main">
            <a:r>
              <a:t>Nguồn giáo trình: Hugging Face Qwen2Audio/Voxtral; AIO39 VQA.</a:t>
            </a:r>
          </a:p>
          <a:p xmlns:a="http://schemas.openxmlformats.org/drawingml/2006/main">
            <a:r>
              <a:t>Bài tiếp theo trong nguồn: Phần Inference của Qwen2Audio có audio mẫu tiếng kính vỡ và code sinh mô tả; Voxtral có ví dụ Transcription/Audio Understanding. Chạy hoặc đọc code theo nguồn trên môi trường đủ tài nguyên; AIO39.2/39.3 cho bài image-text.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6.4: Audio-language và multimodal</a:t>
            </a:r>
          </a:p>
          <a:p xmlns:a="http://schemas.openxmlformats.org/drawingml/2006/main">
            <a:r>
              <a:t>Nguồn giáo trình: Hugging Face Qwen2Audio/Voxtral; AIO39 VQA.</a:t>
            </a:r>
          </a:p>
          <a:p xmlns:a="http://schemas.openxmlformats.org/drawingml/2006/main">
            <a:r>
              <a:t>Bài tiếp theo trong nguồn: Phần Inference của Qwen2Audio có audio mẫu tiếng kính vỡ và code sinh mô tả; Voxtral có ví dụ Transcription/Audio Understanding. Chạy hoặc đọc code theo nguồn trên môi trường đủ tài nguyên; AIO39.2/39.3 cho bài image-text.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6.4: Audio-language và multimodal</a:t>
            </a:r>
          </a:p>
          <a:p xmlns:a="http://schemas.openxmlformats.org/drawingml/2006/main">
            <a:r>
              <a:t>Nguồn giáo trình: Hugging Face Qwen2Audio/Voxtral; AIO39 VQA.</a:t>
            </a:r>
          </a:p>
          <a:p xmlns:a="http://schemas.openxmlformats.org/drawingml/2006/main">
            <a:r>
              <a:t>Bài tiếp theo trong nguồn: Phần Inference của Qwen2Audio có audio mẫu tiếng kính vỡ và code sinh mô tả; Voxtral có ví dụ Transcription/Audio Understanding. Chạy hoặc đọc code theo nguồn trên môi trường đủ tài nguyên; AIO39.2/39.3 cho bài image-text.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6.4: Audio-language và multimodal</a:t>
            </a:r>
          </a:p>
          <a:p xmlns:a="http://schemas.openxmlformats.org/drawingml/2006/main">
            <a:r>
              <a:t>Nguồn giáo trình: Hugging Face Qwen2Audio/Voxtral; AIO39 VQA.</a:t>
            </a:r>
          </a:p>
          <a:p xmlns:a="http://schemas.openxmlformats.org/drawingml/2006/main">
            <a:r>
              <a:t>Bài tiếp theo trong nguồn: Phần Inference của Qwen2Audio có audio mẫu tiếng kính vỡ và code sinh mô tả; Voxtral có ví dụ Transcription/Audio Understanding. Chạy hoặc đọc code theo nguồn trên môi trường đủ tài nguyên; AIO39.2/39.3 cho bài image-text.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8fa60cd66b4b4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e4802145b564610" /><Relationship Type="http://schemas.openxmlformats.org/officeDocument/2006/relationships/slideLayout" Target="/ppt/slideLayouts/slideLayout1.xml" Id="R60e344b5c6df46d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0e344b5c6df46d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8d48b302d84a6d" /><Relationship Type="http://schemas.openxmlformats.org/officeDocument/2006/relationships/notesSlide" Target="/ppt/notesSlides/notesSlide1.xml" Id="Rdd44363e6b28463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c015f3697548d0" /><Relationship Type="http://schemas.openxmlformats.org/officeDocument/2006/relationships/notesSlide" Target="/ppt/notesSlides/notesSlide2.xml" Id="Re2ffa82f02914fa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e9ff3212114582" /><Relationship Type="http://schemas.openxmlformats.org/officeDocument/2006/relationships/notesSlide" Target="/ppt/notesSlides/notesSlide3.xml" Id="R095858833c2a4ea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f61854f97e4ef6" /><Relationship Type="http://schemas.openxmlformats.org/officeDocument/2006/relationships/notesSlide" Target="/ppt/notesSlides/notesSlide4.xml" Id="Rd052ae686d1e457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69960d929d42dd" /><Relationship Type="http://schemas.openxmlformats.org/officeDocument/2006/relationships/notesSlide" Target="/ppt/notesSlides/notesSlide5.xml" Id="Rff949a1910474f1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94ad167ca74594" /><Relationship Type="http://schemas.openxmlformats.org/officeDocument/2006/relationships/notesSlide" Target="/ppt/notesSlides/notesSlide6.xml" Id="Rdfecb176edc2489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41dd3634ae4835" /><Relationship Type="http://schemas.openxmlformats.org/officeDocument/2006/relationships/notesSlide" Target="/ppt/notesSlides/notesSlide7.xml" Id="Re845c622c4d7476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95f5bb9bb5441b" /><Relationship Type="http://schemas.openxmlformats.org/officeDocument/2006/relationships/notesSlide" Target="/ppt/notesSlides/notesSlide8.xml" Id="Rf952c2fcfb39422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cb9d78f994490b" /><Relationship Type="http://schemas.openxmlformats.org/officeDocument/2006/relationships/notesSlide" Target="/ppt/notesSlides/notesSlide9.xml" Id="Raf7a26cc557647b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8fd41498754c2d" /><Relationship Type="http://schemas.openxmlformats.org/officeDocument/2006/relationships/notesSlide" Target="/ppt/notesSlides/notesSlide10.xml" Id="R67d07012a7da417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e8c7be1a3840a8" /><Relationship Type="http://schemas.openxmlformats.org/officeDocument/2006/relationships/notesSlide" Target="/ppt/notesSlides/notesSlide11.xml" Id="Ra2e2a8c407c14fb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fb09551c5b4e1e" /><Relationship Type="http://schemas.openxmlformats.org/officeDocument/2006/relationships/notesSlide" Target="/ppt/notesSlides/notesSlide12.xml" Id="R0c4222d1899a4cc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2f8c9438904fa8" /><Relationship Type="http://schemas.openxmlformats.org/officeDocument/2006/relationships/notesSlide" Target="/ppt/notesSlides/notesSlide13.xml" Id="R09d045996c1d4e7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5E62F5-6523-4DA8-9D3D-81326E2C1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Buổi 6.4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17A9F7-D77A-4357-8577-F44FF346E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668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Audio-language và multimodal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99FF7B-3753-4A66-B895-EDBF2612B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Kết hợp audio và text có tự động giải được mọi audio question?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7E72E0-BC44-4332-AFA9-AA840E721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6.4 · 1/13</a:t>
            </a:r>
          </a:p>
        </p:txBody>
      </p:sp>
    </p:spTree>
    <p:extLst>
      <p:ext uri="{BB962C8B-B14F-4D97-AF65-F5344CB8AC3E}">
        <p14:creationId xmlns:p14="http://schemas.microsoft.com/office/powerpoint/2010/main" val="18133016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1AF3C8-F279-495D-9AA6-E7EBC465E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Ý tưởng cần hiểu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3BD0B8-DDE7-4B6F-805A-AFB0D56DF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Multimodal inputs cầnalignment vàtaskoutput rõ.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481F3D-88D8-4B13-BBA3-7A1DC33B5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Latefusion weightedprobs chỉ là một phương pháp; audiolanguagemodel dùng processor/model chuyênbiệt.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46D11F-4A24-4991-994F-8E4EB487D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Qwen/Voxtral có ví dụ Inference; kiểm cache, resource vàrules trước chạy.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9A0FAB-FE7F-414A-887B-409997063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fused=alpha×text_prob+(1-alpha)×audio_prob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206A7E-82DD-4DAF-B9B6-A3F1C65B1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6.4 · 2/13</a:t>
            </a:r>
          </a:p>
        </p:txBody>
      </p:sp>
    </p:spTree>
    <p:extLst>
      <p:ext uri="{BB962C8B-B14F-4D97-AF65-F5344CB8AC3E}">
        <p14:creationId xmlns:p14="http://schemas.microsoft.com/office/powerpoint/2010/main" val="85190403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F8F133-01B2-407D-B9C7-D5703E6FA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Ví dụ: đọc input trước khi tính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97280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[0.8,0.2]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[0.3,0.7]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alpha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0.6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D56DC0-4952-4B35-99B6-C15F5DB71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6.4 · 3/13</a:t>
            </a:r>
          </a:p>
        </p:txBody>
      </p:sp>
    </p:spTree>
    <p:extLst>
      <p:ext uri="{BB962C8B-B14F-4D97-AF65-F5344CB8AC3E}">
        <p14:creationId xmlns:p14="http://schemas.microsoft.com/office/powerpoint/2010/main" val="4010164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5BEF38-23FD-48E8-89D3-31538F428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Đối chiếu phép tính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CD1881-DEE5-41FC-9717-D62CA3766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"prob": [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  0.6,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  0.4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],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"label": 0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70AE18-59EE-4808-8CEF-336645AFF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6.4 · 4/13</a:t>
            </a:r>
          </a:p>
        </p:txBody>
      </p:sp>
    </p:spTree>
    <p:extLst>
      <p:ext uri="{BB962C8B-B14F-4D97-AF65-F5344CB8AC3E}">
        <p14:creationId xmlns:p14="http://schemas.microsoft.com/office/powerpoint/2010/main" val="81899601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27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1893E5-C11D-459B-9B22-7DE237499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Code minh họa — đoạn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0F11A6-5315-4E54-99C3-EFC21DE86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import numpy as np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# Hai modalities có scores cho cùng hai lớp: late fusion có trọng số.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text_prob=np.array([.8,.2]); audio_prob=np.array([.3,.7])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alpha=.6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fused=alpha*text_prob+(1-alpha)*audio_prob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print("Text:",text_prob.tolist(),"Audio:",audio_prob.tolist())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print("Fused:",fused.round(4).tolist(),"Label:",int(fused.argmax()))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assert np.isclose(fused.sum(),1)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# Đây là late-fusion fixture, không Qwen/Voxtral. Code model thật có trong tệp bổ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sung.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9F5B41-8FBF-4233-8FF2-CE31BAFA3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BDCE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BDCE3"/>
                </a:solidFill>
                <a:latin typeface="Arial"/>
                <a:ea typeface="Arial"/>
                <a:cs typeface="Arial"/>
              </a:rPr>
              <a:t>Code đầy đủ: code_minh_hoa.py / code_minh_hoa.ipynb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50BA74-AD35-44CC-B75A-36892C4CC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DCDD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CDD4"/>
                </a:solidFill>
                <a:latin typeface="Arial"/>
                <a:ea typeface="Arial"/>
                <a:cs typeface="Arial"/>
              </a:rPr>
              <a:t>AI Canuc80k · Buổi 6.4 · 5/13</a:t>
            </a:r>
          </a:p>
        </p:txBody>
      </p:sp>
    </p:spTree>
    <p:extLst>
      <p:ext uri="{BB962C8B-B14F-4D97-AF65-F5344CB8AC3E}">
        <p14:creationId xmlns:p14="http://schemas.microsoft.com/office/powerpoint/2010/main" val="174265715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A8D742-2D23-460B-86B8-834656162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Output của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B672DB-6144-4BC6-9087-F894B3CFB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Text: [0.8, 0.2] Audio: [0.3, 0.7]</a:t>
            </a:r>
          </a:p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Fused: [0.6, 0.4] Label: 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7AAD82-C8ED-435F-9894-4B39CA9FA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6.4 · 6/13</a:t>
            </a:r>
          </a:p>
        </p:txBody>
      </p:sp>
    </p:spTree>
    <p:extLst>
      <p:ext uri="{BB962C8B-B14F-4D97-AF65-F5344CB8AC3E}">
        <p14:creationId xmlns:p14="http://schemas.microsoft.com/office/powerpoint/2010/main" val="192692845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27B0CD-6DBE-4FCE-A2CE-3C874B9D7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Điểm dễ nhầm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F6A7A7-BEE0-4371-BE24-28EA26FED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668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Không gọi fixture late fusion là Qwen/Voxtral đãinfer trên audio thật.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3CFA97-35DA-4053-9EF6-A441C3101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10668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Tínhfused của hai vectors trongdemo và thử alpha0/1.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30551F-7755-495F-AF26-0987B3D30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6.4 · 7/13</a:t>
            </a:r>
          </a:p>
        </p:txBody>
      </p:sp>
    </p:spTree>
    <p:extLst>
      <p:ext uri="{BB962C8B-B14F-4D97-AF65-F5344CB8AC3E}">
        <p14:creationId xmlns:p14="http://schemas.microsoft.com/office/powerpoint/2010/main" val="131351467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04E44C-2D0F-4838-AA75-625F86F83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Bài trên lớp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8BE65F-5466-46E2-BBD2-5E4E612EE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Fused=alpha*a+(1-alpha)*b; trảprob và label argmax index nhỏ khi hòa.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2714625"/>
          <a:ext xmlns:a="http://schemas.openxmlformats.org/drawingml/2006/main" cx="1097280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[0.8,0.2]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[0.3,0.7]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alpha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0.6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647B18-8615-4F7E-82DE-CF4031B7C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6.4 · 8/13</a:t>
            </a:r>
          </a:p>
        </p:txBody>
      </p:sp>
    </p:spTree>
    <p:extLst>
      <p:ext uri="{BB962C8B-B14F-4D97-AF65-F5344CB8AC3E}">
        <p14:creationId xmlns:p14="http://schemas.microsoft.com/office/powerpoint/2010/main" val="102004147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29E0A5-A3CC-47BA-B36D-9050DF2F1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Bài trên lớp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57C7FE-3C87-46FE-B589-162EF98D6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Check parsedobjects: dictđúngduynhất keylabel và label trongallowed; invalid→false.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2714625"/>
          <a:ext xmlns:a="http://schemas.openxmlformats.org/drawingml/2006/main" cx="10972800" cy="1885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objects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[{"label":"weather"},{"label":"music"},"weather"]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allowed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["weather","sport"]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3D5A10-0CA6-435D-9B16-2336C9A82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6.4 · 9/13</a:t>
            </a:r>
          </a:p>
        </p:txBody>
      </p:sp>
    </p:spTree>
    <p:extLst>
      <p:ext uri="{BB962C8B-B14F-4D97-AF65-F5344CB8AC3E}">
        <p14:creationId xmlns:p14="http://schemas.microsoft.com/office/powerpoint/2010/main" val="213103055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1E3A56-2015-4AC7-B2CF-230D581DF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1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B032E7-8D4B-4454-9647-18A81E2B4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Fused=alpha*a+(1-alpha)*b; trảprob và label argmax index nhỏ khi hòa.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FA23A6-D736-434B-AD15-EDFC819A6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Input: a/b: probabilityvectors; alpha∈[0,1].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B452BE-3489-441B-BE3A-B382F9310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Output: một JSON value; xem đầy đủ ví dụ, quy ước và giới hạn trong BTVN_01.txt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4BF609-EF4A-4286-97EE-934FBF21D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6.4 · 10/13</a:t>
            </a:r>
          </a:p>
        </p:txBody>
      </p:sp>
    </p:spTree>
    <p:extLst>
      <p:ext uri="{BB962C8B-B14F-4D97-AF65-F5344CB8AC3E}">
        <p14:creationId xmlns:p14="http://schemas.microsoft.com/office/powerpoint/2010/main" val="98576024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DBB3BF-8EFF-4F1A-81B5-DE5F04B57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2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5D6CAE-4D3C-46E9-8CC8-A1CB6557C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Check parsedobjects: dictđúngduynhất keylabel và label trongallowed; invalid→false.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AC3C5A-4E58-4161-AE55-89BE519C5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Input: objects: listJSONvalues; allowed: liststrings.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6191CA-4144-492C-A29B-267259674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Output: một JSON value; xem đầy đủ ví dụ, quy ước và giới hạn trong BTVN_02.txt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338C4D-53A7-4D28-AA93-3AF958006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6.4 · 11/13</a:t>
            </a:r>
          </a:p>
        </p:txBody>
      </p:sp>
    </p:spTree>
    <p:extLst>
      <p:ext uri="{BB962C8B-B14F-4D97-AF65-F5344CB8AC3E}">
        <p14:creationId xmlns:p14="http://schemas.microsoft.com/office/powerpoint/2010/main" val="194906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D739C3-BF2A-442E-A501-D65DCAB6D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3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B691C3-D5AD-433D-BCA6-EABD61623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Audio và câu hỏi định lượng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EF3BBD-EAF7-427B-A264-6DBA609DA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1066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Data: audioqa · {"train":500,"valid":120,"test":200}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B549E3-689A-40B0-AB70-56F238886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668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Chấm: RelativeMAEscale theoquestion; score=exp(-relativeMAE).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C5C67C-8BB0-48EB-AE3F-0EB545329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05475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Mở BTVN_03.txt, DATA_NOTE và sample_submission trước khi làm.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C9B5D6-CA82-4F89-B308-D994A7ED6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6.4 · 12/13</a:t>
            </a:r>
          </a:p>
        </p:txBody>
      </p:sp>
    </p:spTree>
    <p:extLst>
      <p:ext uri="{BB962C8B-B14F-4D97-AF65-F5344CB8AC3E}">
        <p14:creationId xmlns:p14="http://schemas.microsoft.com/office/powerpoint/2010/main" val="136646370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4A59A5-BE85-4102-9D7D-ED05185F6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Chốt bài và nguồn học tiếp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9942CB-DE94-4671-8A61-DA66E6116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668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Tínhfused của hai vectors trongdemo và thử alpha0/1.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012736-B515-42F1-B4BF-66437D519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Hugging Face Qwen2Audio/Voxtral; AIO39 VQA.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8FCB57-2678-4554-A1DF-A533AF2E8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10668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Phần Inference của Qwen2Audio có audio mẫu tiếng kính vỡ và code sinh mô tả; Voxtral có ví dụ Transcription/Audio Understanding. Chạy hoặc đọc code theo nguồn trên môi trường đủ tài nguyên; AIO39.2/39.3 cho bài image-text.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D09A32-918D-47F1-85C4-9E3346BD7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6.4 · 13/13</a:t>
            </a:r>
          </a:p>
        </p:txBody>
      </p:sp>
    </p:spTree>
    <p:extLst>
      <p:ext uri="{BB962C8B-B14F-4D97-AF65-F5344CB8AC3E}">
        <p14:creationId xmlns:p14="http://schemas.microsoft.com/office/powerpoint/2010/main" val="12304855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2026-10-01T09:01:40.1610000Z</dcterms:created>
  <dcterms:modified xsi:type="dcterms:W3CDTF">2026-10-01T09:01:40.1610000Z</dcterms:modified>
</coreProperties>
</file>