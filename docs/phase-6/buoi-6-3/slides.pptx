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9198ddd945499d" /><Relationship Type="http://schemas.openxmlformats.org/officeDocument/2006/relationships/extended-properties" Target="/docProps/app.xml" Id="R9e91f886d57144b0" /><Relationship Type="http://schemas.openxmlformats.org/officeDocument/2006/relationships/officeDocument" Target="/ppt/presentation.xml" Id="R30b9d197ebd641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0c7f3dad9c4ca1"/>
  </p:sldMasterIdLst>
  <p:notesMasterIdLst>
    <p:notesMasterId xmlns:r="http://schemas.openxmlformats.org/officeDocument/2006/relationships" r:id="Rf3c824910c14418d"/>
  </p:notesMasterIdLst>
  <p:sldIdLst>
    <p:sldId xmlns:r="http://schemas.openxmlformats.org/officeDocument/2006/relationships" id="256" r:id="Rb5ba148a39d648e9"/>
    <p:sldId xmlns:r="http://schemas.openxmlformats.org/officeDocument/2006/relationships" id="257" r:id="R1d74f1f05e2a4061"/>
    <p:sldId xmlns:r="http://schemas.openxmlformats.org/officeDocument/2006/relationships" id="258" r:id="Rdf711c84aac1444e"/>
    <p:sldId xmlns:r="http://schemas.openxmlformats.org/officeDocument/2006/relationships" id="259" r:id="R6646fa743b334600"/>
    <p:sldId xmlns:r="http://schemas.openxmlformats.org/officeDocument/2006/relationships" id="260" r:id="R8018be6d6be7479e"/>
    <p:sldId xmlns:r="http://schemas.openxmlformats.org/officeDocument/2006/relationships" id="261" r:id="R39a18b9cc02045c8"/>
    <p:sldId xmlns:r="http://schemas.openxmlformats.org/officeDocument/2006/relationships" id="262" r:id="R4d2a3234a7f94907"/>
    <p:sldId xmlns:r="http://schemas.openxmlformats.org/officeDocument/2006/relationships" id="263" r:id="R189efbc932b44542"/>
    <p:sldId xmlns:r="http://schemas.openxmlformats.org/officeDocument/2006/relationships" id="264" r:id="R814e8fc09fcb4f37"/>
    <p:sldId xmlns:r="http://schemas.openxmlformats.org/officeDocument/2006/relationships" id="265" r:id="Rdaa2fde5c1424345"/>
    <p:sldId xmlns:r="http://schemas.openxmlformats.org/officeDocument/2006/relationships" id="266" r:id="R708b2c946aa34b93"/>
    <p:sldId xmlns:r="http://schemas.openxmlformats.org/officeDocument/2006/relationships" id="267" r:id="R68e5798313274f1a"/>
    <p:sldId xmlns:r="http://schemas.openxmlformats.org/officeDocument/2006/relationships" id="268" r:id="R94d17f3e2dd141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295183c0e44188" /><Relationship Type="http://schemas.openxmlformats.org/officeDocument/2006/relationships/slideMaster" Target="/ppt/slideMasters/slideMaster1.xml" Id="Rf80c7f3dad9c4ca1" /><Relationship Type="http://schemas.openxmlformats.org/officeDocument/2006/relationships/notesMaster" Target="/ppt/notesMasters/notesMaster1.xml" Id="Rf3c824910c14418d" /><Relationship Type="http://schemas.openxmlformats.org/officeDocument/2006/relationships/presProps" Target="/ppt/presProps.xml" Id="R0aa0f051a2cc435b" /><Relationship Type="http://schemas.openxmlformats.org/officeDocument/2006/relationships/tableStyles" Target="/ppt/tableStyles.xml" Id="R867f350a610a41af" /><Relationship Type="http://schemas.openxmlformats.org/officeDocument/2006/relationships/slide" Target="/ppt/slides/slide1.xml" Id="Rb5ba148a39d648e9" /><Relationship Type="http://schemas.openxmlformats.org/officeDocument/2006/relationships/slide" Target="/ppt/slides/slide2.xml" Id="R1d74f1f05e2a4061" /><Relationship Type="http://schemas.openxmlformats.org/officeDocument/2006/relationships/slide" Target="/ppt/slides/slide3.xml" Id="Rdf711c84aac1444e" /><Relationship Type="http://schemas.openxmlformats.org/officeDocument/2006/relationships/slide" Target="/ppt/slides/slide4.xml" Id="R6646fa743b334600" /><Relationship Type="http://schemas.openxmlformats.org/officeDocument/2006/relationships/slide" Target="/ppt/slides/slide5.xml" Id="R8018be6d6be7479e" /><Relationship Type="http://schemas.openxmlformats.org/officeDocument/2006/relationships/slide" Target="/ppt/slides/slide6.xml" Id="R39a18b9cc02045c8" /><Relationship Type="http://schemas.openxmlformats.org/officeDocument/2006/relationships/slide" Target="/ppt/slides/slide7.xml" Id="R4d2a3234a7f94907" /><Relationship Type="http://schemas.openxmlformats.org/officeDocument/2006/relationships/slide" Target="/ppt/slides/slide8.xml" Id="R189efbc932b44542" /><Relationship Type="http://schemas.openxmlformats.org/officeDocument/2006/relationships/slide" Target="/ppt/slides/slide9.xml" Id="R814e8fc09fcb4f37" /><Relationship Type="http://schemas.openxmlformats.org/officeDocument/2006/relationships/slide" Target="/ppt/slides/slide10.xml" Id="Rdaa2fde5c1424345" /><Relationship Type="http://schemas.openxmlformats.org/officeDocument/2006/relationships/slide" Target="/ppt/slides/slide11.xml" Id="R708b2c946aa34b93" /><Relationship Type="http://schemas.openxmlformats.org/officeDocument/2006/relationships/slide" Target="/ppt/slides/slide12.xml" Id="R68e5798313274f1a" /><Relationship Type="http://schemas.openxmlformats.org/officeDocument/2006/relationships/slide" Target="/ppt/slides/slide13.xml" Id="R94d17f3e2dd141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80cee6b0ad45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68e249b23441d8" /><Relationship Type="http://schemas.openxmlformats.org/officeDocument/2006/relationships/notesMaster" Target="/ppt/notesMasters/notesMaster1.xml" Id="R6161120809bc46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7a2a0d2f8943de" /><Relationship Type="http://schemas.openxmlformats.org/officeDocument/2006/relationships/notesMaster" Target="/ppt/notesMasters/notesMaster1.xml" Id="Recafffad131d43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d23e363aca44f2" /><Relationship Type="http://schemas.openxmlformats.org/officeDocument/2006/relationships/notesMaster" Target="/ppt/notesMasters/notesMaster1.xml" Id="R58ba3966816542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4c7e1b30d546e6" /><Relationship Type="http://schemas.openxmlformats.org/officeDocument/2006/relationships/notesMaster" Target="/ppt/notesMasters/notesMaster1.xml" Id="R8ae4fc62e81f49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4bcda080db4d01" /><Relationship Type="http://schemas.openxmlformats.org/officeDocument/2006/relationships/notesMaster" Target="/ppt/notesMasters/notesMaster1.xml" Id="R0923f4b64c2144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1fe511c0e14dee" /><Relationship Type="http://schemas.openxmlformats.org/officeDocument/2006/relationships/notesMaster" Target="/ppt/notesMasters/notesMaster1.xml" Id="R2694d064ab544b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29c6b3a80447e0" /><Relationship Type="http://schemas.openxmlformats.org/officeDocument/2006/relationships/notesMaster" Target="/ppt/notesMasters/notesMaster1.xml" Id="Rbed9fcf88fc541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16dbc7e0204ced" /><Relationship Type="http://schemas.openxmlformats.org/officeDocument/2006/relationships/notesMaster" Target="/ppt/notesMasters/notesMaster1.xml" Id="R2a2402579d5140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1d43fb1a2d45e8" /><Relationship Type="http://schemas.openxmlformats.org/officeDocument/2006/relationships/notesMaster" Target="/ppt/notesMasters/notesMaster1.xml" Id="R1856448db52f40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b2b393362946e9" /><Relationship Type="http://schemas.openxmlformats.org/officeDocument/2006/relationships/notesMaster" Target="/ppt/notesMasters/notesMaster1.xml" Id="Reb043309c406460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d749488e184cc1" /><Relationship Type="http://schemas.openxmlformats.org/officeDocument/2006/relationships/notesMaster" Target="/ppt/notesMasters/notesMaster1.xml" Id="R79da811b451c4b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a43265e956f4c6d" /><Relationship Type="http://schemas.openxmlformats.org/officeDocument/2006/relationships/notesMaster" Target="/ppt/notesMasters/notesMaster1.xml" Id="Ref59fd9c800a47a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eba2de53b604520" /><Relationship Type="http://schemas.openxmlformats.org/officeDocument/2006/relationships/notesMaster" Target="/ppt/notesMasters/notesMaster1.xml" Id="Re52383c5a3584d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Hugging Face HuBERT; repo Whisper và notebook LibriSpeech.. Chạy ví dụ audio/ASR trong trang HuBERT và notebook LibriSpeech của repo Whisper, dùng đúng dữ liệu mẫu được nguồn cung cấp.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6.3: Pretrained audio encoders và ASR</a:t>
            </a:r>
          </a:p>
          <a:p xmlns:a="http://schemas.openxmlformats.org/drawingml/2006/main">
            <a:r>
              <a:t>Nguồn giáo trình: Hugging Face HuBERT; repo Whisper và notebook LibriSpeech.</a:t>
            </a:r>
          </a:p>
          <a:p xmlns:a="http://schemas.openxmlformats.org/drawingml/2006/main">
            <a:r>
              <a:t>Bài tiếp theo trong nguồn: Chạy ví dụ audio/ASR trong trang HuBERT và notebook LibriSpeech của repo Whisper, dùng đúng dữ liệu mẫu được nguồn cung cấp.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6.3: Pretrained audio encoders và ASR</a:t>
            </a:r>
          </a:p>
          <a:p xmlns:a="http://schemas.openxmlformats.org/drawingml/2006/main">
            <a:r>
              <a:t>Nguồn giáo trình: Hugging Face HuBERT; repo Whisper và notebook LibriSpeech.</a:t>
            </a:r>
          </a:p>
          <a:p xmlns:a="http://schemas.openxmlformats.org/drawingml/2006/main">
            <a:r>
              <a:t>Bài tiếp theo trong nguồn: Chạy ví dụ audio/ASR trong trang HuBERT và notebook LibriSpeech của repo Whisper, dùng đúng dữ liệu mẫu được nguồn cung cấp.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6.3: Pretrained audio encoders và ASR</a:t>
            </a:r>
          </a:p>
          <a:p xmlns:a="http://schemas.openxmlformats.org/drawingml/2006/main">
            <a:r>
              <a:t>Nguồn giáo trình: Hugging Face HuBERT; repo Whisper và notebook LibriSpeech.</a:t>
            </a:r>
          </a:p>
          <a:p xmlns:a="http://schemas.openxmlformats.org/drawingml/2006/main">
            <a:r>
              <a:t>Bài tiếp theo trong nguồn: Chạy ví dụ audio/ASR trong trang HuBERT và notebook LibriSpeech của repo Whisper, dùng đúng dữ liệu mẫu được nguồn cung cấp.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6.3: Pretrained audio encoders và ASR</a:t>
            </a:r>
          </a:p>
          <a:p xmlns:a="http://schemas.openxmlformats.org/drawingml/2006/main">
            <a:r>
              <a:t>Nguồn giáo trình: Hugging Face HuBERT; repo Whisper và notebook LibriSpeech.</a:t>
            </a:r>
          </a:p>
          <a:p xmlns:a="http://schemas.openxmlformats.org/drawingml/2006/main">
            <a:r>
              <a:t>Bài tiếp theo trong nguồn: Chạy ví dụ audio/ASR trong trang HuBERT và notebook LibriSpeech của repo Whisper, dùng đúng dữ liệu mẫu được nguồn cung cấp.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6.3: Pretrained audio encoders và ASR</a:t>
            </a:r>
          </a:p>
          <a:p xmlns:a="http://schemas.openxmlformats.org/drawingml/2006/main">
            <a:r>
              <a:t>Nguồn giáo trình: Hugging Face HuBERT; repo Whisper và notebook LibriSpeech.</a:t>
            </a:r>
          </a:p>
          <a:p xmlns:a="http://schemas.openxmlformats.org/drawingml/2006/main">
            <a:r>
              <a:t>Bài tiếp theo trong nguồn: Chạy ví dụ audio/ASR trong trang HuBERT và notebook LibriSpeech của repo Whisper, dùng đúng dữ liệu mẫu được nguồn cung cấp.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6.3: Pretrained audio encoders và ASR</a:t>
            </a:r>
          </a:p>
          <a:p xmlns:a="http://schemas.openxmlformats.org/drawingml/2006/main">
            <a:r>
              <a:t>Nguồn giáo trình: Hugging Face HuBERT; repo Whisper và notebook LibriSpeech.</a:t>
            </a:r>
          </a:p>
          <a:p xmlns:a="http://schemas.openxmlformats.org/drawingml/2006/main">
            <a:r>
              <a:t>Bài tiếp theo trong nguồn: Chạy ví dụ audio/ASR trong trang HuBERT và notebook LibriSpeech của repo Whisper, dùng đúng dữ liệu mẫu được nguồn cung cấp.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1</a:t>
            </a:r>
          </a:p>
          <a:p xmlns:a="http://schemas.openxmlformats.org/drawingml/2006/main">
            <a:r>
              <a:t>Tham khảo: Hugging Face HuBERT; repo Whisper và notebook LibriSpeech.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0.3333333333333333</a:t>
            </a:r>
          </a:p>
          <a:p xmlns:a="http://schemas.openxmlformats.org/drawingml/2006/main">
            <a:r>
              <a:t>Tham khảo: Hugging Face HuBERT; repo Whisper và notebook LibriSpeech.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6.3: Pretrained audio encoders và ASR</a:t>
            </a:r>
          </a:p>
          <a:p xmlns:a="http://schemas.openxmlformats.org/drawingml/2006/main">
            <a:r>
              <a:t>Nguồn giáo trình: Hugging Face HuBERT; repo Whisper và notebook LibriSpeech.</a:t>
            </a:r>
          </a:p>
          <a:p xmlns:a="http://schemas.openxmlformats.org/drawingml/2006/main">
            <a:r>
              <a:t>Bài tiếp theo trong nguồn: Chạy ví dụ audio/ASR trong trang HuBERT và notebook LibriSpeech của repo Whisper, dùng đúng dữ liệu mẫu được nguồn cung cấp.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6.3: Pretrained audio encoders và ASR</a:t>
            </a:r>
          </a:p>
          <a:p xmlns:a="http://schemas.openxmlformats.org/drawingml/2006/main">
            <a:r>
              <a:t>Nguồn giáo trình: Hugging Face HuBERT; repo Whisper và notebook LibriSpeech.</a:t>
            </a:r>
          </a:p>
          <a:p xmlns:a="http://schemas.openxmlformats.org/drawingml/2006/main">
            <a:r>
              <a:t>Bài tiếp theo trong nguồn: Chạy ví dụ audio/ASR trong trang HuBERT và notebook LibriSpeech của repo Whisper, dùng đúng dữ liệu mẫu được nguồn cung cấp.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6.3: Pretrained audio encoders và ASR</a:t>
            </a:r>
          </a:p>
          <a:p xmlns:a="http://schemas.openxmlformats.org/drawingml/2006/main">
            <a:r>
              <a:t>Nguồn giáo trình: Hugging Face HuBERT; repo Whisper và notebook LibriSpeech.</a:t>
            </a:r>
          </a:p>
          <a:p xmlns:a="http://schemas.openxmlformats.org/drawingml/2006/main">
            <a:r>
              <a:t>Bài tiếp theo trong nguồn: Chạy ví dụ audio/ASR trong trang HuBERT và notebook LibriSpeech của repo Whisper, dùng đúng dữ liệu mẫu được nguồn cung cấp.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6.3: Pretrained audio encoders và ASR</a:t>
            </a:r>
          </a:p>
          <a:p xmlns:a="http://schemas.openxmlformats.org/drawingml/2006/main">
            <a:r>
              <a:t>Nguồn giáo trình: Hugging Face HuBERT; repo Whisper và notebook LibriSpeech.</a:t>
            </a:r>
          </a:p>
          <a:p xmlns:a="http://schemas.openxmlformats.org/drawingml/2006/main">
            <a:r>
              <a:t>Bài tiếp theo trong nguồn: Chạy ví dụ audio/ASR trong trang HuBERT và notebook LibriSpeech của repo Whisper, dùng đúng dữ liệu mẫu được nguồn cung cấp.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a1b3f9340743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05183e59754ad6" /><Relationship Type="http://schemas.openxmlformats.org/officeDocument/2006/relationships/slideLayout" Target="/ppt/slideLayouts/slideLayout1.xml" Id="R1e3d8e2265c14e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3d8e2265c14e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62da941204531" /><Relationship Type="http://schemas.openxmlformats.org/officeDocument/2006/relationships/notesSlide" Target="/ppt/notesSlides/notesSlide1.xml" Id="Ra9a2017c57964a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4006324374c16" /><Relationship Type="http://schemas.openxmlformats.org/officeDocument/2006/relationships/notesSlide" Target="/ppt/notesSlides/notesSlide2.xml" Id="R9eca28b5f2bc4e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66d37f7c64666" /><Relationship Type="http://schemas.openxmlformats.org/officeDocument/2006/relationships/notesSlide" Target="/ppt/notesSlides/notesSlide3.xml" Id="R95e82265cda24f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3f36e7f0c4cc1" /><Relationship Type="http://schemas.openxmlformats.org/officeDocument/2006/relationships/notesSlide" Target="/ppt/notesSlides/notesSlide4.xml" Id="Re49a533b286049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70be2c4b44f48" /><Relationship Type="http://schemas.openxmlformats.org/officeDocument/2006/relationships/notesSlide" Target="/ppt/notesSlides/notesSlide5.xml" Id="Rea4684d6af0b43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31e19e7f74c44" /><Relationship Type="http://schemas.openxmlformats.org/officeDocument/2006/relationships/notesSlide" Target="/ppt/notesSlides/notesSlide6.xml" Id="R110ca3c96aac49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7482b47e14d84" /><Relationship Type="http://schemas.openxmlformats.org/officeDocument/2006/relationships/notesSlide" Target="/ppt/notesSlides/notesSlide7.xml" Id="R70aa5bfa8b314a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a2c3acf1a4b91" /><Relationship Type="http://schemas.openxmlformats.org/officeDocument/2006/relationships/notesSlide" Target="/ppt/notesSlides/notesSlide8.xml" Id="R1aff4b73762148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869af08ad42f5" /><Relationship Type="http://schemas.openxmlformats.org/officeDocument/2006/relationships/notesSlide" Target="/ppt/notesSlides/notesSlide9.xml" Id="R70f7ae00920b4e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c43f4d489d4df3" /><Relationship Type="http://schemas.openxmlformats.org/officeDocument/2006/relationships/notesSlide" Target="/ppt/notesSlides/notesSlide10.xml" Id="Re719acaba95746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da926af7348f7" /><Relationship Type="http://schemas.openxmlformats.org/officeDocument/2006/relationships/notesSlide" Target="/ppt/notesSlides/notesSlide11.xml" Id="R7913a14a8ee1490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147e4a4fc40fb" /><Relationship Type="http://schemas.openxmlformats.org/officeDocument/2006/relationships/notesSlide" Target="/ppt/notesSlides/notesSlide12.xml" Id="Rf6861697cb114f9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6cf05266e4c36" /><Relationship Type="http://schemas.openxmlformats.org/officeDocument/2006/relationships/notesSlide" Target="/ppt/notesSlides/notesSlide13.xml" Id="R721c52b609c344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E6C5BC-3A51-44C7-A48B-32E799EF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6.3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DB8CB2-C41D-4868-A950-2F0E85CC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Pretrained audio encoders và ASR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ABA7D-85F6-4423-BDB5-B114DB01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ASR sai một từ ở câu dài và câu ngắn ảnh hưởng WER thế nào?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6DF571-0147-4843-A964-26C5585B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6.3 · 1/13</a:t>
            </a:r>
          </a:p>
        </p:txBody>
      </p:sp>
    </p:spTree>
    <p:extLst>
      <p:ext uri="{BB962C8B-B14F-4D97-AF65-F5344CB8AC3E}">
        <p14:creationId xmlns:p14="http://schemas.microsoft.com/office/powerpoint/2010/main" val="3394901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12A2A0-3B9E-4BCB-AB32-4D345003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68562-4C39-447B-B98B-A7609F75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HuBERT tạo audio representation; Whisper là ASR model theo task/checkpoint.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4D7DF-F552-4CBD-84E7-E6DB8D2F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WER dùng edit distance theo từ; CERtheoký tự; normalizer cần khóa.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1B1F2-889B-4DEB-8719-348FBFA4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Code chạy model thật cần audio/checkpoint được cấp, không suy transcript bằng fixture.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AD052-7F3D-491C-92C8-E5285DDC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WER=(substitutions+insertions+deletions)/n_reference_words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E17D7-4C92-411C-8114-B3F991A0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6.3 · 2/13</a:t>
            </a:r>
          </a:p>
        </p:txBody>
      </p:sp>
    </p:spTree>
    <p:extLst>
      <p:ext uri="{BB962C8B-B14F-4D97-AF65-F5344CB8AC3E}">
        <p14:creationId xmlns:p14="http://schemas.microsoft.com/office/powerpoint/2010/main" val="3325764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1E008-50B1-4187-8BF9-08164C76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["go","to","school"]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["go","school"]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470F3B-8051-4297-8C0C-3BA443AA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6.3 · 3/13</a:t>
            </a:r>
          </a:p>
        </p:txBody>
      </p:sp>
    </p:spTree>
    <p:extLst>
      <p:ext uri="{BB962C8B-B14F-4D97-AF65-F5344CB8AC3E}">
        <p14:creationId xmlns:p14="http://schemas.microsoft.com/office/powerpoint/2010/main" val="8708926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215FD-41E2-44BE-BA8E-0267CDC9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C3BEB1-4F06-4D9D-8A1F-8BBFCC8C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656DA-7379-402D-BF55-9C1E870C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6.3 · 4/13</a:t>
            </a:r>
          </a:p>
        </p:txBody>
      </p:sp>
    </p:spTree>
    <p:extLst>
      <p:ext uri="{BB962C8B-B14F-4D97-AF65-F5344CB8AC3E}">
        <p14:creationId xmlns:p14="http://schemas.microsoft.com/office/powerpoint/2010/main" val="19203204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4A2BF-0941-4118-9FC7-2CFE18C1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64BF22-3B9D-4C40-8D91-7DED8F02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Edit distance theo từ để tính WER; minh họa scoring, không ASR model.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reference="go to school".split(); hypothesis="go school".split()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dp=[[0]*(len(hypothesis)+1) for _ in range(len(reference)+1)]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for i in range(len(reference)+1): dp[i][0]=i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for j in range(len(hypothesis)+1): dp[0][j]=j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for i in range(1,len(reference)+1):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for j in range(1,len(hypothesis)+1):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    dp[i][j]=min(dp[i-1][j]+1,dp[i][j-1]+1,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                 dp[i-1][j-1]+(reference[i-1]!=hypothesis[j-1]))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edits=dp[-1][-1]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print("Ref:",reference,"Hyp:",hypothesis)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print("Edits:",edits,"WER:",round(edits/len(reference),6))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edits==1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asr_demo.py có code Whisper cho audio/checkpoint được cấp, không giả transcript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từ fixture.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327ECE-199A-4F41-9F9D-D4BDE2B9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C22DA-856C-4B5A-831E-5D235A61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6.3 · 5/13</a:t>
            </a:r>
          </a:p>
        </p:txBody>
      </p:sp>
    </p:spTree>
    <p:extLst>
      <p:ext uri="{BB962C8B-B14F-4D97-AF65-F5344CB8AC3E}">
        <p14:creationId xmlns:p14="http://schemas.microsoft.com/office/powerpoint/2010/main" val="11241710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D4453C-1467-442B-9859-E3B1067B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3C554-D74A-44E1-937D-508AEEC3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Ref: ['go', 'to', 'school'] Hyp: ['go', 'school']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Edits: 1 WER: 0.333333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79A9B-FF6F-4770-BA27-5F874935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6.3 · 6/13</a:t>
            </a:r>
          </a:p>
        </p:txBody>
      </p:sp>
    </p:spTree>
    <p:extLst>
      <p:ext uri="{BB962C8B-B14F-4D97-AF65-F5344CB8AC3E}">
        <p14:creationId xmlns:p14="http://schemas.microsoft.com/office/powerpoint/2010/main" val="8093655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95422-DABE-4392-9875-8B5D434D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3B517-CFEC-47A2-96EB-1BFC9894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WERcó thể&gt;1; khôngcắt về 1, không tune normalizer trên test để tăng điểm.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944BB-5160-4FD0-9160-6F755461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Tính WER của go to school vàgo school, rồi thêm2 từ thừa.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28DFD-6E98-4323-A491-CBCCAC47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6.3 · 7/13</a:t>
            </a:r>
          </a:p>
        </p:txBody>
      </p:sp>
    </p:spTree>
    <p:extLst>
      <p:ext uri="{BB962C8B-B14F-4D97-AF65-F5344CB8AC3E}">
        <p14:creationId xmlns:p14="http://schemas.microsoft.com/office/powerpoint/2010/main" val="2525767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296A89-7710-442D-B738-D92CFFE8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02D9D-22D5-431D-842E-866D1A3A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Levenshtein theo tokens; insert/delete/substitute đều cost1.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["go","to","school"]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["go","school"]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53E147-BED1-446A-B316-5446E1ED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6.3 · 8/13</a:t>
            </a:r>
          </a:p>
        </p:txBody>
      </p:sp>
    </p:spTree>
    <p:extLst>
      <p:ext uri="{BB962C8B-B14F-4D97-AF65-F5344CB8AC3E}">
        <p14:creationId xmlns:p14="http://schemas.microsoft.com/office/powerpoint/2010/main" val="4449211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A345F-C66F-49FB-BAF7-325E202E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B7F065-8347-4810-90C7-B0EFBD2B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WER=edit_distance(ref_tokens, hyp_tokens)/len(ref); refkhôngrỗng, WERcó thể&gt;1. Tokenize đãcấp, khônglowerthêm.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ref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["go","to","school"]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hyp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["go","school"]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528DB-1DEC-4BAA-987A-3E98E1D6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6.3 · 9/13</a:t>
            </a:r>
          </a:p>
        </p:txBody>
      </p:sp>
    </p:spTree>
    <p:extLst>
      <p:ext uri="{BB962C8B-B14F-4D97-AF65-F5344CB8AC3E}">
        <p14:creationId xmlns:p14="http://schemas.microsoft.com/office/powerpoint/2010/main" val="10867222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9DAE5-BABB-4FD1-9056-41FDBF5C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33C61-08F5-42F2-A969-9F7F069C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Levenshtein theo tokens; insert/delete/substitute đều cost1.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8A2184-F088-4142-9881-1B7FC4A7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a/b: listtokensstrings.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FD82C5-A61F-48C1-A8B1-270A97BC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850149-6F41-464D-B832-60EF9083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6.3 · 10/13</a:t>
            </a:r>
          </a:p>
        </p:txBody>
      </p:sp>
    </p:spTree>
    <p:extLst>
      <p:ext uri="{BB962C8B-B14F-4D97-AF65-F5344CB8AC3E}">
        <p14:creationId xmlns:p14="http://schemas.microsoft.com/office/powerpoint/2010/main" val="14099607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9C624-6854-4BA2-8018-CC3B89E2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3398D-0F9C-4DFA-A19A-1C2DA92C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WER=edit_distance(ref_tokens, hyp_tokens)/len(ref); refkhôngrỗng, WERcó thể&gt;1. Tokenize đãcấp, khônglowerthêm.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4F888-2673-468D-8235-EDA40337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ref/hyp: listtokens; refnonempty.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EF8C1-6ABF-42B8-A902-C0F16707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53D46-A0FF-4025-8D3C-1AEC35B6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6.3 · 11/13</a:t>
            </a:r>
          </a:p>
        </p:txBody>
      </p:sp>
    </p:spTree>
    <p:extLst>
      <p:ext uri="{BB962C8B-B14F-4D97-AF65-F5344CB8AC3E}">
        <p14:creationId xmlns:p14="http://schemas.microsoft.com/office/powerpoint/2010/main" val="17615111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1B6B74-B8BA-4BD3-8D7F-532A15A1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1E97D-799E-450D-9C45-4A39FADD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ASR với audio công khai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6401B2-8B5D-498F-A3BC-611BE7BA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Data: asr · {"train":5,"valid":5,"test":5}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684FF-72EF-4DF1-AEFE-255AC308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Chấm: WER trên tokenslowercase+strip punctuation theo normalizer kèm; score=max(0,1-WER).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A3146-B3B4-4C41-984F-F804E1D9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Mở BTVN_03.txt, DATA_NOTE và sample_submission trước khi làm.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FB6B74-292F-40A8-8519-618B6178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6.3 · 12/13</a:t>
            </a:r>
          </a:p>
        </p:txBody>
      </p:sp>
    </p:spTree>
    <p:extLst>
      <p:ext uri="{BB962C8B-B14F-4D97-AF65-F5344CB8AC3E}">
        <p14:creationId xmlns:p14="http://schemas.microsoft.com/office/powerpoint/2010/main" val="21097816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8AA09-2630-4BEE-A374-457D61B7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EAE06-EA18-43D6-A623-7265B451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Tính WER của go to school vàgo school, rồi thêm2 từ thừa.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67DFA-D261-48D5-B0B2-93FE612D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Hugging Face HuBERT; repo Whisper và notebook LibriSpeech.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22B39-B3B1-4133-80B2-46A67101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Chạy ví dụ audio/ASR trong trang HuBERT và notebook LibriSpeech của repo Whisper, dùng đúng dữ liệu mẫu được nguồn cung cấp.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ABB05-0815-4601-9423-D85E7EA3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6.3 · 13/13</a:t>
            </a:r>
          </a:p>
        </p:txBody>
      </p:sp>
    </p:spTree>
    <p:extLst>
      <p:ext uri="{BB962C8B-B14F-4D97-AF65-F5344CB8AC3E}">
        <p14:creationId xmlns:p14="http://schemas.microsoft.com/office/powerpoint/2010/main" val="13741999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2026-10-01T09:01:31.4700000Z</dcterms:created>
  <dcterms:modified xsi:type="dcterms:W3CDTF">2026-10-01T09:01:31.4700000Z</dcterms:modified>
</coreProperties>
</file>