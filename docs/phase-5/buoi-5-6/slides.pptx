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7d4cf8fb304395" /><Relationship Type="http://schemas.openxmlformats.org/officeDocument/2006/relationships/extended-properties" Target="/docProps/app.xml" Id="R709b52a08c064ced" /><Relationship Type="http://schemas.openxmlformats.org/officeDocument/2006/relationships/officeDocument" Target="/ppt/presentation.xml" Id="R55a8e1153aac40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25be970b5c4b9e"/>
  </p:sldMasterIdLst>
  <p:notesMasterIdLst>
    <p:notesMasterId xmlns:r="http://schemas.openxmlformats.org/officeDocument/2006/relationships" r:id="Re9fcc06bc32147cd"/>
  </p:notesMasterIdLst>
  <p:sldIdLst>
    <p:sldId xmlns:r="http://schemas.openxmlformats.org/officeDocument/2006/relationships" id="256" r:id="Rddfde7ed4251430d"/>
    <p:sldId xmlns:r="http://schemas.openxmlformats.org/officeDocument/2006/relationships" id="257" r:id="R7511beb387b24149"/>
    <p:sldId xmlns:r="http://schemas.openxmlformats.org/officeDocument/2006/relationships" id="258" r:id="R46bb9268d2164b63"/>
    <p:sldId xmlns:r="http://schemas.openxmlformats.org/officeDocument/2006/relationships" id="259" r:id="Rdc66636a80c34c55"/>
    <p:sldId xmlns:r="http://schemas.openxmlformats.org/officeDocument/2006/relationships" id="260" r:id="R92316a59d0694d53"/>
    <p:sldId xmlns:r="http://schemas.openxmlformats.org/officeDocument/2006/relationships" id="261" r:id="R52d217cddcf844fa"/>
    <p:sldId xmlns:r="http://schemas.openxmlformats.org/officeDocument/2006/relationships" id="262" r:id="Raa0fa7dc15fe4fc9"/>
    <p:sldId xmlns:r="http://schemas.openxmlformats.org/officeDocument/2006/relationships" id="263" r:id="R90bcc22bd50d4e3a"/>
    <p:sldId xmlns:r="http://schemas.openxmlformats.org/officeDocument/2006/relationships" id="264" r:id="R8e5390975f2044d5"/>
    <p:sldId xmlns:r="http://schemas.openxmlformats.org/officeDocument/2006/relationships" id="265" r:id="Rf5d9bfb0321949cd"/>
    <p:sldId xmlns:r="http://schemas.openxmlformats.org/officeDocument/2006/relationships" id="266" r:id="R2691ca429ec4447b"/>
    <p:sldId xmlns:r="http://schemas.openxmlformats.org/officeDocument/2006/relationships" id="267" r:id="R2cdf8ebda766416d"/>
    <p:sldId xmlns:r="http://schemas.openxmlformats.org/officeDocument/2006/relationships" id="268" r:id="R869c47f246a24c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2e085890ca4453" /><Relationship Type="http://schemas.openxmlformats.org/officeDocument/2006/relationships/slideMaster" Target="/ppt/slideMasters/slideMaster1.xml" Id="R7925be970b5c4b9e" /><Relationship Type="http://schemas.openxmlformats.org/officeDocument/2006/relationships/notesMaster" Target="/ppt/notesMasters/notesMaster1.xml" Id="Re9fcc06bc32147cd" /><Relationship Type="http://schemas.openxmlformats.org/officeDocument/2006/relationships/presProps" Target="/ppt/presProps.xml" Id="Rb012f9b4c24c4c4d" /><Relationship Type="http://schemas.openxmlformats.org/officeDocument/2006/relationships/tableStyles" Target="/ppt/tableStyles.xml" Id="R5ac09dcbe43148a4" /><Relationship Type="http://schemas.openxmlformats.org/officeDocument/2006/relationships/slide" Target="/ppt/slides/slide1.xml" Id="Rddfde7ed4251430d" /><Relationship Type="http://schemas.openxmlformats.org/officeDocument/2006/relationships/slide" Target="/ppt/slides/slide2.xml" Id="R7511beb387b24149" /><Relationship Type="http://schemas.openxmlformats.org/officeDocument/2006/relationships/slide" Target="/ppt/slides/slide3.xml" Id="R46bb9268d2164b63" /><Relationship Type="http://schemas.openxmlformats.org/officeDocument/2006/relationships/slide" Target="/ppt/slides/slide4.xml" Id="Rdc66636a80c34c55" /><Relationship Type="http://schemas.openxmlformats.org/officeDocument/2006/relationships/slide" Target="/ppt/slides/slide5.xml" Id="R92316a59d0694d53" /><Relationship Type="http://schemas.openxmlformats.org/officeDocument/2006/relationships/slide" Target="/ppt/slides/slide6.xml" Id="R52d217cddcf844fa" /><Relationship Type="http://schemas.openxmlformats.org/officeDocument/2006/relationships/slide" Target="/ppt/slides/slide7.xml" Id="Raa0fa7dc15fe4fc9" /><Relationship Type="http://schemas.openxmlformats.org/officeDocument/2006/relationships/slide" Target="/ppt/slides/slide8.xml" Id="R90bcc22bd50d4e3a" /><Relationship Type="http://schemas.openxmlformats.org/officeDocument/2006/relationships/slide" Target="/ppt/slides/slide9.xml" Id="R8e5390975f2044d5" /><Relationship Type="http://schemas.openxmlformats.org/officeDocument/2006/relationships/slide" Target="/ppt/slides/slide10.xml" Id="Rf5d9bfb0321949cd" /><Relationship Type="http://schemas.openxmlformats.org/officeDocument/2006/relationships/slide" Target="/ppt/slides/slide11.xml" Id="R2691ca429ec4447b" /><Relationship Type="http://schemas.openxmlformats.org/officeDocument/2006/relationships/slide" Target="/ppt/slides/slide12.xml" Id="R2cdf8ebda766416d" /><Relationship Type="http://schemas.openxmlformats.org/officeDocument/2006/relationships/slide" Target="/ppt/slides/slide13.xml" Id="R869c47f246a24c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dddf30c11948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08c0efbcc4d9c" /><Relationship Type="http://schemas.openxmlformats.org/officeDocument/2006/relationships/notesMaster" Target="/ppt/notesMasters/notesMaster1.xml" Id="Rf153da7749ab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ffdbf53794da5" /><Relationship Type="http://schemas.openxmlformats.org/officeDocument/2006/relationships/notesMaster" Target="/ppt/notesMasters/notesMaster1.xml" Id="Rbe1c13735fd348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6587eee80431a" /><Relationship Type="http://schemas.openxmlformats.org/officeDocument/2006/relationships/notesMaster" Target="/ppt/notesMasters/notesMaster1.xml" Id="R694a86dbe0324c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6b4520f1924349" /><Relationship Type="http://schemas.openxmlformats.org/officeDocument/2006/relationships/notesMaster" Target="/ppt/notesMasters/notesMaster1.xml" Id="R4cd446faaa2240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c6b421e14e4292" /><Relationship Type="http://schemas.openxmlformats.org/officeDocument/2006/relationships/notesMaster" Target="/ppt/notesMasters/notesMaster1.xml" Id="R0ffac79ec0d640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795dec8d0142c6" /><Relationship Type="http://schemas.openxmlformats.org/officeDocument/2006/relationships/notesMaster" Target="/ppt/notesMasters/notesMaster1.xml" Id="R09a534db5a75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3185fb2bd44b17" /><Relationship Type="http://schemas.openxmlformats.org/officeDocument/2006/relationships/notesMaster" Target="/ppt/notesMasters/notesMaster1.xml" Id="R191f95959ea24a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f0920204464ed5" /><Relationship Type="http://schemas.openxmlformats.org/officeDocument/2006/relationships/notesMaster" Target="/ppt/notesMasters/notesMaster1.xml" Id="Ra9e2fdc1f4a341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03f0bbb55042b6" /><Relationship Type="http://schemas.openxmlformats.org/officeDocument/2006/relationships/notesMaster" Target="/ppt/notesMasters/notesMaster1.xml" Id="R628b30ed880e49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3c15b872cf4dc9" /><Relationship Type="http://schemas.openxmlformats.org/officeDocument/2006/relationships/notesMaster" Target="/ppt/notesMasters/notesMaster1.xml" Id="R4b3ff9857a5d45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6d397f5ce04427" /><Relationship Type="http://schemas.openxmlformats.org/officeDocument/2006/relationships/notesMaster" Target="/ppt/notesMasters/notesMaster1.xml" Id="Rb6f38b940f1f43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542a17333342c7" /><Relationship Type="http://schemas.openxmlformats.org/officeDocument/2006/relationships/notesMaster" Target="/ppt/notesMasters/notesMaster1.xml" Id="R44246192aa0541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73c3aaf53d4bbd" /><Relationship Type="http://schemas.openxmlformats.org/officeDocument/2006/relationships/notesMaster" Target="/ppt/notesMasters/notesMaster1.xml" Id="R40205982249648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AIO46.. AIO46.2 Transformer-based Translation và46.3 trắc nghiệm; AIO47 Anh–Việt là bài tiếp theo có sẵn.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{"input":["BOS","hello","there"],"target":["hello","there","EOS"]}</a:t>
            </a:r>
          </a:p>
          <a:p xmlns:a="http://schemas.openxmlformats.org/drawingml/2006/main">
            <a:r>
              <a:t>Tham khảo: AIO46.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[[true,false,false],[true,true,false],[true,true,true]]</a:t>
            </a:r>
          </a:p>
          <a:p xmlns:a="http://schemas.openxmlformats.org/drawingml/2006/main">
            <a:r>
              <a:t>Tham khảo: AIO46.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5.6: Encoder-decoder và text generation</a:t>
            </a:r>
          </a:p>
          <a:p xmlns:a="http://schemas.openxmlformats.org/drawingml/2006/main">
            <a:r>
              <a:t>Nguồn giáo trình: AIO46.</a:t>
            </a:r>
          </a:p>
          <a:p xmlns:a="http://schemas.openxmlformats.org/drawingml/2006/main">
            <a:r>
              <a:t>Bài tiếp theo trong nguồn: AIO46.2 Transformer-based Translation và46.3 trắc nghiệm; AIO47 Anh–Việt là bài tiếp theo có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45c41c33143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bf6dcb1d484ad8" /><Relationship Type="http://schemas.openxmlformats.org/officeDocument/2006/relationships/slideLayout" Target="/ppt/slideLayouts/slideLayout1.xml" Id="R0dfa7b2951464c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fa7b2951464c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6dbdbb70d494a" /><Relationship Type="http://schemas.openxmlformats.org/officeDocument/2006/relationships/notesSlide" Target="/ppt/notesSlides/notesSlide1.xml" Id="Rff92ad7f6cb5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c6944fd514f59" /><Relationship Type="http://schemas.openxmlformats.org/officeDocument/2006/relationships/notesSlide" Target="/ppt/notesSlides/notesSlide2.xml" Id="Ra446f8d9885b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8056182d54972" /><Relationship Type="http://schemas.openxmlformats.org/officeDocument/2006/relationships/notesSlide" Target="/ppt/notesSlides/notesSlide3.xml" Id="R605cf854a49e4b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2a1ce72174723" /><Relationship Type="http://schemas.openxmlformats.org/officeDocument/2006/relationships/notesSlide" Target="/ppt/notesSlides/notesSlide4.xml" Id="R119b520ce9f84a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cd70934f445be" /><Relationship Type="http://schemas.openxmlformats.org/officeDocument/2006/relationships/notesSlide" Target="/ppt/notesSlides/notesSlide5.xml" Id="R9828c0bd18e645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9edc3eafe45de" /><Relationship Type="http://schemas.openxmlformats.org/officeDocument/2006/relationships/notesSlide" Target="/ppt/notesSlides/notesSlide6.xml" Id="R1dd97fb03b364d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dd145fa374d42" /><Relationship Type="http://schemas.openxmlformats.org/officeDocument/2006/relationships/notesSlide" Target="/ppt/notesSlides/notesSlide7.xml" Id="R455d3a00b21940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d60c359814de4" /><Relationship Type="http://schemas.openxmlformats.org/officeDocument/2006/relationships/notesSlide" Target="/ppt/notesSlides/notesSlide8.xml" Id="R853f87dd8dc847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71bd97fd4709" /><Relationship Type="http://schemas.openxmlformats.org/officeDocument/2006/relationships/notesSlide" Target="/ppt/notesSlides/notesSlide9.xml" Id="R79376c327f7145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f4357f84547e6" /><Relationship Type="http://schemas.openxmlformats.org/officeDocument/2006/relationships/notesSlide" Target="/ppt/notesSlides/notesSlide10.xml" Id="R2d610f2b83e64e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af7ee10ef458c" /><Relationship Type="http://schemas.openxmlformats.org/officeDocument/2006/relationships/notesSlide" Target="/ppt/notesSlides/notesSlide11.xml" Id="R4c26161ef6fc48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58d34cd644ca3" /><Relationship Type="http://schemas.openxmlformats.org/officeDocument/2006/relationships/notesSlide" Target="/ppt/notesSlides/notesSlide12.xml" Id="Re7eae8b913f046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e1e8f489f40da" /><Relationship Type="http://schemas.openxmlformats.org/officeDocument/2006/relationships/notesSlide" Target="/ppt/notesSlides/notesSlide13.xml" Id="Ree2d369680fc4d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7CE94-7DBC-456F-8BAA-D1735B65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5.6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8B90C-D40F-41A0-AB89-21CCABE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Encoder-decoder và text generation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F3714-A17B-4A7A-A062-3442BA2A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Encoder đọc source, decoder nhìn những gì ở training và inference?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E8A83-7DB3-4B28-9723-C8DEE1DE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1/13</a:t>
            </a:r>
          </a:p>
        </p:txBody>
      </p:sp>
    </p:spTree>
    <p:extLst>
      <p:ext uri="{BB962C8B-B14F-4D97-AF65-F5344CB8AC3E}">
        <p14:creationId xmlns:p14="http://schemas.microsoft.com/office/powerpoint/2010/main" val="678972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39069-1C7B-4E7A-9494-1DED1E13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FB051-BC4D-4062-B91E-36F4DD4B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Encoder tạo biểu diễn source; decoder sinh target autoregressive.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0CBBD-B11A-478E-9826-F001A7F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Teacher forcing cấp target trước đó khi train; inference dùng token đã sinh.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EE4FA-8CEC-4B67-8332-973A9C4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BOS/EOS, mask, decoding và metric phải định nghĩa theo task.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CEE37-9814-4E47-A0E6-FB88812D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decoder_input=[BOS]+target; labels=target+[EOS]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9C6BD-CCA9-44B4-B768-11D0EA78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2/13</a:t>
            </a:r>
          </a:p>
        </p:txBody>
      </p:sp>
    </p:spTree>
    <p:extLst>
      <p:ext uri="{BB962C8B-B14F-4D97-AF65-F5344CB8AC3E}">
        <p14:creationId xmlns:p14="http://schemas.microsoft.com/office/powerpoint/2010/main" val="1323624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58385-3981-41F6-B94D-CCF10A8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translation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["hello","there"]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"BOS"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"EOS"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197A2-7B73-4F2C-AF5D-57B3F117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3/13</a:t>
            </a:r>
          </a:p>
        </p:txBody>
      </p:sp>
    </p:spTree>
    <p:extLst>
      <p:ext uri="{BB962C8B-B14F-4D97-AF65-F5344CB8AC3E}">
        <p14:creationId xmlns:p14="http://schemas.microsoft.com/office/powerpoint/2010/main" val="1444752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0FEC0-241E-4A4A-BA67-A8F041A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C4581-D9D5-48A3-A152-C8C4BC68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"input":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"BOS",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"hello",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"there"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"target":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"hello",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"there",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"EOS"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13677-3A53-4B57-97C1-507BD8B2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4/13</a:t>
            </a:r>
          </a:p>
        </p:txBody>
      </p:sp>
    </p:spTree>
    <p:extLst>
      <p:ext uri="{BB962C8B-B14F-4D97-AF65-F5344CB8AC3E}">
        <p14:creationId xmlns:p14="http://schemas.microsoft.com/office/powerpoint/2010/main" val="1527732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91E43-CAD2-4665-B73F-36EDFB7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30C59-B6C1-478C-9A89-CA34BEA1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Decoder input và target lệch một vị trí; source là một chuỗi khác.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source=["xin","chào"]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translation=["hello","there"]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decoder_input=["BOS"]+translation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decoder_target=translation+["EOS"]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print("Encoder source:",source)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print("Decoder input:",decoder_input)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print("Decoder target:",decoder_target)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Decoder chỉ thấy các target tokens trước đó ở training (teacher forcing).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step,(previous,wanted) in enumerate(zip(decoder_input,decoder_target)):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print("step",step,"previous",previous,"wanted",wanted)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len(decoder_input)==len(decoder_target)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FEDD2-909E-4F70-9554-F74FFF09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1477F-A135-479E-A061-73524985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5.6 · 5/13</a:t>
            </a:r>
          </a:p>
        </p:txBody>
      </p:sp>
    </p:spTree>
    <p:extLst>
      <p:ext uri="{BB962C8B-B14F-4D97-AF65-F5344CB8AC3E}">
        <p14:creationId xmlns:p14="http://schemas.microsoft.com/office/powerpoint/2010/main" val="1035348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B043-9CCF-48FD-84D7-98421C62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EB1C1-77B4-47FC-A31B-C02BE0B8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Encoder source: ['xin', 'chào']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Decoder input: ['BOS', 'hello', 'there']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Decoder target: ['hello', 'there', 'EOS']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step 0 previous BOS wanted hello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step 1 previous hello wanted there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step 2 previous there wanted 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B8EB2-398E-4C34-8935-8CF5F1B6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6/13</a:t>
            </a:r>
          </a:p>
        </p:txBody>
      </p:sp>
    </p:spTree>
    <p:extLst>
      <p:ext uri="{BB962C8B-B14F-4D97-AF65-F5344CB8AC3E}">
        <p14:creationId xmlns:p14="http://schemas.microsoft.com/office/powerpoint/2010/main" val="94610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53560-49B6-4C35-9DF7-E3EB1696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6DA88-D949-4988-927D-5FA7E855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cấp target tươnglai qua mask sai; toyshift không thay bài dịch thật.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ED1D6-B339-433B-A89D-D318A2A3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Vẽ source/decoderinput/target của câu trongdemo.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47927-BD49-472A-B64B-D7B1519A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7/13</a:t>
            </a:r>
          </a:p>
        </p:txBody>
      </p:sp>
    </p:spTree>
    <p:extLst>
      <p:ext uri="{BB962C8B-B14F-4D97-AF65-F5344CB8AC3E}">
        <p14:creationId xmlns:p14="http://schemas.microsoft.com/office/powerpoint/2010/main" val="2085662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0C783-BBF7-4A9C-90F1-7F45F37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0EC78-4276-489C-8FDB-20CB6A74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Decoderinput=[BOS]+translation, target=translation+[EOS].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translation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["hello","there"]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"BOS"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"EOS"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A9F61-6463-47D5-B03A-CCF31A30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8/13</a:t>
            </a:r>
          </a:p>
        </p:txBody>
      </p:sp>
    </p:spTree>
    <p:extLst>
      <p:ext uri="{BB962C8B-B14F-4D97-AF65-F5344CB8AC3E}">
        <p14:creationId xmlns:p14="http://schemas.microsoft.com/office/powerpoint/2010/main" val="158299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9818F-76DA-4BD2-83C3-54004C33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7B28A-6C59-4C7F-AA42-7FEE9764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LxL boolean; rowiđượcnhìnkeyj khi j&lt;=i.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length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A3561-47A6-43A3-B05C-008616DF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9/13</a:t>
            </a:r>
          </a:p>
        </p:txBody>
      </p:sp>
    </p:spTree>
    <p:extLst>
      <p:ext uri="{BB962C8B-B14F-4D97-AF65-F5344CB8AC3E}">
        <p14:creationId xmlns:p14="http://schemas.microsoft.com/office/powerpoint/2010/main" val="1432670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BD89A-7FA9-4E3F-870A-C156C29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22830-BF9C-4F4A-926F-7AC89BC2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Decoderinput=[BOS]+translation, target=translation+[EOS].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9DD55-603D-4DE8-AD5A-DF02EAD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translation: listtokens; bos/eos: string.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95B06-EC64-475A-A80F-AC4FDAC5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A0745-4531-4202-8847-9E46F2C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10/13</a:t>
            </a:r>
          </a:p>
        </p:txBody>
      </p:sp>
    </p:spTree>
    <p:extLst>
      <p:ext uri="{BB962C8B-B14F-4D97-AF65-F5344CB8AC3E}">
        <p14:creationId xmlns:p14="http://schemas.microsoft.com/office/powerpoint/2010/main" val="12789460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313BE-C905-485D-91DD-DB508CA4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C1E2C-9B02-4A8E-9F3C-1A51C595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LxL boolean; rowiđượcnhìnkeyj khi j&lt;=i.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90255-F6C4-4FFB-AAE9-65C0DCD5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length: integer1..128.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54766-094E-4EFA-B527-0A8D33C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8487D-EF83-49ED-A339-567D3444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11/13</a:t>
            </a:r>
          </a:p>
        </p:txBody>
      </p:sp>
    </p:spTree>
    <p:extLst>
      <p:ext uri="{BB962C8B-B14F-4D97-AF65-F5344CB8AC3E}">
        <p14:creationId xmlns:p14="http://schemas.microsoft.com/office/powerpoint/2010/main" val="14086501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0BA4A-D5C2-4AA9-9C2D-DC4AE223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85870-57C1-47B9-BE5B-3D85BEA3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Dịch cụm màu/hình dạng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7E35F-260D-445A-81DD-C9603E2B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translation · {"train":200,"valid":50,"test":100}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1AA6A-E3E5-4DF7-A7FE-7233BB8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Exactmatch sauNFC+strip+casefold; khôngxóadấu.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A7F02-63CC-4B1D-8435-85AFD1C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5A216-85A8-4D75-B8BF-55D961CB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12/13</a:t>
            </a:r>
          </a:p>
        </p:txBody>
      </p:sp>
    </p:spTree>
    <p:extLst>
      <p:ext uri="{BB962C8B-B14F-4D97-AF65-F5344CB8AC3E}">
        <p14:creationId xmlns:p14="http://schemas.microsoft.com/office/powerpoint/2010/main" val="1030410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47C12-36ED-48CE-81CC-B7FCB2A0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C9AAB-1913-4C64-B002-53152410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Vẽ source/decoderinput/target của câu trongdemo.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84054-971B-4BA5-B28D-A9462D66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AIO46.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D0567-DD77-41A4-B297-0817C61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AIO46.2 Transformer-based Translation và46.3 trắc nghiệm; AIO47 Anh–Việt là bài tiếp theo có sẵn.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52383-88A6-44AD-BF7A-81861DDA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5.6 · 13/13</a:t>
            </a:r>
          </a:p>
        </p:txBody>
      </p:sp>
    </p:spTree>
    <p:extLst>
      <p:ext uri="{BB962C8B-B14F-4D97-AF65-F5344CB8AC3E}">
        <p14:creationId xmlns:p14="http://schemas.microsoft.com/office/powerpoint/2010/main" val="748464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2026-10-01T09:00:59.7290000Z</dcterms:created>
  <dcterms:modified xsi:type="dcterms:W3CDTF">2026-10-01T09:00:59.7290000Z</dcterms:modified>
</coreProperties>
</file>