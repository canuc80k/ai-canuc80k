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3c7a9ec2374360" /><Relationship Type="http://schemas.openxmlformats.org/officeDocument/2006/relationships/extended-properties" Target="/docProps/app.xml" Id="R4d5f44bde8c944d9" /><Relationship Type="http://schemas.openxmlformats.org/officeDocument/2006/relationships/officeDocument" Target="/ppt/presentation.xml" Id="R76dde7a930564bf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5cc02c5ed4332"/>
  </p:sldMasterIdLst>
  <p:notesMasterIdLst>
    <p:notesMasterId xmlns:r="http://schemas.openxmlformats.org/officeDocument/2006/relationships" r:id="R2752b55f54274db3"/>
  </p:notesMasterIdLst>
  <p:sldIdLst>
    <p:sldId xmlns:r="http://schemas.openxmlformats.org/officeDocument/2006/relationships" id="256" r:id="Re5b22134315e4120"/>
    <p:sldId xmlns:r="http://schemas.openxmlformats.org/officeDocument/2006/relationships" id="257" r:id="R57712a9adf82450d"/>
    <p:sldId xmlns:r="http://schemas.openxmlformats.org/officeDocument/2006/relationships" id="258" r:id="Ra2f89fc54ff04834"/>
    <p:sldId xmlns:r="http://schemas.openxmlformats.org/officeDocument/2006/relationships" id="259" r:id="Reefab895ec514a97"/>
    <p:sldId xmlns:r="http://schemas.openxmlformats.org/officeDocument/2006/relationships" id="260" r:id="R7767e1a11d0b4d43"/>
    <p:sldId xmlns:r="http://schemas.openxmlformats.org/officeDocument/2006/relationships" id="261" r:id="R5c983ebf3a5b430d"/>
    <p:sldId xmlns:r="http://schemas.openxmlformats.org/officeDocument/2006/relationships" id="262" r:id="R9c092d9c51394d8f"/>
    <p:sldId xmlns:r="http://schemas.openxmlformats.org/officeDocument/2006/relationships" id="263" r:id="R865e91648e2d4257"/>
    <p:sldId xmlns:r="http://schemas.openxmlformats.org/officeDocument/2006/relationships" id="264" r:id="R52487f32a55643db"/>
    <p:sldId xmlns:r="http://schemas.openxmlformats.org/officeDocument/2006/relationships" id="265" r:id="R12b01a3f7a0e4ce2"/>
    <p:sldId xmlns:r="http://schemas.openxmlformats.org/officeDocument/2006/relationships" id="266" r:id="R5ef3f9e87513484c"/>
    <p:sldId xmlns:r="http://schemas.openxmlformats.org/officeDocument/2006/relationships" id="267" r:id="R35ffd75d7d5e49a4"/>
    <p:sldId xmlns:r="http://schemas.openxmlformats.org/officeDocument/2006/relationships" id="268" r:id="R6c837de720c547d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4b0fd305974dec" /><Relationship Type="http://schemas.openxmlformats.org/officeDocument/2006/relationships/slideMaster" Target="/ppt/slideMasters/slideMaster1.xml" Id="R35e5cc02c5ed4332" /><Relationship Type="http://schemas.openxmlformats.org/officeDocument/2006/relationships/notesMaster" Target="/ppt/notesMasters/notesMaster1.xml" Id="R2752b55f54274db3" /><Relationship Type="http://schemas.openxmlformats.org/officeDocument/2006/relationships/presProps" Target="/ppt/presProps.xml" Id="R73f311b05d4e43f9" /><Relationship Type="http://schemas.openxmlformats.org/officeDocument/2006/relationships/tableStyles" Target="/ppt/tableStyles.xml" Id="Rd9c2b10edc9d4503" /><Relationship Type="http://schemas.openxmlformats.org/officeDocument/2006/relationships/slide" Target="/ppt/slides/slide1.xml" Id="Re5b22134315e4120" /><Relationship Type="http://schemas.openxmlformats.org/officeDocument/2006/relationships/slide" Target="/ppt/slides/slide2.xml" Id="R57712a9adf82450d" /><Relationship Type="http://schemas.openxmlformats.org/officeDocument/2006/relationships/slide" Target="/ppt/slides/slide3.xml" Id="Ra2f89fc54ff04834" /><Relationship Type="http://schemas.openxmlformats.org/officeDocument/2006/relationships/slide" Target="/ppt/slides/slide4.xml" Id="Reefab895ec514a97" /><Relationship Type="http://schemas.openxmlformats.org/officeDocument/2006/relationships/slide" Target="/ppt/slides/slide5.xml" Id="R7767e1a11d0b4d43" /><Relationship Type="http://schemas.openxmlformats.org/officeDocument/2006/relationships/slide" Target="/ppt/slides/slide6.xml" Id="R5c983ebf3a5b430d" /><Relationship Type="http://schemas.openxmlformats.org/officeDocument/2006/relationships/slide" Target="/ppt/slides/slide7.xml" Id="R9c092d9c51394d8f" /><Relationship Type="http://schemas.openxmlformats.org/officeDocument/2006/relationships/slide" Target="/ppt/slides/slide8.xml" Id="R865e91648e2d4257" /><Relationship Type="http://schemas.openxmlformats.org/officeDocument/2006/relationships/slide" Target="/ppt/slides/slide9.xml" Id="R52487f32a55643db" /><Relationship Type="http://schemas.openxmlformats.org/officeDocument/2006/relationships/slide" Target="/ppt/slides/slide10.xml" Id="R12b01a3f7a0e4ce2" /><Relationship Type="http://schemas.openxmlformats.org/officeDocument/2006/relationships/slide" Target="/ppt/slides/slide11.xml" Id="R5ef3f9e87513484c" /><Relationship Type="http://schemas.openxmlformats.org/officeDocument/2006/relationships/slide" Target="/ppt/slides/slide12.xml" Id="R35ffd75d7d5e49a4" /><Relationship Type="http://schemas.openxmlformats.org/officeDocument/2006/relationships/slide" Target="/ppt/slides/slide13.xml" Id="R6c837de720c547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fa6efb9488c44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ffef270a7141b2" /><Relationship Type="http://schemas.openxmlformats.org/officeDocument/2006/relationships/notesMaster" Target="/ppt/notesMasters/notesMaster1.xml" Id="Ra9fddb4fa3f243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818e1a761394163" /><Relationship Type="http://schemas.openxmlformats.org/officeDocument/2006/relationships/notesMaster" Target="/ppt/notesMasters/notesMaster1.xml" Id="Rdda5d9b3626844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d9a0981223e4901" /><Relationship Type="http://schemas.openxmlformats.org/officeDocument/2006/relationships/notesMaster" Target="/ppt/notesMasters/notesMaster1.xml" Id="R20034e119edc4e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931d2578bcb4888" /><Relationship Type="http://schemas.openxmlformats.org/officeDocument/2006/relationships/notesMaster" Target="/ppt/notesMasters/notesMaster1.xml" Id="R1de647e496f547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433278f6bab4711" /><Relationship Type="http://schemas.openxmlformats.org/officeDocument/2006/relationships/notesMaster" Target="/ppt/notesMasters/notesMaster1.xml" Id="Rcbf4a50c06234c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6b948d057f47d2" /><Relationship Type="http://schemas.openxmlformats.org/officeDocument/2006/relationships/notesMaster" Target="/ppt/notesMasters/notesMaster1.xml" Id="Ra41fff45a28647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44c728ee774f55" /><Relationship Type="http://schemas.openxmlformats.org/officeDocument/2006/relationships/notesMaster" Target="/ppt/notesMasters/notesMaster1.xml" Id="R6f8acad007e24ed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d877a5f1204e6c" /><Relationship Type="http://schemas.openxmlformats.org/officeDocument/2006/relationships/notesMaster" Target="/ppt/notesMasters/notesMaster1.xml" Id="Re4ba5b016dc04b1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e0400f91cb4dc4" /><Relationship Type="http://schemas.openxmlformats.org/officeDocument/2006/relationships/notesMaster" Target="/ppt/notesMasters/notesMaster1.xml" Id="Rd8c6e33321b6406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a4f2a9d6cb54f50" /><Relationship Type="http://schemas.openxmlformats.org/officeDocument/2006/relationships/notesMaster" Target="/ppt/notesMasters/notesMaster1.xml" Id="Rbe8eef6321d8446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2044be1c9548b8" /><Relationship Type="http://schemas.openxmlformats.org/officeDocument/2006/relationships/notesMaster" Target="/ppt/notesMasters/notesMaster1.xml" Id="Re34d0865aa684bb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13267cbc2875400f" /><Relationship Type="http://schemas.openxmlformats.org/officeDocument/2006/relationships/notesMaster" Target="/ppt/notesMasters/notesMaster1.xml" Id="Rca3d6babb35346c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3f8c440306d48a2" /><Relationship Type="http://schemas.openxmlformats.org/officeDocument/2006/relationships/notesMaster" Target="/ppt/notesMasters/notesMaster1.xml" Id="R70bf823b6e25478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Khung đã duyệt, AIO14,27.5; KHTN19.. AIO27.5 Twitter Sentiment Analysis và27.6 trắc nghiệm; bank K04 Disaster Tweets để luyện thêm.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["ai","học","máy"]</a:t>
            </a:r>
          </a:p>
          <a:p xmlns:a="http://schemas.openxmlformats.org/drawingml/2006/main">
            <a:r>
              <a:t>Tham khảo: AIO14,27.5; KHTN19.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Đối chiếu sau khi học sinh làm: [[2,1,0],[0,1,1]]</a:t>
            </a:r>
          </a:p>
          <a:p xmlns:a="http://schemas.openxmlformats.org/drawingml/2006/main">
            <a:r>
              <a:t>Tham khảo: AIO14,27.5; KHTN19.</a:t>
            </a:r>
          </a:p>
          <a:p xmlns:a="http://schemas.openxmlformats.org/drawingml/2006/main">
            <a:r>
              <a:t>Nếu input dài, mở BAI_HOC.html để xem đủ. Không cắt data trong bài tập gốc.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Buổi 5.1: Text processing và baseline NLP</a:t>
            </a:r>
          </a:p>
          <a:p xmlns:a="http://schemas.openxmlformats.org/drawingml/2006/main">
            <a:r>
              <a:t>Nguồn giáo trình: AIO14,27.5; KHTN19.</a:t>
            </a:r>
          </a:p>
          <a:p xmlns:a="http://schemas.openxmlformats.org/drawingml/2006/main">
            <a:r>
              <a:t>Bài tiếp theo trong nguồn: AIO27.5 Twitter Sentiment Analysis và27.6 trắc nghiệm; bank K04 Disaster Tweets để luyện thêm.</a:t>
            </a:r>
          </a:p>
          <a:p xmlns:a="http://schemas.openxmlformats.org/drawingml/2006/main">
            <a:r>
              <a:t>Các fixtures, phép tính và bài luyện local trong slide do giáo viên/assistant soạn; không là đề IOAI chính thức.</a:t>
            </a:r>
          </a:p>
          <a:p xmlns:a="http://schemas.openxmlformats.org/drawingml/2006/main">
            <a:r>
              <a:t>Dùng code_minh_hoa.py/ipynb để chạy code đầy đủ.</a:t>
            </a:r>
          </a:p>
          <a:p xmlns:a="http://schemas.openxmlformats.org/drawingml/2006/main">
            <a:r>
              <a:t>Nguồn kỹ thuật theo chủ đề: https://docs.pytorch.org/tutorials/beginner/basics/intro.html ; https://scikit-learn.org/stable/ ; https://ioai-official.org/syllabus/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fbddfec1654fa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46df0403074056" /><Relationship Type="http://schemas.openxmlformats.org/officeDocument/2006/relationships/slideLayout" Target="/ppt/slideLayouts/slideLayout1.xml" Id="Rc370214ea11b4c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370214ea11b4c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02869e84045a2" /><Relationship Type="http://schemas.openxmlformats.org/officeDocument/2006/relationships/notesSlide" Target="/ppt/notesSlides/notesSlide1.xml" Id="Rc98cfaebb1584d1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b2caf2405a41c4" /><Relationship Type="http://schemas.openxmlformats.org/officeDocument/2006/relationships/notesSlide" Target="/ppt/notesSlides/notesSlide2.xml" Id="Rff0b4af8ebdd479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5215534e96463c" /><Relationship Type="http://schemas.openxmlformats.org/officeDocument/2006/relationships/notesSlide" Target="/ppt/notesSlides/notesSlide3.xml" Id="Rc82f9b41d98240b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17a4308a0e4761" /><Relationship Type="http://schemas.openxmlformats.org/officeDocument/2006/relationships/notesSlide" Target="/ppt/notesSlides/notesSlide4.xml" Id="R27598ae057424b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1c0bd6e7c14456" /><Relationship Type="http://schemas.openxmlformats.org/officeDocument/2006/relationships/notesSlide" Target="/ppt/notesSlides/notesSlide5.xml" Id="R63a797e6de5e4e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400084daa1423d" /><Relationship Type="http://schemas.openxmlformats.org/officeDocument/2006/relationships/notesSlide" Target="/ppt/notesSlides/notesSlide6.xml" Id="R0b9bde50e9b84df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9cdcc65ae4375" /><Relationship Type="http://schemas.openxmlformats.org/officeDocument/2006/relationships/notesSlide" Target="/ppt/notesSlides/notesSlide7.xml" Id="R84ad06058936423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a4f62c35b49cb" /><Relationship Type="http://schemas.openxmlformats.org/officeDocument/2006/relationships/notesSlide" Target="/ppt/notesSlides/notesSlide8.xml" Id="R60b51414e378412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2925111c74156" /><Relationship Type="http://schemas.openxmlformats.org/officeDocument/2006/relationships/notesSlide" Target="/ppt/notesSlides/notesSlide9.xml" Id="R94059076110240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927d9b275b4ecf" /><Relationship Type="http://schemas.openxmlformats.org/officeDocument/2006/relationships/notesSlide" Target="/ppt/notesSlides/notesSlide10.xml" Id="R5cc7e13905bd476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4083c7e269420b" /><Relationship Type="http://schemas.openxmlformats.org/officeDocument/2006/relationships/notesSlide" Target="/ppt/notesSlides/notesSlide11.xml" Id="R42f913fbb8154be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503f85580d4fc3" /><Relationship Type="http://schemas.openxmlformats.org/officeDocument/2006/relationships/notesSlide" Target="/ppt/notesSlides/notesSlide12.xml" Id="R7f722fe9434f468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e9a95d242b4b86" /><Relationship Type="http://schemas.openxmlformats.org/officeDocument/2006/relationships/notesSlide" Target="/ppt/notesSlides/notesSlide13.xml" Id="Ra95b991ad490442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9B9BB-0FE5-4D3D-8131-3368B888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Buổi 5.1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CA739D-C316-4A97-A83B-DDC202EE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Text processing và baseline NLP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97DA13-02C5-4824-BB2F-5FA2E421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Máy biến một câu thành features mà không đọc nghĩa như người ra sao?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4A9BCE-0C9B-4D0D-B2AD-E2A24804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1/13</a:t>
            </a:r>
          </a:p>
        </p:txBody>
      </p:sp>
    </p:spTree>
    <p:extLst>
      <p:ext uri="{BB962C8B-B14F-4D97-AF65-F5344CB8AC3E}">
        <p14:creationId xmlns:p14="http://schemas.microsoft.com/office/powerpoint/2010/main" val="17834620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A165B-A8ED-4718-913C-1BDE3EC73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Ý tưởng cần hiểu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794FA-1D7E-4D8E-A7A6-9E7FD14B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Tokenization/vocabulary biến text thànhindices/đếm; TF-IDF weightedfeatures.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58F89A-77CE-49D6-8F49-17625251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622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Sparse baseline thường nhanh và cần fit vocab trên train.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60FE8A-D802-49D5-83D5-DDA092DD1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1066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Giữ Unicode/negation; tránh duplicate qua split.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9A4846-DD6D-462E-8296-9BF6E8F9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668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TF-IDF dùngterm frequency vàinverse document frequency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9D6145-67BB-4B47-8FCA-C0B7CCD5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2/13</a:t>
            </a:r>
          </a:p>
        </p:txBody>
      </p:sp>
    </p:spTree>
    <p:extLst>
      <p:ext uri="{BB962C8B-B14F-4D97-AF65-F5344CB8AC3E}">
        <p14:creationId xmlns:p14="http://schemas.microsoft.com/office/powerpoint/2010/main" val="48431692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C14C0B-3824-414E-BDA0-C93710FD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Ví dụ: đọc input trước khi tính</a:t>
            </a:r>
          </a:p>
        </p:txBody>
      </p:sp>
      <p:graphicFrame>
        <p:nvGraphicFramePr>
          <p:cNvPr id="5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texts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["AI học AI","học máy"]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1F2D0A-47DD-4068-AE0C-B9D5B7C6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3/13</a:t>
            </a:r>
          </a:p>
        </p:txBody>
      </p:sp>
    </p:spTree>
    <p:extLst>
      <p:ext uri="{BB962C8B-B14F-4D97-AF65-F5344CB8AC3E}">
        <p14:creationId xmlns:p14="http://schemas.microsoft.com/office/powerpoint/2010/main" val="13206506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DD2D33-069F-4BBB-8EAF-6794014AA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Đối chiếu phép tính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62B758-4A66-43E6-B4DF-C4EEDBB2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57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[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"ai",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"học",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  "máy"</a:t>
            </a:r>
          </a:p>
          <a:p xmlns:a="http://schemas.openxmlformats.org/drawingml/2006/main">
            <a:pPr>
              <a:defRPr sz="1800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B4639-3D57-4653-ADF1-83E280106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4/13</a:t>
            </a:r>
          </a:p>
        </p:txBody>
      </p:sp>
    </p:spTree>
    <p:extLst>
      <p:ext uri="{BB962C8B-B14F-4D97-AF65-F5344CB8AC3E}">
        <p14:creationId xmlns:p14="http://schemas.microsoft.com/office/powerpoint/2010/main" val="17982037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027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27D912-C782-4F30-9386-906F9531C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 minh họa — đoạn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C6FC1A1-2CB1-42EB-ADDD-D5BFE6BC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sklearn.feature_extraction.text import TfidfVectorizer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sklearn.linear_model import LogisticRegression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from sklearn.pipeline import make_pipeline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texts=["rain floods city","storm damages bridge","team wins match", "player scores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goal"]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y=[1,1,0,0]  # Fixture: 1 thời tiết, 0 thể thao.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model=make_pipeline(TfidfVectorizer(),LogisticRegression(random_state=42))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model.fit(texts,y)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print("Vocabulary:",sorted(model[0].vocabulary_))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query=["rain storm","team player"]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print("Labels:",model.predict(query).tolist())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print("Probs:",model.predict_proba(query).round(4).tolist())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assert model.predict(query).tolist()==[1,0]</a:t>
            </a:r>
          </a:p>
          <a:p xmlns:a="http://schemas.openxmlformats.org/drawingml/2006/main">
            <a:pPr>
              <a:defRPr sz="1725" b="0">
                <a:solidFill>
                  <a:srgbClr val="EBF5F8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EBF5F8"/>
                </a:solidFill>
                <a:latin typeface="Consolas"/>
                <a:ea typeface="Consolas"/>
                <a:cs typeface="Consolas"/>
              </a:rPr>
              <a:t># Fit vocabulary/IDF chỉ trên train; fixture ít câu chỉ để đọc thao tác.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69E64C-6243-4BFB-86F1-D44A23B5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9728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BDC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BDCE3"/>
                </a:solidFill>
                <a:latin typeface="Arial"/>
                <a:ea typeface="Arial"/>
                <a:cs typeface="Arial"/>
              </a:rPr>
              <a:t>Code đầy đủ: code_minh_hoa.py / code_minh_hoa.ipynb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05C12-C6D0-482A-9638-F2EFBB2E4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BDCDD4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BDCDD4"/>
                </a:solidFill>
                <a:latin typeface="Arial"/>
                <a:ea typeface="Arial"/>
                <a:cs typeface="Arial"/>
              </a:rPr>
              <a:t>AI Canuc80k · Buổi 5.1 · 5/13</a:t>
            </a:r>
          </a:p>
        </p:txBody>
      </p:sp>
    </p:spTree>
    <p:extLst>
      <p:ext uri="{BB962C8B-B14F-4D97-AF65-F5344CB8AC3E}">
        <p14:creationId xmlns:p14="http://schemas.microsoft.com/office/powerpoint/2010/main" val="2829703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4032AA-6A30-4F38-8AB9-F7FF9DB5B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Output của code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D2DC6-9BF7-4B70-8052-2C2F01E1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0972800" cy="428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Vocabulary: ['bridge', 'city', 'damages', 'floods', 'goal', 'match', 'player',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'rain', 'scores', 'storm', 'team', 'wins']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Labels: [1, 0]</a:t>
            </a:r>
          </a:p>
          <a:p xmlns:a="http://schemas.openxmlformats.org/drawingml/2006/main">
            <a:pPr>
              <a:defRPr sz="1725" b="0">
                <a:solidFill>
                  <a:srgbClr val="153A4D"/>
                </a:solidFill>
                <a:latin typeface="Consolas"/>
                <a:ea typeface="Consolas"/>
                <a:cs typeface="Consolas"/>
              </a:defRPr>
            </a:pPr>
            <a:r>
              <a:rPr sz="1725" b="0">
                <a:solidFill>
                  <a:srgbClr val="153A4D"/>
                </a:solidFill>
                <a:latin typeface="Consolas"/>
                <a:ea typeface="Consolas"/>
                <a:cs typeface="Consolas"/>
              </a:rPr>
              <a:t>Probs: [[0.4189, 0.5811], [0.5811, 0.4189]]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F30593-578C-479C-818D-E54799CBF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6/13</a:t>
            </a:r>
          </a:p>
        </p:txBody>
      </p:sp>
    </p:spTree>
    <p:extLst>
      <p:ext uri="{BB962C8B-B14F-4D97-AF65-F5344CB8AC3E}">
        <p14:creationId xmlns:p14="http://schemas.microsoft.com/office/powerpoint/2010/main" val="925529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BCC276-DE4E-44F5-82EB-D1FEC1B8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Điểm dễ nhầm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F87B63-A255-4911-8AFD-1ADF1D5B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0668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Không fit IDF/vocabulary trên cảlabeled test rồi báo validation độc lập.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94FCD5-DD58-4E80-AA7C-961ABA56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Đọc vocabulary trongdemo và dự đoán haiqueries thời tiết/thể thao.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F295A-AEC6-4179-9F9C-1D517A92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7/13</a:t>
            </a:r>
          </a:p>
        </p:txBody>
      </p:sp>
    </p:spTree>
    <p:extLst>
      <p:ext uri="{BB962C8B-B14F-4D97-AF65-F5344CB8AC3E}">
        <p14:creationId xmlns:p14="http://schemas.microsoft.com/office/powerpoint/2010/main" val="69481196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3C0EF-4A9C-43EF-96B0-10E4E88D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9E2E02-3381-4FB9-945F-D256FC13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Tokenize bằnglower()+split(); sortedvocab. Không thay Unicode.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714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857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texts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["AI học AI","học máy"]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267285-CB4E-46EF-A6C4-32792ABE9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8/13</a:t>
            </a:r>
          </a:p>
        </p:txBody>
      </p:sp>
    </p:spTree>
    <p:extLst>
      <p:ext uri="{BB962C8B-B14F-4D97-AF65-F5344CB8AC3E}">
        <p14:creationId xmlns:p14="http://schemas.microsoft.com/office/powerpoint/2010/main" val="15042750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89C368-682E-492B-A246-4D6B3686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Bài trên lớp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3CCA13-9176-47F6-9CBD-905B57A95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10972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Đếm các vocabulary tokens trong mỗi văn bản lower()+split().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2714625"/>
          <a:ext xmlns:a="http://schemas.openxmlformats.org/drawingml/2006/main" cx="10972800" cy="18859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8115300"/>
              </a:tblGrid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Trường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Giá trị</a:t>
                      </a:r>
                    </a:p>
                  </a:txBody>
                  <a:tcPr marL="91440" marR="91440" marT="45720" marB="45720">
                    <a:solidFill>
                      <a:srgbClr val="153A4D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texts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["AI học AI","máy học"]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286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vocab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53A4D"/>
                          </a:solidFill>
                          <a:latin typeface="Arial"/>
                          <a:ea typeface="Arial"/>
                          <a:cs typeface="Arial"/>
                        </a:rPr>
                        <a:t>["ai","học","máy"]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BA16D2-62FC-42EA-B2B4-76D6898E0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9/13</a:t>
            </a:r>
          </a:p>
        </p:txBody>
      </p:sp>
    </p:spTree>
    <p:extLst>
      <p:ext uri="{BB962C8B-B14F-4D97-AF65-F5344CB8AC3E}">
        <p14:creationId xmlns:p14="http://schemas.microsoft.com/office/powerpoint/2010/main" val="74893996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F2F52-2EC9-4F4A-ABFE-5E49594E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1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C2963A-EA90-4A07-B8EE-0A071D99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Tokenize bằnglower()+split(); sortedvocab. Không thay Unicode.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43199-2267-4667-9277-B1F1A0D5F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texts: liststrings.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EE2F89-4C61-4973-9008-7E443E73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BTVN_01.txt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9B60E8-C888-4F39-90F5-C63FD504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10/13</a:t>
            </a:r>
          </a:p>
        </p:txBody>
      </p:sp>
    </p:spTree>
    <p:extLst>
      <p:ext uri="{BB962C8B-B14F-4D97-AF65-F5344CB8AC3E}">
        <p14:creationId xmlns:p14="http://schemas.microsoft.com/office/powerpoint/2010/main" val="326212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E6DD9-5575-47AF-ABF6-D2E82D889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2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3A5A2D-2D8A-4691-A3B1-6592CA8C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Đếm các vocabulary tokens trong mỗi văn bản lower()+split().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CFBC5C-D040-4C6C-8FA8-E2E674953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00425"/>
            <a:ext cx="1066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Input: texts: liststring; vocab: distinctstrings lowercase.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B394D-D621-4294-838D-0CD9C60B5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668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Output: một JSON value; xem đầy đủ ví dụ, quy ước và giới hạn trong BTVN_02.txt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09DD59-6F12-45E1-B631-324AEA9EC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11/13</a:t>
            </a:r>
          </a:p>
        </p:txBody>
      </p:sp>
    </p:spTree>
    <p:extLst>
      <p:ext uri="{BB962C8B-B14F-4D97-AF65-F5344CB8AC3E}">
        <p14:creationId xmlns:p14="http://schemas.microsoft.com/office/powerpoint/2010/main" val="16562927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0A2734-4450-407C-9A29-D12566CD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BTVN 3 — yêu cầu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1C8E98-60FD-476C-A3DF-8FD54028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668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Phân loại văn bản lớp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6CBAF-6229-4A47-B3A4-465DA3776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Data: text · {"train":500,"valid":120,"test":200}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797CB1-5E19-4E16-BC39-A3D55B09D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6680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Chấm: MacroF1đúng classes0/1/2.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A9D8AB-3DD3-434B-B0A2-D034189B9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05475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Mở BTVN_03.txt, DATA_NOTE và sample_submission trước khi làm.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211B7-7F0D-47CB-BAAC-B6463D30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12/13</a:t>
            </a:r>
          </a:p>
        </p:txBody>
      </p:sp>
    </p:spTree>
    <p:extLst>
      <p:ext uri="{BB962C8B-B14F-4D97-AF65-F5344CB8AC3E}">
        <p14:creationId xmlns:p14="http://schemas.microsoft.com/office/powerpoint/2010/main" val="4520365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8016F7-97D1-4B5F-A60C-46BEED940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9728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75" b="1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3075" b="1">
                <a:solidFill>
                  <a:srgbClr val="153A4D"/>
                </a:solidFill>
                <a:latin typeface="Arial"/>
                <a:ea typeface="Arial"/>
                <a:cs typeface="Arial"/>
              </a:rPr>
              <a:t>Chốt bài và nguồn học tiếp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E6229-6384-449E-9404-2725A59F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668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B779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779D"/>
                </a:solidFill>
                <a:latin typeface="Arial"/>
                <a:ea typeface="Arial"/>
                <a:cs typeface="Arial"/>
              </a:rPr>
              <a:t>Đọc vocabulary trongdemo và dự đoán haiqueries thời tiết/thể thao.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E6188-2D63-4E00-B7FE-6F425CC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05200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AIO14,27.5; KHTN19.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88505D-2DC3-41E9-86F7-C3947043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10668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53A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53A4D"/>
                </a:solidFill>
                <a:latin typeface="Arial"/>
                <a:ea typeface="Arial"/>
                <a:cs typeface="Arial"/>
              </a:rPr>
              <a:t>AIO27.5 Twitter Sentiment Analysis và27.6 trắc nghiệm; bank K04 Disaster Tweets để luyện thêm.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5750AF-1086-4AEE-A390-31DD697C5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773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26773"/>
                </a:solidFill>
                <a:latin typeface="Arial"/>
                <a:ea typeface="Arial"/>
                <a:cs typeface="Arial"/>
              </a:rPr>
              <a:t>AI Canuc80k · Buổi 5.1 · 13/13</a:t>
            </a:r>
          </a:p>
        </p:txBody>
      </p:sp>
    </p:spTree>
    <p:extLst>
      <p:ext uri="{BB962C8B-B14F-4D97-AF65-F5344CB8AC3E}">
        <p14:creationId xmlns:p14="http://schemas.microsoft.com/office/powerpoint/2010/main" val="12021328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2026-10-01T09:00:12.6810000Z</dcterms:created>
  <dcterms:modified xsi:type="dcterms:W3CDTF">2026-10-01T09:00:12.6810000Z</dcterms:modified>
</coreProperties>
</file>