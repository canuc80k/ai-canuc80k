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7074b79b51454d" /><Relationship Type="http://schemas.openxmlformats.org/officeDocument/2006/relationships/extended-properties" Target="/docProps/app.xml" Id="Ra223f876576240ed" /><Relationship Type="http://schemas.openxmlformats.org/officeDocument/2006/relationships/officeDocument" Target="/ppt/presentation.xml" Id="R16b3aa11129649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95084f1a4c432f"/>
  </p:sldMasterIdLst>
  <p:notesMasterIdLst>
    <p:notesMasterId xmlns:r="http://schemas.openxmlformats.org/officeDocument/2006/relationships" r:id="R3e493664cae4416c"/>
  </p:notesMasterIdLst>
  <p:sldIdLst>
    <p:sldId xmlns:r="http://schemas.openxmlformats.org/officeDocument/2006/relationships" id="256" r:id="R89c423dbaa54468f"/>
    <p:sldId xmlns:r="http://schemas.openxmlformats.org/officeDocument/2006/relationships" id="257" r:id="Rc633270acaf24f0b"/>
    <p:sldId xmlns:r="http://schemas.openxmlformats.org/officeDocument/2006/relationships" id="258" r:id="R3e0e2abaf10d4e07"/>
    <p:sldId xmlns:r="http://schemas.openxmlformats.org/officeDocument/2006/relationships" id="259" r:id="R0b5445555cec4d7b"/>
    <p:sldId xmlns:r="http://schemas.openxmlformats.org/officeDocument/2006/relationships" id="260" r:id="R430f57d627af40aa"/>
    <p:sldId xmlns:r="http://schemas.openxmlformats.org/officeDocument/2006/relationships" id="261" r:id="R91a649ecfcdc4c5d"/>
    <p:sldId xmlns:r="http://schemas.openxmlformats.org/officeDocument/2006/relationships" id="262" r:id="R7932840ce3164b87"/>
    <p:sldId xmlns:r="http://schemas.openxmlformats.org/officeDocument/2006/relationships" id="263" r:id="Re713b1e4a7f74dde"/>
    <p:sldId xmlns:r="http://schemas.openxmlformats.org/officeDocument/2006/relationships" id="264" r:id="Rabcaf9eafb1841c3"/>
    <p:sldId xmlns:r="http://schemas.openxmlformats.org/officeDocument/2006/relationships" id="265" r:id="R5c5ccf20f4704fa4"/>
    <p:sldId xmlns:r="http://schemas.openxmlformats.org/officeDocument/2006/relationships" id="266" r:id="R8d889e6455a049a8"/>
    <p:sldId xmlns:r="http://schemas.openxmlformats.org/officeDocument/2006/relationships" id="267" r:id="Rd6f19cb0ef2b4491"/>
    <p:sldId xmlns:r="http://schemas.openxmlformats.org/officeDocument/2006/relationships" id="268" r:id="R61f665de633441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23a0b6547d43cb" /><Relationship Type="http://schemas.openxmlformats.org/officeDocument/2006/relationships/slideMaster" Target="/ppt/slideMasters/slideMaster1.xml" Id="R2495084f1a4c432f" /><Relationship Type="http://schemas.openxmlformats.org/officeDocument/2006/relationships/notesMaster" Target="/ppt/notesMasters/notesMaster1.xml" Id="R3e493664cae4416c" /><Relationship Type="http://schemas.openxmlformats.org/officeDocument/2006/relationships/presProps" Target="/ppt/presProps.xml" Id="Re4501d3314964a14" /><Relationship Type="http://schemas.openxmlformats.org/officeDocument/2006/relationships/tableStyles" Target="/ppt/tableStyles.xml" Id="R48b3a6a0e9364b41" /><Relationship Type="http://schemas.openxmlformats.org/officeDocument/2006/relationships/slide" Target="/ppt/slides/slide1.xml" Id="R89c423dbaa54468f" /><Relationship Type="http://schemas.openxmlformats.org/officeDocument/2006/relationships/slide" Target="/ppt/slides/slide2.xml" Id="Rc633270acaf24f0b" /><Relationship Type="http://schemas.openxmlformats.org/officeDocument/2006/relationships/slide" Target="/ppt/slides/slide3.xml" Id="R3e0e2abaf10d4e07" /><Relationship Type="http://schemas.openxmlformats.org/officeDocument/2006/relationships/slide" Target="/ppt/slides/slide4.xml" Id="R0b5445555cec4d7b" /><Relationship Type="http://schemas.openxmlformats.org/officeDocument/2006/relationships/slide" Target="/ppt/slides/slide5.xml" Id="R430f57d627af40aa" /><Relationship Type="http://schemas.openxmlformats.org/officeDocument/2006/relationships/slide" Target="/ppt/slides/slide6.xml" Id="R91a649ecfcdc4c5d" /><Relationship Type="http://schemas.openxmlformats.org/officeDocument/2006/relationships/slide" Target="/ppt/slides/slide7.xml" Id="R7932840ce3164b87" /><Relationship Type="http://schemas.openxmlformats.org/officeDocument/2006/relationships/slide" Target="/ppt/slides/slide8.xml" Id="Re713b1e4a7f74dde" /><Relationship Type="http://schemas.openxmlformats.org/officeDocument/2006/relationships/slide" Target="/ppt/slides/slide9.xml" Id="Rabcaf9eafb1841c3" /><Relationship Type="http://schemas.openxmlformats.org/officeDocument/2006/relationships/slide" Target="/ppt/slides/slide10.xml" Id="R5c5ccf20f4704fa4" /><Relationship Type="http://schemas.openxmlformats.org/officeDocument/2006/relationships/slide" Target="/ppt/slides/slide11.xml" Id="R8d889e6455a049a8" /><Relationship Type="http://schemas.openxmlformats.org/officeDocument/2006/relationships/slide" Target="/ppt/slides/slide12.xml" Id="Rd6f19cb0ef2b4491" /><Relationship Type="http://schemas.openxmlformats.org/officeDocument/2006/relationships/slide" Target="/ppt/slides/slide13.xml" Id="R61f665de633441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2c321abec546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8a7e01304548b7" /><Relationship Type="http://schemas.openxmlformats.org/officeDocument/2006/relationships/notesMaster" Target="/ppt/notesMasters/notesMaster1.xml" Id="R7e425eb5d77e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fe93028e424c62" /><Relationship Type="http://schemas.openxmlformats.org/officeDocument/2006/relationships/notesMaster" Target="/ppt/notesMasters/notesMaster1.xml" Id="Rfcfac0a4ee484b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66a02fae684d83" /><Relationship Type="http://schemas.openxmlformats.org/officeDocument/2006/relationships/notesMaster" Target="/ppt/notesMasters/notesMaster1.xml" Id="R12761261ab344e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845c80960947ff" /><Relationship Type="http://schemas.openxmlformats.org/officeDocument/2006/relationships/notesMaster" Target="/ppt/notesMasters/notesMaster1.xml" Id="Rd1adc7b2aab346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979970ccdd46eb" /><Relationship Type="http://schemas.openxmlformats.org/officeDocument/2006/relationships/notesMaster" Target="/ppt/notesMasters/notesMaster1.xml" Id="R6d9de575854a4f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86773d458e4b6e" /><Relationship Type="http://schemas.openxmlformats.org/officeDocument/2006/relationships/notesMaster" Target="/ppt/notesMasters/notesMaster1.xml" Id="R4d85942cc16145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46bd8b36c4658" /><Relationship Type="http://schemas.openxmlformats.org/officeDocument/2006/relationships/notesMaster" Target="/ppt/notesMasters/notesMaster1.xml" Id="Rabbac3db79bb4c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281129e5fe428f" /><Relationship Type="http://schemas.openxmlformats.org/officeDocument/2006/relationships/notesMaster" Target="/ppt/notesMasters/notesMaster1.xml" Id="Rb243a245123d47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befbb8cb7d4ff6" /><Relationship Type="http://schemas.openxmlformats.org/officeDocument/2006/relationships/notesMaster" Target="/ppt/notesMasters/notesMaster1.xml" Id="Rbca39cda2f624a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fdd1fc51a34ee7" /><Relationship Type="http://schemas.openxmlformats.org/officeDocument/2006/relationships/notesMaster" Target="/ppt/notesMasters/notesMaster1.xml" Id="R6bb04c109ea745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84d614f7554287" /><Relationship Type="http://schemas.openxmlformats.org/officeDocument/2006/relationships/notesMaster" Target="/ppt/notesMasters/notesMaster1.xml" Id="R08ab7a66f25646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15b463d0fa4691" /><Relationship Type="http://schemas.openxmlformats.org/officeDocument/2006/relationships/notesMaster" Target="/ppt/notesMasters/notesMaster1.xml" Id="Rf276e338eb034f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da5029dc714db7" /><Relationship Type="http://schemas.openxmlformats.org/officeDocument/2006/relationships/notesMaster" Target="/ppt/notesMasters/notesMaster1.xml" Id="R489195fdd8344c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KHTN19; IOAI Chameleon baseline.. ioai25chameleon: notebook sentence-transformers, validation queries và test queries được cấp.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[0.5,0.5]</a:t>
            </a:r>
          </a:p>
          <a:p xmlns:a="http://schemas.openxmlformats.org/drawingml/2006/main">
            <a:r>
              <a:t>Tham khảo: KHTN19; IOAI Chameleon baseline.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0.7071067811865475</a:t>
            </a:r>
          </a:p>
          <a:p xmlns:a="http://schemas.openxmlformats.org/drawingml/2006/main">
            <a:r>
              <a:t>Tham khảo: KHTN19; IOAI Chameleon baseline.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5.2: Word embeddings và sentence embeddings</a:t>
            </a:r>
          </a:p>
          <a:p xmlns:a="http://schemas.openxmlformats.org/drawingml/2006/main">
            <a:r>
              <a:t>Nguồn giáo trình: KHTN19; IOAI Chameleon baseline.</a:t>
            </a:r>
          </a:p>
          <a:p xmlns:a="http://schemas.openxmlformats.org/drawingml/2006/main">
            <a:r>
              <a:t>Bài tiếp theo trong nguồn: ioai25chameleon: notebook sentence-transformers, validation queries và test queries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062efe4c040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eef14febf24a37" /><Relationship Type="http://schemas.openxmlformats.org/officeDocument/2006/relationships/slideLayout" Target="/ppt/slideLayouts/slideLayout1.xml" Id="Rc29b7a0fe7654b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9b7a0fe7654b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fc0f8cfc04391" /><Relationship Type="http://schemas.openxmlformats.org/officeDocument/2006/relationships/notesSlide" Target="/ppt/notesSlides/notesSlide1.xml" Id="R4b4171915f3a40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2f0f679c34151" /><Relationship Type="http://schemas.openxmlformats.org/officeDocument/2006/relationships/notesSlide" Target="/ppt/notesSlides/notesSlide2.xml" Id="R044896c2906e4a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15676b718429b" /><Relationship Type="http://schemas.openxmlformats.org/officeDocument/2006/relationships/notesSlide" Target="/ppt/notesSlides/notesSlide3.xml" Id="R9754f007032848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1a4f57ae8431d" /><Relationship Type="http://schemas.openxmlformats.org/officeDocument/2006/relationships/notesSlide" Target="/ppt/notesSlides/notesSlide4.xml" Id="Rd94933150a734d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da85a077a44ca" /><Relationship Type="http://schemas.openxmlformats.org/officeDocument/2006/relationships/notesSlide" Target="/ppt/notesSlides/notesSlide5.xml" Id="Rcfa67820825446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8de80a93640e5" /><Relationship Type="http://schemas.openxmlformats.org/officeDocument/2006/relationships/notesSlide" Target="/ppt/notesSlides/notesSlide6.xml" Id="R4517f5949b664f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6bbba0af44974" /><Relationship Type="http://schemas.openxmlformats.org/officeDocument/2006/relationships/notesSlide" Target="/ppt/notesSlides/notesSlide7.xml" Id="Rb91c7b67e59041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99e1c59d0483a" /><Relationship Type="http://schemas.openxmlformats.org/officeDocument/2006/relationships/notesSlide" Target="/ppt/notesSlides/notesSlide8.xml" Id="R7adc51443acb41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3ad80736b4bbf" /><Relationship Type="http://schemas.openxmlformats.org/officeDocument/2006/relationships/notesSlide" Target="/ppt/notesSlides/notesSlide9.xml" Id="Rae1c9fd6a93d4c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c89821c2c4956" /><Relationship Type="http://schemas.openxmlformats.org/officeDocument/2006/relationships/notesSlide" Target="/ppt/notesSlides/notesSlide10.xml" Id="R19e919ac26604b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978a2f0bd41b4" /><Relationship Type="http://schemas.openxmlformats.org/officeDocument/2006/relationships/notesSlide" Target="/ppt/notesSlides/notesSlide11.xml" Id="R3a48423ed0ef41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6c66df8014de1" /><Relationship Type="http://schemas.openxmlformats.org/officeDocument/2006/relationships/notesSlide" Target="/ppt/notesSlides/notesSlide12.xml" Id="Rb4810b5e886648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076667470409a" /><Relationship Type="http://schemas.openxmlformats.org/officeDocument/2006/relationships/notesSlide" Target="/ppt/notesSlides/notesSlide13.xml" Id="R6864f70821134b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7F86F-E0CA-4E2B-B7A3-645A3083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5.2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040C3-7184-4B3F-968D-DB999B07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Word embeddings và sentence embeddings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BD173-8C91-45A1-A1A6-71663B43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Padding có nên kéo mean sentence embedding về một hướng?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CF597-F5DA-451E-A2D4-747DEFE5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1/13</a:t>
            </a:r>
          </a:p>
        </p:txBody>
      </p:sp>
    </p:spTree>
    <p:extLst>
      <p:ext uri="{BB962C8B-B14F-4D97-AF65-F5344CB8AC3E}">
        <p14:creationId xmlns:p14="http://schemas.microsoft.com/office/powerpoint/2010/main" val="1992608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F6385-FA98-4DA5-BFE9-C99100DE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2B639-8955-4EA4-8520-AF7EE31E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Embeddings có thểstatic hoặc contextual; cosine dùng normalize hợp lý.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A2C99-FB93-4A00-AAC6-AEF29971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Pooling chỉ tính tokens hợp lệ; giữthứtự khi task cần composition.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15E01-DF95-48D7-AA45-A7004F6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Ranking metrics khácaccuracy class; Chameleon cóHits/nDCG riêng.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F5CDB-D1EF-47AA-86E2-A11890D7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pooled=sum(mask_i×embedding_i)/sum(mask_i)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973DF-649C-45E2-B601-4A92F0B8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2/13</a:t>
            </a:r>
          </a:p>
        </p:txBody>
      </p:sp>
    </p:spTree>
    <p:extLst>
      <p:ext uri="{BB962C8B-B14F-4D97-AF65-F5344CB8AC3E}">
        <p14:creationId xmlns:p14="http://schemas.microsoft.com/office/powerpoint/2010/main" val="1529831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35418-2CFA-4286-AE72-475A16B0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[[1,0],[0,1],[9,9]]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8799C-8E97-4662-AF57-3ECA54DB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3/13</a:t>
            </a:r>
          </a:p>
        </p:txBody>
      </p:sp>
    </p:spTree>
    <p:extLst>
      <p:ext uri="{BB962C8B-B14F-4D97-AF65-F5344CB8AC3E}">
        <p14:creationId xmlns:p14="http://schemas.microsoft.com/office/powerpoint/2010/main" val="582252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9B2D3-1ABD-4625-8595-28CE960B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39656-4A77-426E-AE8B-B3114031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0.5,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0.5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29AC0-3992-477D-B150-7EF007E2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4/13</a:t>
            </a:r>
          </a:p>
        </p:txBody>
      </p:sp>
    </p:spTree>
    <p:extLst>
      <p:ext uri="{BB962C8B-B14F-4D97-AF65-F5344CB8AC3E}">
        <p14:creationId xmlns:p14="http://schemas.microsoft.com/office/powerpoint/2010/main" val="12290461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73A15-F376-4DDD-9BB3-F5233E57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3D260-59EA-4A4B-833C-828470DC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tokens=np.array([[1.,0.],[0.,1.],[9.,9.]])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mask=np.array([1,1,0],dtype=float)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Padding không được tham gia mean pooling.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pooled=(tokens*mask[:,None]).sum(axis=0)/mask.sum()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print("Mean pooling có mask:",pooled.tolist())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print("Mean sai nếu tính padding:",tokens.mean(axis=0).tolist())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options=np.array([[1.,0.],[0.,1.],[1.,1.]])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norm=lambda a:a/np.linalg.norm(a,axis=-1,keepdims=True)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scores=norm(options)@norm(pooled)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print("Cosine:",scores.round(4).tolist())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np.allclose(pooled,[.5,.5])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93543-9649-4C6D-840E-F7C83FED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23DF2-2783-42EB-ACA8-EDAFFBE2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5.2 · 5/13</a:t>
            </a:r>
          </a:p>
        </p:txBody>
      </p:sp>
    </p:spTree>
    <p:extLst>
      <p:ext uri="{BB962C8B-B14F-4D97-AF65-F5344CB8AC3E}">
        <p14:creationId xmlns:p14="http://schemas.microsoft.com/office/powerpoint/2010/main" val="1608698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AEB4F-E800-4A8D-BBC7-5ECF8CD2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B7173-8061-41D9-8BFD-750CC991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Mean pooling có mask: [0.5, 0.5]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Mean sai nếu tính padding: [3.3333333333333335, 3.3333333333333335]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Cosine: [0.7071, 0.7071, 1.0]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AEE3E-42CA-4996-A4B4-90C7FCB3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6/13</a:t>
            </a:r>
          </a:p>
        </p:txBody>
      </p:sp>
    </p:spTree>
    <p:extLst>
      <p:ext uri="{BB962C8B-B14F-4D97-AF65-F5344CB8AC3E}">
        <p14:creationId xmlns:p14="http://schemas.microsoft.com/office/powerpoint/2010/main" val="681287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65A73-ECE2-4864-8F92-975008E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9E298-4E69-4B5F-8E93-8BA29429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gọi embedding fixture là output sentence-transformer thật.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D53D9-D362-4F35-84F4-E0E50FD0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meanmasked[.5,.5] với mean tính token padding[9,9].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133C8-7AFC-44BA-B493-C60D3CC6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7/13</a:t>
            </a:r>
          </a:p>
        </p:txBody>
      </p:sp>
    </p:spTree>
    <p:extLst>
      <p:ext uri="{BB962C8B-B14F-4D97-AF65-F5344CB8AC3E}">
        <p14:creationId xmlns:p14="http://schemas.microsoft.com/office/powerpoint/2010/main" val="850223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B8994-FE76-4748-8E89-1D9E29B4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F57B6-2E91-4828-BCB1-59D210A6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Mean token vectors chỉ tại mask=1; nếu toàn0 trảzero vector.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[[1,0],[0,1],[9,9]]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mask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CF9A6-4789-4FD6-9F3B-6AD8944B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8/13</a:t>
            </a:r>
          </a:p>
        </p:txBody>
      </p:sp>
    </p:spTree>
    <p:extLst>
      <p:ext uri="{BB962C8B-B14F-4D97-AF65-F5344CB8AC3E}">
        <p14:creationId xmlns:p14="http://schemas.microsoft.com/office/powerpoint/2010/main" val="1962882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D8E76-DC3A-49AA-A2FA-6581E8D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6F424-E7FD-4C9D-B4A1-EAA0FEF4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cosine của hai vector; có norm0 thì trả 0.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92CD9-5339-440C-88EC-F26FEC46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9/13</a:t>
            </a:r>
          </a:p>
        </p:txBody>
      </p:sp>
    </p:spTree>
    <p:extLst>
      <p:ext uri="{BB962C8B-B14F-4D97-AF65-F5344CB8AC3E}">
        <p14:creationId xmlns:p14="http://schemas.microsoft.com/office/powerpoint/2010/main" val="17295196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7E9E4-15CC-4A91-A219-14EDDEC7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55B6D-6428-4470-BD67-401B46F0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Mean token vectors chỉ tại mask=1; nếu toàn0 trảzero vector.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AABD2-835A-4CC4-8F41-9BBA41A6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tokens: nxd; mask: n0/1.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8BBCC-A7EE-49FF-A42B-E545664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E311A-44C2-4B5A-9101-A3BD6630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10/13</a:t>
            </a:r>
          </a:p>
        </p:txBody>
      </p:sp>
    </p:spTree>
    <p:extLst>
      <p:ext uri="{BB962C8B-B14F-4D97-AF65-F5344CB8AC3E}">
        <p14:creationId xmlns:p14="http://schemas.microsoft.com/office/powerpoint/2010/main" val="1852727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7E39A-E597-4EF8-BBC4-ACCE2720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05751-84F1-4EE7-9632-DC671BF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cosine của hai vector; có norm0 thì trả 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57675-FC29-45B8-BF43-DADC0F44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a/b: list số cùng chiều dài&gt;0.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365B3-7053-458C-B1A9-03B4C546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F2E30-36C0-4E89-B392-6FE23221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11/13</a:t>
            </a:r>
          </a:p>
        </p:txBody>
      </p:sp>
    </p:spTree>
    <p:extLst>
      <p:ext uri="{BB962C8B-B14F-4D97-AF65-F5344CB8AC3E}">
        <p14:creationId xmlns:p14="http://schemas.microsoft.com/office/powerpoint/2010/main" val="18314700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C8B3B-E9D5-47F0-8DE7-8C5E8B9B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FFCEA-BAD4-4A47-B36F-92B80F1F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Pooling và embeddings cho 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73E3C-486A-420C-B8F7-8036C10B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text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708BE-9F18-4E34-9AD4-2286DFED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MacroF1đúng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A782F-00B6-4BEC-8E8A-C138DA3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C1684-C85A-4F30-8449-87B58344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12/13</a:t>
            </a:r>
          </a:p>
        </p:txBody>
      </p:sp>
    </p:spTree>
    <p:extLst>
      <p:ext uri="{BB962C8B-B14F-4D97-AF65-F5344CB8AC3E}">
        <p14:creationId xmlns:p14="http://schemas.microsoft.com/office/powerpoint/2010/main" val="2098637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B3A0B-2A37-48B3-B868-33BB7348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5CCA9-BAF2-47A3-AF29-980486E4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So meanmasked[.5,.5] với mean tính token padding[9,9].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70952-8900-4DC8-B882-820ACE3D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KHTN19; IOAI Chameleon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2B5E2-1BC8-4B79-8065-A7F0234D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ioai25chameleon: notebook sentence-transformers, validation queries và test queries được cấp.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EEDAE-4000-4DFB-B1E2-2E19AC32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5.2 · 13/13</a:t>
            </a:r>
          </a:p>
        </p:txBody>
      </p:sp>
    </p:spTree>
    <p:extLst>
      <p:ext uri="{BB962C8B-B14F-4D97-AF65-F5344CB8AC3E}">
        <p14:creationId xmlns:p14="http://schemas.microsoft.com/office/powerpoint/2010/main" val="131096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2026-10-01T09:00:23.0030000Z</dcterms:created>
  <dcterms:modified xsi:type="dcterms:W3CDTF">2026-10-01T09:00:23.0030000Z</dcterms:modified>
</coreProperties>
</file>