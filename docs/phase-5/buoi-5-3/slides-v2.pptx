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edfadc6a1d483a" /><Relationship Type="http://schemas.openxmlformats.org/officeDocument/2006/relationships/extended-properties" Target="/docProps/app.xml" Id="R652b6481b50f40f4" /><Relationship Type="http://schemas.openxmlformats.org/officeDocument/2006/relationships/officeDocument" Target="/ppt/presentation.xml" Id="R0b0b04aa0cc740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f1078ae78643e2"/>
  </p:sldMasterIdLst>
  <p:notesMasterIdLst>
    <p:notesMasterId xmlns:r="http://schemas.openxmlformats.org/officeDocument/2006/relationships" r:id="R77cccfd39ef549b7"/>
  </p:notesMasterIdLst>
  <p:sldIdLst>
    <p:sldId xmlns:r="http://schemas.openxmlformats.org/officeDocument/2006/relationships" id="256" r:id="R099b5e400f584534"/>
    <p:sldId xmlns:r="http://schemas.openxmlformats.org/officeDocument/2006/relationships" id="257" r:id="R4370821718c7404c"/>
    <p:sldId xmlns:r="http://schemas.openxmlformats.org/officeDocument/2006/relationships" id="258" r:id="R94a363771b5a4246"/>
    <p:sldId xmlns:r="http://schemas.openxmlformats.org/officeDocument/2006/relationships" id="259" r:id="R4606f0ffb2fd4e3a"/>
    <p:sldId xmlns:r="http://schemas.openxmlformats.org/officeDocument/2006/relationships" id="260" r:id="R0495be63100b4024"/>
    <p:sldId xmlns:r="http://schemas.openxmlformats.org/officeDocument/2006/relationships" id="261" r:id="R6d9607e1000b4044"/>
    <p:sldId xmlns:r="http://schemas.openxmlformats.org/officeDocument/2006/relationships" id="262" r:id="Rac41ce88a54645bd"/>
    <p:sldId xmlns:r="http://schemas.openxmlformats.org/officeDocument/2006/relationships" id="263" r:id="R4da70d526078435e"/>
    <p:sldId xmlns:r="http://schemas.openxmlformats.org/officeDocument/2006/relationships" id="264" r:id="Ra608952d04f44d46"/>
    <p:sldId xmlns:r="http://schemas.openxmlformats.org/officeDocument/2006/relationships" id="265" r:id="R28405882bf204877"/>
    <p:sldId xmlns:r="http://schemas.openxmlformats.org/officeDocument/2006/relationships" id="266" r:id="R079c44c47f2c45ef"/>
    <p:sldId xmlns:r="http://schemas.openxmlformats.org/officeDocument/2006/relationships" id="267" r:id="Rda78af95187d4efa"/>
    <p:sldId xmlns:r="http://schemas.openxmlformats.org/officeDocument/2006/relationships" id="268" r:id="R38b62717683c45d8"/>
    <p:sldId xmlns:r="http://schemas.openxmlformats.org/officeDocument/2006/relationships" id="269" r:id="R5e70e39ff4394e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5fb1cb4624f61" /><Relationship Type="http://schemas.openxmlformats.org/officeDocument/2006/relationships/slideMaster" Target="/ppt/slideMasters/slideMaster1.xml" Id="R79f1078ae78643e2" /><Relationship Type="http://schemas.openxmlformats.org/officeDocument/2006/relationships/notesMaster" Target="/ppt/notesMasters/notesMaster1.xml" Id="R77cccfd39ef549b7" /><Relationship Type="http://schemas.openxmlformats.org/officeDocument/2006/relationships/presProps" Target="/ppt/presProps.xml" Id="R142c5546293c428c" /><Relationship Type="http://schemas.openxmlformats.org/officeDocument/2006/relationships/tableStyles" Target="/ppt/tableStyles.xml" Id="Rd04ba1847aa04d32" /><Relationship Type="http://schemas.openxmlformats.org/officeDocument/2006/relationships/slide" Target="/ppt/slides/slide1.xml" Id="R099b5e400f584534" /><Relationship Type="http://schemas.openxmlformats.org/officeDocument/2006/relationships/slide" Target="/ppt/slides/slide2.xml" Id="R4370821718c7404c" /><Relationship Type="http://schemas.openxmlformats.org/officeDocument/2006/relationships/slide" Target="/ppt/slides/slide3.xml" Id="R94a363771b5a4246" /><Relationship Type="http://schemas.openxmlformats.org/officeDocument/2006/relationships/slide" Target="/ppt/slides/slide4.xml" Id="R4606f0ffb2fd4e3a" /><Relationship Type="http://schemas.openxmlformats.org/officeDocument/2006/relationships/slide" Target="/ppt/slides/slide5.xml" Id="R0495be63100b4024" /><Relationship Type="http://schemas.openxmlformats.org/officeDocument/2006/relationships/slide" Target="/ppt/slides/slide6.xml" Id="R6d9607e1000b4044" /><Relationship Type="http://schemas.openxmlformats.org/officeDocument/2006/relationships/slide" Target="/ppt/slides/slide7.xml" Id="Rac41ce88a54645bd" /><Relationship Type="http://schemas.openxmlformats.org/officeDocument/2006/relationships/slide" Target="/ppt/slides/slide8.xml" Id="R4da70d526078435e" /><Relationship Type="http://schemas.openxmlformats.org/officeDocument/2006/relationships/slide" Target="/ppt/slides/slide9.xml" Id="Ra608952d04f44d46" /><Relationship Type="http://schemas.openxmlformats.org/officeDocument/2006/relationships/slide" Target="/ppt/slides/slide10.xml" Id="R28405882bf204877" /><Relationship Type="http://schemas.openxmlformats.org/officeDocument/2006/relationships/slide" Target="/ppt/slides/slide11.xml" Id="R079c44c47f2c45ef" /><Relationship Type="http://schemas.openxmlformats.org/officeDocument/2006/relationships/slide" Target="/ppt/slides/slide12.xml" Id="Rda78af95187d4efa" /><Relationship Type="http://schemas.openxmlformats.org/officeDocument/2006/relationships/slide" Target="/ppt/slides/slide13.xml" Id="R38b62717683c45d8" /><Relationship Type="http://schemas.openxmlformats.org/officeDocument/2006/relationships/slide" Target="/ppt/slides/slide14.xml" Id="R5e70e39ff4394e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cbe8f7aa914b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50b276bdf5437a" /><Relationship Type="http://schemas.openxmlformats.org/officeDocument/2006/relationships/notesMaster" Target="/ppt/notesMasters/notesMaster1.xml" Id="R2ed0b4ed7d3743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47258ee03b4280" /><Relationship Type="http://schemas.openxmlformats.org/officeDocument/2006/relationships/notesMaster" Target="/ppt/notesMasters/notesMaster1.xml" Id="Racb04902701440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7e1b18e0d34ea0" /><Relationship Type="http://schemas.openxmlformats.org/officeDocument/2006/relationships/notesMaster" Target="/ppt/notesMasters/notesMaster1.xml" Id="Rfeae651e04fc48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1a4fab137441c1" /><Relationship Type="http://schemas.openxmlformats.org/officeDocument/2006/relationships/notesMaster" Target="/ppt/notesMasters/notesMaster1.xml" Id="R1523216a183046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3708226ec74a29" /><Relationship Type="http://schemas.openxmlformats.org/officeDocument/2006/relationships/notesMaster" Target="/ppt/notesMasters/notesMaster1.xml" Id="Rd0646f5d121b49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c8ff8a9e0d4a8e" /><Relationship Type="http://schemas.openxmlformats.org/officeDocument/2006/relationships/notesMaster" Target="/ppt/notesMasters/notesMaster1.xml" Id="Ra49689b48b6646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6894b7207043d9" /><Relationship Type="http://schemas.openxmlformats.org/officeDocument/2006/relationships/notesMaster" Target="/ppt/notesMasters/notesMaster1.xml" Id="Ra0da1aa5c5da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f18f746ffc4148" /><Relationship Type="http://schemas.openxmlformats.org/officeDocument/2006/relationships/notesMaster" Target="/ppt/notesMasters/notesMaster1.xml" Id="Rcb0c7a717e1144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ceed814f654608" /><Relationship Type="http://schemas.openxmlformats.org/officeDocument/2006/relationships/notesMaster" Target="/ppt/notesMasters/notesMaster1.xml" Id="R4d3dec920b0143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ce077dbd3b4af2" /><Relationship Type="http://schemas.openxmlformats.org/officeDocument/2006/relationships/notesMaster" Target="/ppt/notesMasters/notesMaster1.xml" Id="R62fcd1fc8b184e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bbe1861e2144f7" /><Relationship Type="http://schemas.openxmlformats.org/officeDocument/2006/relationships/notesMaster" Target="/ppt/notesMasters/notesMaster1.xml" Id="Rc6fc382ae0554a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a51c9ae25d42b0" /><Relationship Type="http://schemas.openxmlformats.org/officeDocument/2006/relationships/notesMaster" Target="/ppt/notesMasters/notesMaster1.xml" Id="R0e0833dbf01b41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d90751ffa0466f" /><Relationship Type="http://schemas.openxmlformats.org/officeDocument/2006/relationships/notesMaster" Target="/ppt/notesMasters/notesMaster1.xml" Id="Rcfe239e3347f4f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8fe7a899f44c13" /><Relationship Type="http://schemas.openxmlformats.org/officeDocument/2006/relationships/notesMaster" Target="/ppt/notesMasters/notesMaster1.xml" Id="R77833dd563c244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AIO37.2.. AIO37.2 Text classification using BERT và37.4 câu hỏi liên quan.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[[1,1,0],[1,0,0]]</a:t>
            </a:r>
          </a:p>
          <a:p xmlns:a="http://schemas.openxmlformats.org/drawingml/2006/main">
            <a:r>
              <a:t>Tham khảo: AIO37.2.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[0.5,0.5]</a:t>
            </a:r>
          </a:p>
          <a:p xmlns:a="http://schemas.openxmlformats.org/drawingml/2006/main">
            <a:r>
              <a:t>Tham khảo: AIO37.2.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5.3: BERT và pretrained text encoders</a:t>
            </a:r>
          </a:p>
          <a:p xmlns:a="http://schemas.openxmlformats.org/drawingml/2006/main">
            <a:r>
              <a:t>Nguồn giáo trình: AIO37.2.</a:t>
            </a:r>
          </a:p>
          <a:p xmlns:a="http://schemas.openxmlformats.org/drawingml/2006/main">
            <a:r>
              <a:t>Bài tiếp theo trong nguồn: AIO37.2 Text classification using BERT và37.4 câu hỏi liên quan.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582f252574e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1a47c60a7a48d2" /><Relationship Type="http://schemas.openxmlformats.org/officeDocument/2006/relationships/slideLayout" Target="/ppt/slideLayouts/slideLayout1.xml" Id="R0ef2151c192d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2151c192d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d3572979047e7" /><Relationship Type="http://schemas.openxmlformats.org/officeDocument/2006/relationships/notesSlide" Target="/ppt/notesSlides/notesSlide1.xml" Id="Rc749989e21d340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0822704a94e44" /><Relationship Type="http://schemas.openxmlformats.org/officeDocument/2006/relationships/notesSlide" Target="/ppt/notesSlides/notesSlide2.xml" Id="Rab0c27cc6a9f4a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16049133b435e" /><Relationship Type="http://schemas.openxmlformats.org/officeDocument/2006/relationships/notesSlide" Target="/ppt/notesSlides/notesSlide3.xml" Id="R3d816edf67f84c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de82706fc4e7d" /><Relationship Type="http://schemas.openxmlformats.org/officeDocument/2006/relationships/notesSlide" Target="/ppt/notesSlides/notesSlide4.xml" Id="Rfa4994fe391942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bd2c401ec4e3c" /><Relationship Type="http://schemas.openxmlformats.org/officeDocument/2006/relationships/notesSlide" Target="/ppt/notesSlides/notesSlide5.xml" Id="R171ae191da2340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00ade84534c41" /><Relationship Type="http://schemas.openxmlformats.org/officeDocument/2006/relationships/notesSlide" Target="/ppt/notesSlides/notesSlide6.xml" Id="R71010011764247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1544eb7f4080" /><Relationship Type="http://schemas.openxmlformats.org/officeDocument/2006/relationships/notesSlide" Target="/ppt/notesSlides/notesSlide7.xml" Id="Ra94d11214d8646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0d048d1f2455b" /><Relationship Type="http://schemas.openxmlformats.org/officeDocument/2006/relationships/notesSlide" Target="/ppt/notesSlides/notesSlide8.xml" Id="R2ba083a0c20f4f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d3001842c479a" /><Relationship Type="http://schemas.openxmlformats.org/officeDocument/2006/relationships/notesSlide" Target="/ppt/notesSlides/notesSlide9.xml" Id="Rf1bbc141cbf046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38c2bd3764637" /><Relationship Type="http://schemas.openxmlformats.org/officeDocument/2006/relationships/notesSlide" Target="/ppt/notesSlides/notesSlide10.xml" Id="Rae93621b4b4043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09e98a5bd47a9" /><Relationship Type="http://schemas.openxmlformats.org/officeDocument/2006/relationships/notesSlide" Target="/ppt/notesSlides/notesSlide11.xml" Id="Rd7df8a4b03a143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cc80cf3c64f1f" /><Relationship Type="http://schemas.openxmlformats.org/officeDocument/2006/relationships/notesSlide" Target="/ppt/notesSlides/notesSlide12.xml" Id="R5ebbffcc33594d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580b8cb8e48a8" /><Relationship Type="http://schemas.openxmlformats.org/officeDocument/2006/relationships/notesSlide" Target="/ppt/notesSlides/notesSlide13.xml" Id="Rce55f2d46e8642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76bca04ea491c" /><Relationship Type="http://schemas.openxmlformats.org/officeDocument/2006/relationships/notesSlide" Target="/ppt/notesSlides/notesSlide14.xml" Id="R95f4dd3b4e284e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A9031-D328-470B-AFD0-F3461B38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5.3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61BF7-B006-4CB3-AE22-9F476095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BERT và pretrained text encoders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368F-7393-435B-AD39-D82C753D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Tokenizer khác checkpoint có thể dùng cùng token IDs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FC2F8-6759-4190-8BB3-A39C2280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1/14</a:t>
            </a:r>
          </a:p>
        </p:txBody>
      </p:sp>
    </p:spTree>
    <p:extLst>
      <p:ext uri="{BB962C8B-B14F-4D97-AF65-F5344CB8AC3E}">
        <p14:creationId xmlns:p14="http://schemas.microsoft.com/office/powerpoint/2010/main" val="976874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B9AC1-DE40-46A2-9E1A-1C38FD92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1E7EB-B921-49E9-B993-403D862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BERT pretrained encoder cần đúng tokenizer, attentionmask và 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8A8AA-CCA0-411F-9095-0F15F723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Frozen features khác fine-tune; labelmap thuộcdata/task.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9F59-6292-44D9-BD1C-7348DB5B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Padding/truncation ảnh hưởng information; không nhầm hidden states với logits.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4BF19-336E-49D9-A4D2-FE1ABE8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IDs→embedding→encoder→pooling/head→logits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68B30-573C-41C8-BA3B-797572BF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2/14</a:t>
            </a:r>
          </a:p>
        </p:txBody>
      </p:sp>
    </p:spTree>
    <p:extLst>
      <p:ext uri="{BB962C8B-B14F-4D97-AF65-F5344CB8AC3E}">
        <p14:creationId xmlns:p14="http://schemas.microsoft.com/office/powerpoint/2010/main" val="773904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1EE5F-5985-4F85-A80A-436AF5C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[[1,2,0],[3,0,0]]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pad_id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10D9C-C782-474A-A277-77013DC0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3/14</a:t>
            </a:r>
          </a:p>
        </p:txBody>
      </p:sp>
    </p:spTree>
    <p:extLst>
      <p:ext uri="{BB962C8B-B14F-4D97-AF65-F5344CB8AC3E}">
        <p14:creationId xmlns:p14="http://schemas.microsoft.com/office/powerpoint/2010/main" val="1998248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3A77E-5FB0-40EE-BEF3-0E345CA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C98CE-D44C-4BF4-874E-68C69DED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0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F4624-8535-40C3-B1DF-3B131F1A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4/14</a:t>
            </a:r>
          </a:p>
        </p:txBody>
      </p:sp>
    </p:spTree>
    <p:extLst>
      <p:ext uri="{BB962C8B-B14F-4D97-AF65-F5344CB8AC3E}">
        <p14:creationId xmlns:p14="http://schemas.microsoft.com/office/powerpoint/2010/main" val="452521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B89D-3599-4E1A-908F-15E1592A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FEEE8-48D1-40AC-9D36-E18A2A0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Tiny Transformer encoder minh họa head/mask; KHÔNG giả là BERT pretrained.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embedding=nn.Embedding(8,4,padding_idx=0)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layer=nn.TransformerEncoderLayer(4,2,8,dropout=0,batch_first=True)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classifier=nn.Linear(4,2)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ids=torch.tensor([[1,2,0],[3,4,5]])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pad=(ids==0)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hidden=layer(embedding(ids),src_key_padding_mask=pad)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mask=(~pad).unsqueeze(-1)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pooled=(hidden*mask).sum(1)/mask.sum(1)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logits=classifier(pooled)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26B07-B5AF-4E8B-9A32-F425CC32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AC01A-4DB2-432D-B851-273EFAC6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5.3 · 5/14</a:t>
            </a:r>
          </a:p>
        </p:txBody>
      </p:sp>
    </p:spTree>
    <p:extLst>
      <p:ext uri="{BB962C8B-B14F-4D97-AF65-F5344CB8AC3E}">
        <p14:creationId xmlns:p14="http://schemas.microsoft.com/office/powerpoint/2010/main" val="166010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1A1E6-0D72-4924-8FE7-147923BF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8760F-CE8E-43C3-9D3D-619D5D29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print("IDs shape:",tuple(ids.shape),"padding mask:",pad.tolist())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print("Hidden:",tuple(hidden.shape),"logits:",tuple(logits.shape))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tuple(logits.shape)==(2,2)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BERT thật: tokenizer và checkpoint phải khớp; bert_demo.py có code inference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cache-only.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22D00-BC3E-4B45-A969-CAFB772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11273-CFF4-468B-B8CF-542F3ADA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5.3 · 6/14</a:t>
            </a:r>
          </a:p>
        </p:txBody>
      </p:sp>
    </p:spTree>
    <p:extLst>
      <p:ext uri="{BB962C8B-B14F-4D97-AF65-F5344CB8AC3E}">
        <p14:creationId xmlns:p14="http://schemas.microsoft.com/office/powerpoint/2010/main" val="232609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AB3AA-7631-4545-A6A3-74BA458F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A0F67-13B1-4FB8-BAA9-CBFBBDB6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IDs shape: (2, 3) padding mask: [[False, False, True], [False, False, False]]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Hidden: (2, 3, 4) logits: (2, 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2B46F-18F4-48BA-A4C1-B62D0F6E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7/14</a:t>
            </a:r>
          </a:p>
        </p:txBody>
      </p:sp>
    </p:spTree>
    <p:extLst>
      <p:ext uri="{BB962C8B-B14F-4D97-AF65-F5344CB8AC3E}">
        <p14:creationId xmlns:p14="http://schemas.microsoft.com/office/powerpoint/2010/main" val="1045088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2172C-6D3E-4C3D-B076-6CEA5823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9101D-1C3C-47C2-BF0D-7E8D8FB8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TinyTransformer demo có weights ngẫu nhiên, không phải BERT pretrained.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018FE-1F5E-4C50-BFFA-9552D721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Theo dõi shapes IDs2× 3, hidden2× 3× 4, logits2× 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0C252-0861-4B07-8D0B-C2EC2AF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8/14</a:t>
            </a:r>
          </a:p>
        </p:txBody>
      </p:sp>
    </p:spTree>
    <p:extLst>
      <p:ext uri="{BB962C8B-B14F-4D97-AF65-F5344CB8AC3E}">
        <p14:creationId xmlns:p14="http://schemas.microsoft.com/office/powerpoint/2010/main" val="1150095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0ECAE-6D0F-4743-852F-EB106943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85592-009B-42DE-9097-CAA682C2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Mask1nếu token!=pad_id;0nếupad.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[[1,2,0],[3,0,0]]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pad_id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14F9D-1CCB-4B10-B9C1-EEA2AB21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9/14</a:t>
            </a:r>
          </a:p>
        </p:txBody>
      </p:sp>
    </p:spTree>
    <p:extLst>
      <p:ext uri="{BB962C8B-B14F-4D97-AF65-F5344CB8AC3E}">
        <p14:creationId xmlns:p14="http://schemas.microsoft.com/office/powerpoint/2010/main" val="1857759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B9D4F-021D-426C-A129-C4727B3B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D1266-C90C-429D-9E9D-D66B303C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Mean token vectors chỉ tại mask=1; nếu toàn0 trảzero vector.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[[1,0],[0,1],[9,9]]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7BB38-1A9E-4FA0-9C10-8FD8974B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10/14</a:t>
            </a:r>
          </a:p>
        </p:txBody>
      </p:sp>
    </p:spTree>
    <p:extLst>
      <p:ext uri="{BB962C8B-B14F-4D97-AF65-F5344CB8AC3E}">
        <p14:creationId xmlns:p14="http://schemas.microsoft.com/office/powerpoint/2010/main" val="1960600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4CF3E-2A13-4012-B296-51450E5B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5BF9C-A7D6-4C63-98C5-91AC8C76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Mask1nếu token!=pad_id;0nếupad.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8FB7D-52A7-4A6D-BD0A-D6A8FBB2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ids: nxL integer; pad_id: integer.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272D7-AC4E-4FC8-AD8D-3FF4125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9A866-7ADC-4C88-BE9F-7F5791B4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11/14</a:t>
            </a:r>
          </a:p>
        </p:txBody>
      </p:sp>
    </p:spTree>
    <p:extLst>
      <p:ext uri="{BB962C8B-B14F-4D97-AF65-F5344CB8AC3E}">
        <p14:creationId xmlns:p14="http://schemas.microsoft.com/office/powerpoint/2010/main" val="1455613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8F648-3957-4BFE-89E7-BC3245C2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933A5-2ACA-4E48-B9DF-FFA1C505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token vectors chỉ tại mask=1; nếu toàn0 trảzero vector.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27255-E62E-421F-AE75-A6029AF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tokens: nxd; mask: n0/1.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A4543-1988-4C69-A3A8-BD3C82BD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725E8-8A53-48B9-A58D-EAFD93A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12/14</a:t>
            </a:r>
          </a:p>
        </p:txBody>
      </p:sp>
    </p:spTree>
    <p:extLst>
      <p:ext uri="{BB962C8B-B14F-4D97-AF65-F5344CB8AC3E}">
        <p14:creationId xmlns:p14="http://schemas.microsoft.com/office/powerpoint/2010/main" val="615434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BB09B-77A3-4393-B0AD-19C198B2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248AB-631E-4F3B-A578-E556997E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Text encoder và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DFB71-AD9A-4670-AA51-C73AB18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text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F3097-12C3-4D76-BF8E-05EDCB2F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MacroF1đúng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F2074-E312-4DE6-A3A3-6F8F5DCD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E2B2B-901D-464E-8F5B-85E2FA5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13/14</a:t>
            </a:r>
          </a:p>
        </p:txBody>
      </p:sp>
    </p:spTree>
    <p:extLst>
      <p:ext uri="{BB962C8B-B14F-4D97-AF65-F5344CB8AC3E}">
        <p14:creationId xmlns:p14="http://schemas.microsoft.com/office/powerpoint/2010/main" val="1319623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D262D-3A11-4421-B066-5FED3C1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3D773-9185-4918-9E3D-405BF71D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Theo dõi shapes IDs2× 3, hidden2× 3× 4, logits2×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158D1-2315-460C-B95B-0FD927B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AIO37.2.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0B50C-AF53-46EC-A52D-F03F56EA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AIO37.2 Text classification using BERT và37.4 câu hỏi liên quan.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5324A-6683-4D97-B4A1-470382F7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5.3 · 14/14</a:t>
            </a:r>
          </a:p>
        </p:txBody>
      </p:sp>
    </p:spTree>
    <p:extLst>
      <p:ext uri="{BB962C8B-B14F-4D97-AF65-F5344CB8AC3E}">
        <p14:creationId xmlns:p14="http://schemas.microsoft.com/office/powerpoint/2010/main" val="1694930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2026-10-01T09:39:58.7370000Z</dcterms:created>
  <dcterms:modified xsi:type="dcterms:W3CDTF">2026-10-01T09:39:58.7370000Z</dcterms:modified>
</coreProperties>
</file>