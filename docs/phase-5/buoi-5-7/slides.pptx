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28eedfbc24536" /><Relationship Type="http://schemas.openxmlformats.org/officeDocument/2006/relationships/extended-properties" Target="/docProps/app.xml" Id="R3cf90b01945f416a" /><Relationship Type="http://schemas.openxmlformats.org/officeDocument/2006/relationships/officeDocument" Target="/ppt/presentation.xml" Id="R17c4e77080b547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779f02c5ab4b32"/>
  </p:sldMasterIdLst>
  <p:notesMasterIdLst>
    <p:notesMasterId xmlns:r="http://schemas.openxmlformats.org/officeDocument/2006/relationships" r:id="Rb901e8d9dcb244bf"/>
  </p:notesMasterIdLst>
  <p:sldIdLst>
    <p:sldId xmlns:r="http://schemas.openxmlformats.org/officeDocument/2006/relationships" id="256" r:id="Rbf07400a37054fe8"/>
    <p:sldId xmlns:r="http://schemas.openxmlformats.org/officeDocument/2006/relationships" id="257" r:id="R13d2e04de1da4d62"/>
    <p:sldId xmlns:r="http://schemas.openxmlformats.org/officeDocument/2006/relationships" id="258" r:id="Rf5eaeefb15f74ece"/>
    <p:sldId xmlns:r="http://schemas.openxmlformats.org/officeDocument/2006/relationships" id="259" r:id="R224f7567f0e540db"/>
    <p:sldId xmlns:r="http://schemas.openxmlformats.org/officeDocument/2006/relationships" id="260" r:id="R8f8e7d4315ad43d5"/>
    <p:sldId xmlns:r="http://schemas.openxmlformats.org/officeDocument/2006/relationships" id="261" r:id="Rf7f5c2ab405f40af"/>
    <p:sldId xmlns:r="http://schemas.openxmlformats.org/officeDocument/2006/relationships" id="262" r:id="Ra34f537b924445d1"/>
    <p:sldId xmlns:r="http://schemas.openxmlformats.org/officeDocument/2006/relationships" id="263" r:id="R59e2ea7d88ea4fe6"/>
    <p:sldId xmlns:r="http://schemas.openxmlformats.org/officeDocument/2006/relationships" id="264" r:id="Rd94710dbf790456e"/>
    <p:sldId xmlns:r="http://schemas.openxmlformats.org/officeDocument/2006/relationships" id="265" r:id="R78e9de9b12994eb5"/>
    <p:sldId xmlns:r="http://schemas.openxmlformats.org/officeDocument/2006/relationships" id="266" r:id="R4d385a9d3ac24491"/>
    <p:sldId xmlns:r="http://schemas.openxmlformats.org/officeDocument/2006/relationships" id="267" r:id="Rcd8de7dd31db4e25"/>
    <p:sldId xmlns:r="http://schemas.openxmlformats.org/officeDocument/2006/relationships" id="268" r:id="R31ceb56cc9d642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7fd61e54e4b2e" /><Relationship Type="http://schemas.openxmlformats.org/officeDocument/2006/relationships/slideMaster" Target="/ppt/slideMasters/slideMaster1.xml" Id="R24779f02c5ab4b32" /><Relationship Type="http://schemas.openxmlformats.org/officeDocument/2006/relationships/notesMaster" Target="/ppt/notesMasters/notesMaster1.xml" Id="Rb901e8d9dcb244bf" /><Relationship Type="http://schemas.openxmlformats.org/officeDocument/2006/relationships/presProps" Target="/ppt/presProps.xml" Id="R8f60324a78994a26" /><Relationship Type="http://schemas.openxmlformats.org/officeDocument/2006/relationships/tableStyles" Target="/ppt/tableStyles.xml" Id="R8206ed181af64b20" /><Relationship Type="http://schemas.openxmlformats.org/officeDocument/2006/relationships/slide" Target="/ppt/slides/slide1.xml" Id="Rbf07400a37054fe8" /><Relationship Type="http://schemas.openxmlformats.org/officeDocument/2006/relationships/slide" Target="/ppt/slides/slide2.xml" Id="R13d2e04de1da4d62" /><Relationship Type="http://schemas.openxmlformats.org/officeDocument/2006/relationships/slide" Target="/ppt/slides/slide3.xml" Id="Rf5eaeefb15f74ece" /><Relationship Type="http://schemas.openxmlformats.org/officeDocument/2006/relationships/slide" Target="/ppt/slides/slide4.xml" Id="R224f7567f0e540db" /><Relationship Type="http://schemas.openxmlformats.org/officeDocument/2006/relationships/slide" Target="/ppt/slides/slide5.xml" Id="R8f8e7d4315ad43d5" /><Relationship Type="http://schemas.openxmlformats.org/officeDocument/2006/relationships/slide" Target="/ppt/slides/slide6.xml" Id="Rf7f5c2ab405f40af" /><Relationship Type="http://schemas.openxmlformats.org/officeDocument/2006/relationships/slide" Target="/ppt/slides/slide7.xml" Id="Ra34f537b924445d1" /><Relationship Type="http://schemas.openxmlformats.org/officeDocument/2006/relationships/slide" Target="/ppt/slides/slide8.xml" Id="R59e2ea7d88ea4fe6" /><Relationship Type="http://schemas.openxmlformats.org/officeDocument/2006/relationships/slide" Target="/ppt/slides/slide9.xml" Id="Rd94710dbf790456e" /><Relationship Type="http://schemas.openxmlformats.org/officeDocument/2006/relationships/slide" Target="/ppt/slides/slide10.xml" Id="R78e9de9b12994eb5" /><Relationship Type="http://schemas.openxmlformats.org/officeDocument/2006/relationships/slide" Target="/ppt/slides/slide11.xml" Id="R4d385a9d3ac24491" /><Relationship Type="http://schemas.openxmlformats.org/officeDocument/2006/relationships/slide" Target="/ppt/slides/slide12.xml" Id="Rcd8de7dd31db4e25" /><Relationship Type="http://schemas.openxmlformats.org/officeDocument/2006/relationships/slide" Target="/ppt/slides/slide13.xml" Id="R31ceb56cc9d642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085628f98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e5b024e46473b" /><Relationship Type="http://schemas.openxmlformats.org/officeDocument/2006/relationships/notesMaster" Target="/ppt/notesMasters/notesMaster1.xml" Id="R77dddd9d111a4c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ab510ef1054c42" /><Relationship Type="http://schemas.openxmlformats.org/officeDocument/2006/relationships/notesMaster" Target="/ppt/notesMasters/notesMaster1.xml" Id="R93a994668ee1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4b6e93b31a47b2" /><Relationship Type="http://schemas.openxmlformats.org/officeDocument/2006/relationships/notesMaster" Target="/ppt/notesMasters/notesMaster1.xml" Id="R39ee68cd86ca44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3a83f383d64fbc" /><Relationship Type="http://schemas.openxmlformats.org/officeDocument/2006/relationships/notesMaster" Target="/ppt/notesMasters/notesMaster1.xml" Id="Rfa26eedb355246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69c7eb4714818" /><Relationship Type="http://schemas.openxmlformats.org/officeDocument/2006/relationships/notesMaster" Target="/ppt/notesMasters/notesMaster1.xml" Id="Rf77b9921eea94b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a389ed0b2441f0" /><Relationship Type="http://schemas.openxmlformats.org/officeDocument/2006/relationships/notesMaster" Target="/ppt/notesMasters/notesMaster1.xml" Id="Rc78853f9032344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c41afbfe24409e" /><Relationship Type="http://schemas.openxmlformats.org/officeDocument/2006/relationships/notesMaster" Target="/ppt/notesMasters/notesMaster1.xml" Id="Ra578e011b17242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91f96ac864ba6" /><Relationship Type="http://schemas.openxmlformats.org/officeDocument/2006/relationships/notesMaster" Target="/ppt/notesMasters/notesMaster1.xml" Id="R19ee9fe7161b40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2fe10f102c4a8b" /><Relationship Type="http://schemas.openxmlformats.org/officeDocument/2006/relationships/notesMaster" Target="/ppt/notesMasters/notesMaster1.xml" Id="R70c58f777a3c43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0e753dc8346a9" /><Relationship Type="http://schemas.openxmlformats.org/officeDocument/2006/relationships/notesMaster" Target="/ppt/notesMasters/notesMaster1.xml" Id="Rf190ca71dbcb45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7b4151e5224919" /><Relationship Type="http://schemas.openxmlformats.org/officeDocument/2006/relationships/notesMaster" Target="/ppt/notesMasters/notesMaster1.xml" Id="R2d3c45266ed94f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f033bd1bf94dd5" /><Relationship Type="http://schemas.openxmlformats.org/officeDocument/2006/relationships/notesMaster" Target="/ppt/notesMasters/notesMaster1.xml" Id="R824d54baf81942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6db5fde7b3433b" /><Relationship Type="http://schemas.openxmlformats.org/officeDocument/2006/relationships/notesMaster" Target="/ppt/notesMasters/notesMaster1.xml" Id="Rdb1d15fce8ed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AIO57; AIO39 VQA; syllabus LMs.. AIO57.3 câu hỏi về prompting; AIO39.2 chương trình Visual Question Answering và39.3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[true,false,false]</a:t>
            </a:r>
          </a:p>
          <a:p xmlns:a="http://schemas.openxmlformats.org/drawingml/2006/main">
            <a:r>
              <a:t>Tham khảo: AIO57; AIO39 VQA; syllabus LMs.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{"X":[[2],[3]],"y":[5,7]}</a:t>
            </a:r>
          </a:p>
          <a:p xmlns:a="http://schemas.openxmlformats.org/drawingml/2006/main">
            <a:r>
              <a:t>Tham khảo: AIO57; AIO39 VQA; syllabus LMs.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5.7: Pretrained LMs, prompting và VLM</a:t>
            </a:r>
          </a:p>
          <a:p xmlns:a="http://schemas.openxmlformats.org/drawingml/2006/main">
            <a:r>
              <a:t>Nguồn giáo trình: AIO57; AIO39 VQA; syllabus LMs.</a:t>
            </a:r>
          </a:p>
          <a:p xmlns:a="http://schemas.openxmlformats.org/drawingml/2006/main">
            <a:r>
              <a:t>Bài tiếp theo trong nguồn: AIO57.3 câu hỏi về prompting; AIO39.2 chương trình Visual Question Answering và39.3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1fc85b9ca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7d7f3704840a0" /><Relationship Type="http://schemas.openxmlformats.org/officeDocument/2006/relationships/slideLayout" Target="/ppt/slideLayouts/slideLayout1.xml" Id="Re948b025bed5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48b025bed5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e781c8f074326" /><Relationship Type="http://schemas.openxmlformats.org/officeDocument/2006/relationships/notesSlide" Target="/ppt/notesSlides/notesSlide1.xml" Id="R3c579300b86a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a1e2f233b441e" /><Relationship Type="http://schemas.openxmlformats.org/officeDocument/2006/relationships/notesSlide" Target="/ppt/notesSlides/notesSlide2.xml" Id="R0b57be7a31bb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d6a3126e14dad" /><Relationship Type="http://schemas.openxmlformats.org/officeDocument/2006/relationships/notesSlide" Target="/ppt/notesSlides/notesSlide3.xml" Id="R7657f421c055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e904ab9d497e" /><Relationship Type="http://schemas.openxmlformats.org/officeDocument/2006/relationships/notesSlide" Target="/ppt/notesSlides/notesSlide4.xml" Id="Rc59d37dd3b53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37e6d9c164edf" /><Relationship Type="http://schemas.openxmlformats.org/officeDocument/2006/relationships/notesSlide" Target="/ppt/notesSlides/notesSlide5.xml" Id="Rdd3a113d0f37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6a2bfcad9456d" /><Relationship Type="http://schemas.openxmlformats.org/officeDocument/2006/relationships/notesSlide" Target="/ppt/notesSlides/notesSlide6.xml" Id="R106606c1894e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43452264541e6" /><Relationship Type="http://schemas.openxmlformats.org/officeDocument/2006/relationships/notesSlide" Target="/ppt/notesSlides/notesSlide7.xml" Id="Rdd9db2c1cea543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684819fd44abc" /><Relationship Type="http://schemas.openxmlformats.org/officeDocument/2006/relationships/notesSlide" Target="/ppt/notesSlides/notesSlide8.xml" Id="R415e73ef5a2242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2b097df024acd" /><Relationship Type="http://schemas.openxmlformats.org/officeDocument/2006/relationships/notesSlide" Target="/ppt/notesSlides/notesSlide9.xml" Id="R6b2a2af855a64f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c77d224641e8" /><Relationship Type="http://schemas.openxmlformats.org/officeDocument/2006/relationships/notesSlide" Target="/ppt/notesSlides/notesSlide10.xml" Id="Rbf95c1f97fc84c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b4924ba14f90" /><Relationship Type="http://schemas.openxmlformats.org/officeDocument/2006/relationships/notesSlide" Target="/ppt/notesSlides/notesSlide11.xml" Id="R983ddc65d7404b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ac374219d463f" /><Relationship Type="http://schemas.openxmlformats.org/officeDocument/2006/relationships/notesSlide" Target="/ppt/notesSlides/notesSlide12.xml" Id="R9504206cc2d443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da03d818e4ffc" /><Relationship Type="http://schemas.openxmlformats.org/officeDocument/2006/relationships/notesSlide" Target="/ppt/notesSlides/notesSlide13.xml" Id="R2173f8eb3cb0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D3EDD-AC2C-4853-8358-1224F87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E7261-9926-4ED0-8484-D175E01B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Pretrained LMs, prompting và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E156E-3CC2-4341-816C-BC0D6B1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Một câu trả lời đúng ý nhưng sai schema có nộp được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86AE1-8723-4AEA-8A23-6CF4801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1/13</a:t>
            </a:r>
          </a:p>
        </p:txBody>
      </p:sp>
    </p:spTree>
    <p:extLst>
      <p:ext uri="{BB962C8B-B14F-4D97-AF65-F5344CB8AC3E}">
        <p14:creationId xmlns:p14="http://schemas.microsoft.com/office/powerpoint/2010/main" val="1275500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96497-F637-4CDB-B5E6-66607531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97CD-66DD-4175-80BF-72C9CAA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Prompt quy định task/context/output; source và model version cầnrõ.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8DB8E-2B4C-4D7B-91B0-B2A7E9D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Validate structuredoutput, labelmap vàgrounding; VLM có thêm image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1E88E-25BE-4753-BDA8-319833F2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API được đề cấp mới dùng; syllabus nêuAPI không cấp phép dùng ởmọikỳthi.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E2749-6ACC-44F4-BF29-D9562F65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valid output = đúngschema + đúnglabel/task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69085-928A-412C-808F-7047FF1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2/13</a:t>
            </a:r>
          </a:p>
        </p:txBody>
      </p:sp>
    </p:spTree>
    <p:extLst>
      <p:ext uri="{BB962C8B-B14F-4D97-AF65-F5344CB8AC3E}">
        <p14:creationId xmlns:p14="http://schemas.microsoft.com/office/powerpoint/2010/main" val="464632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EC79F-56B9-45BA-8DDD-1F1A9318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objects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[{"label":"weather"},{"label":"music"},"weather"]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allowed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["weather","sport"]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F867A-AA96-4DAC-852C-13F14CCA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3/13</a:t>
            </a:r>
          </a:p>
        </p:txBody>
      </p:sp>
    </p:spTree>
    <p:extLst>
      <p:ext uri="{BB962C8B-B14F-4D97-AF65-F5344CB8AC3E}">
        <p14:creationId xmlns:p14="http://schemas.microsoft.com/office/powerpoint/2010/main" val="1072688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9C9DD-FEE9-427D-A101-7677C219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A0DF8-465C-4CF3-B6C7-ED1CA669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true,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false,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false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16A98-3A8F-4B51-B1CE-F39AFD1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4/13</a:t>
            </a:r>
          </a:p>
        </p:txBody>
      </p:sp>
    </p:spTree>
    <p:extLst>
      <p:ext uri="{BB962C8B-B14F-4D97-AF65-F5344CB8AC3E}">
        <p14:creationId xmlns:p14="http://schemas.microsoft.com/office/powerpoint/2010/main" val="1332778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FBD77-BB3E-4CDB-9DA7-348BEB9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0EC71-B2E9-4207-950E-9CCE072E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Không gọi API: minh họa hợp đồng structured output trong lab lớp.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allowed={"weather","sport"}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responses=['{"label":"weather"}','{"label":"music"}','label: sport']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text in responses: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try: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obj=json.loads(text)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if set(obj)!={"label"} or obj["label"] not in allowed: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raise ValueError("Sai schema/label")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print("Hợp lệ:",obj["label"])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except (ValueError,TypeError,json.JSONDecodeError):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print("Không hợp lệ:",text)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VLM thật có ảnh+question; không chỉ một câu text. Nguồn AIO39 có ví dụ đầy đủ.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C3146-D796-4EB3-94A7-EC585EC9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83785-8765-475D-AA8F-A7195CDE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5.7 · 5/13</a:t>
            </a:r>
          </a:p>
        </p:txBody>
      </p:sp>
    </p:spTree>
    <p:extLst>
      <p:ext uri="{BB962C8B-B14F-4D97-AF65-F5344CB8AC3E}">
        <p14:creationId xmlns:p14="http://schemas.microsoft.com/office/powerpoint/2010/main" val="96925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BBFE8-2F95-487A-809D-79C7CFF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2E46C-2A77-487E-A152-951B8B79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Hợp lệ: weather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Không hợp lệ: {"label":"music"}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Không hợp lệ: label: 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838D5-956D-49AC-9ADE-A594709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6/13</a:t>
            </a:r>
          </a:p>
        </p:txBody>
      </p:sp>
    </p:spTree>
    <p:extLst>
      <p:ext uri="{BB962C8B-B14F-4D97-AF65-F5344CB8AC3E}">
        <p14:creationId xmlns:p14="http://schemas.microsoft.com/office/powerpoint/2010/main" val="28121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2A01A-25C1-447A-8DAD-B24528C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7E0A9-EE6B-4356-BF59-6772E718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đưa dữ liệu test riêng sangAPI hoặc tinoutput màkhôngparse.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0A901-A4CA-47DA-B323-56ED876F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Phân biệt JSON hợp lệ, sailabel, và chuỗi không phải JSON.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59518-A07A-4A9D-B520-2D73078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7/13</a:t>
            </a:r>
          </a:p>
        </p:txBody>
      </p:sp>
    </p:spTree>
    <p:extLst>
      <p:ext uri="{BB962C8B-B14F-4D97-AF65-F5344CB8AC3E}">
        <p14:creationId xmlns:p14="http://schemas.microsoft.com/office/powerpoint/2010/main" val="832814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09AF7-96D6-4201-8637-BBAB76C4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52B48-9531-4053-93D2-28CF2FC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Check parsedobjects: dictđúngduynhất keylabel và label trongallowed; invalid→false.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objects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[{"label":"weather"},{"label":"music"},"weather"]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allowed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["weather","sport"]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35405-85E5-4E53-BCC4-87DA90F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8/13</a:t>
            </a:r>
          </a:p>
        </p:txBody>
      </p:sp>
    </p:spTree>
    <p:extLst>
      <p:ext uri="{BB962C8B-B14F-4D97-AF65-F5344CB8AC3E}">
        <p14:creationId xmlns:p14="http://schemas.microsoft.com/office/powerpoint/2010/main" val="1201072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8BC1-B9D5-4ABB-BC19-4FB8EE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9425-70D7-4A23-85F2-E85CE7DF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Tách target khỏi records, giữ features theo danh sách tên cột đã cấp.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[{"x":2,"y":5},{"x":3,"y":7}]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["x"]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"y"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FCABD-BCBE-4B81-8E18-5C20D3D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9/13</a:t>
            </a:r>
          </a:p>
        </p:txBody>
      </p:sp>
    </p:spTree>
    <p:extLst>
      <p:ext uri="{BB962C8B-B14F-4D97-AF65-F5344CB8AC3E}">
        <p14:creationId xmlns:p14="http://schemas.microsoft.com/office/powerpoint/2010/main" val="1841034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2BA88-D6EA-4D8F-B1A6-26C7944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5A299-FB55-449B-9444-C4E7E38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Check parsedobjects: dictđúngduynhất keylabel và label trongallowed; invalid→false.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CD6FB-BC05-4444-8BE4-EDC7C93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objects: listJSONvalues; allowed: liststrings.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77C52-B187-40F6-833D-168FDB8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0435-218E-4440-8CA1-31BDCA7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10/13</a:t>
            </a:r>
          </a:p>
        </p:txBody>
      </p:sp>
    </p:spTree>
    <p:extLst>
      <p:ext uri="{BB962C8B-B14F-4D97-AF65-F5344CB8AC3E}">
        <p14:creationId xmlns:p14="http://schemas.microsoft.com/office/powerpoint/2010/main" val="2077987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E750F-45B4-418F-89CE-45659D3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FAA89-1FFD-4753-A032-0349213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Tách target khỏi records, giữ features theo danh sách tên cột đã cấp.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51276-1750-4330-9A94-1FD983FD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rows: list dict; features: list tên; target: tên khác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EB8DA-BE69-4AB2-9616-68D3060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24E5C-9E3C-4373-9521-F5B0F102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11/13</a:t>
            </a:r>
          </a:p>
        </p:txBody>
      </p:sp>
    </p:spTree>
    <p:extLst>
      <p:ext uri="{BB962C8B-B14F-4D97-AF65-F5344CB8AC3E}">
        <p14:creationId xmlns:p14="http://schemas.microsoft.com/office/powerpoint/2010/main" val="1634554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EE828-D47F-4EAB-B336-E7F8E6C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BCC2B-8B36-4457-9FF2-4BDEF7DD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Phân loại và structured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4296D-7A20-48F6-A05B-A7067926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text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E3518-9000-4A36-ADDA-44FD7ED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MacroF1đúng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D6C46-936D-4EA5-874A-E51C4A38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5D7F5-345A-40CD-A99D-B4BBDB8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12/13</a:t>
            </a:r>
          </a:p>
        </p:txBody>
      </p:sp>
    </p:spTree>
    <p:extLst>
      <p:ext uri="{BB962C8B-B14F-4D97-AF65-F5344CB8AC3E}">
        <p14:creationId xmlns:p14="http://schemas.microsoft.com/office/powerpoint/2010/main" val="1510941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7061B-B1FB-4CDC-8C90-331EF831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9EB60-5ED0-41F4-B3E0-905D711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Phân biệt JSON hợp lệ, sailabel, và chuỗi không phải JSON.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C291D-1166-4925-B862-AA84253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AIO57; AIO39 VQA; syllabus LMs.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4B0C1-CDF7-483C-9918-ED2A7942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AIO57.3 câu hỏi về prompting; AIO39.2 chương trình Visual Question Answering và39.3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EF611-F5F6-43C5-B9AC-75C7550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5.7 · 13/13</a:t>
            </a:r>
          </a:p>
        </p:txBody>
      </p:sp>
    </p:spTree>
    <p:extLst>
      <p:ext uri="{BB962C8B-B14F-4D97-AF65-F5344CB8AC3E}">
        <p14:creationId xmlns:p14="http://schemas.microsoft.com/office/powerpoint/2010/main" val="826485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2026-10-01T09:01:07.5650000Z</dcterms:created>
  <dcterms:modified xsi:type="dcterms:W3CDTF">2026-10-01T09:01:07.5650000Z</dcterms:modified>
</coreProperties>
</file>