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a7eee3dd4b43e4" /><Relationship Type="http://schemas.openxmlformats.org/officeDocument/2006/relationships/extended-properties" Target="/docProps/app.xml" Id="Rc1ad52293ed6408b" /><Relationship Type="http://schemas.openxmlformats.org/officeDocument/2006/relationships/officeDocument" Target="/ppt/presentation.xml" Id="R3cc3069f9f3e41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7b56eba0754a87"/>
  </p:sldMasterIdLst>
  <p:notesMasterIdLst>
    <p:notesMasterId xmlns:r="http://schemas.openxmlformats.org/officeDocument/2006/relationships" r:id="R81bca7a5cfe9429a"/>
  </p:notesMasterIdLst>
  <p:sldIdLst>
    <p:sldId xmlns:r="http://schemas.openxmlformats.org/officeDocument/2006/relationships" id="256" r:id="R091f802585124219"/>
    <p:sldId xmlns:r="http://schemas.openxmlformats.org/officeDocument/2006/relationships" id="257" r:id="R6fad6f6b92ee4025"/>
    <p:sldId xmlns:r="http://schemas.openxmlformats.org/officeDocument/2006/relationships" id="258" r:id="Rcaf3c54394e24968"/>
    <p:sldId xmlns:r="http://schemas.openxmlformats.org/officeDocument/2006/relationships" id="259" r:id="R16bfc5300b49477f"/>
    <p:sldId xmlns:r="http://schemas.openxmlformats.org/officeDocument/2006/relationships" id="260" r:id="R4e87e5f294314a86"/>
    <p:sldId xmlns:r="http://schemas.openxmlformats.org/officeDocument/2006/relationships" id="261" r:id="R6f020e0494c348b5"/>
    <p:sldId xmlns:r="http://schemas.openxmlformats.org/officeDocument/2006/relationships" id="262" r:id="R749ca9ba8a3a4aa8"/>
    <p:sldId xmlns:r="http://schemas.openxmlformats.org/officeDocument/2006/relationships" id="263" r:id="R28d1baa1b0e64daa"/>
    <p:sldId xmlns:r="http://schemas.openxmlformats.org/officeDocument/2006/relationships" id="264" r:id="R2ea22f0699904c56"/>
    <p:sldId xmlns:r="http://schemas.openxmlformats.org/officeDocument/2006/relationships" id="265" r:id="Rd4417832139f4602"/>
    <p:sldId xmlns:r="http://schemas.openxmlformats.org/officeDocument/2006/relationships" id="266" r:id="R97bdacbae9d84952"/>
    <p:sldId xmlns:r="http://schemas.openxmlformats.org/officeDocument/2006/relationships" id="267" r:id="R8f7fdabb835e431b"/>
    <p:sldId xmlns:r="http://schemas.openxmlformats.org/officeDocument/2006/relationships" id="268" r:id="Rfde3b164ed0949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20b3e479054c4c" /><Relationship Type="http://schemas.openxmlformats.org/officeDocument/2006/relationships/slideMaster" Target="/ppt/slideMasters/slideMaster1.xml" Id="R0e7b56eba0754a87" /><Relationship Type="http://schemas.openxmlformats.org/officeDocument/2006/relationships/notesMaster" Target="/ppt/notesMasters/notesMaster1.xml" Id="R81bca7a5cfe9429a" /><Relationship Type="http://schemas.openxmlformats.org/officeDocument/2006/relationships/presProps" Target="/ppt/presProps.xml" Id="R70c74b2e6d4f4e49" /><Relationship Type="http://schemas.openxmlformats.org/officeDocument/2006/relationships/tableStyles" Target="/ppt/tableStyles.xml" Id="R7bcb19b23b89408b" /><Relationship Type="http://schemas.openxmlformats.org/officeDocument/2006/relationships/slide" Target="/ppt/slides/slide1.xml" Id="R091f802585124219" /><Relationship Type="http://schemas.openxmlformats.org/officeDocument/2006/relationships/slide" Target="/ppt/slides/slide2.xml" Id="R6fad6f6b92ee4025" /><Relationship Type="http://schemas.openxmlformats.org/officeDocument/2006/relationships/slide" Target="/ppt/slides/slide3.xml" Id="Rcaf3c54394e24968" /><Relationship Type="http://schemas.openxmlformats.org/officeDocument/2006/relationships/slide" Target="/ppt/slides/slide4.xml" Id="R16bfc5300b49477f" /><Relationship Type="http://schemas.openxmlformats.org/officeDocument/2006/relationships/slide" Target="/ppt/slides/slide5.xml" Id="R4e87e5f294314a86" /><Relationship Type="http://schemas.openxmlformats.org/officeDocument/2006/relationships/slide" Target="/ppt/slides/slide6.xml" Id="R6f020e0494c348b5" /><Relationship Type="http://schemas.openxmlformats.org/officeDocument/2006/relationships/slide" Target="/ppt/slides/slide7.xml" Id="R749ca9ba8a3a4aa8" /><Relationship Type="http://schemas.openxmlformats.org/officeDocument/2006/relationships/slide" Target="/ppt/slides/slide8.xml" Id="R28d1baa1b0e64daa" /><Relationship Type="http://schemas.openxmlformats.org/officeDocument/2006/relationships/slide" Target="/ppt/slides/slide9.xml" Id="R2ea22f0699904c56" /><Relationship Type="http://schemas.openxmlformats.org/officeDocument/2006/relationships/slide" Target="/ppt/slides/slide10.xml" Id="Rd4417832139f4602" /><Relationship Type="http://schemas.openxmlformats.org/officeDocument/2006/relationships/slide" Target="/ppt/slides/slide11.xml" Id="R97bdacbae9d84952" /><Relationship Type="http://schemas.openxmlformats.org/officeDocument/2006/relationships/slide" Target="/ppt/slides/slide12.xml" Id="R8f7fdabb835e431b" /><Relationship Type="http://schemas.openxmlformats.org/officeDocument/2006/relationships/slide" Target="/ppt/slides/slide13.xml" Id="Rfde3b164ed0949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dd2204d46e45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c9462ab69a4df5" /><Relationship Type="http://schemas.openxmlformats.org/officeDocument/2006/relationships/notesMaster" Target="/ppt/notesMasters/notesMaster1.xml" Id="Rfe2910406abc41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c886165d754317" /><Relationship Type="http://schemas.openxmlformats.org/officeDocument/2006/relationships/notesMaster" Target="/ppt/notesMasters/notesMaster1.xml" Id="Ra59740335b9547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54135cc1fc49df" /><Relationship Type="http://schemas.openxmlformats.org/officeDocument/2006/relationships/notesMaster" Target="/ppt/notesMasters/notesMaster1.xml" Id="R1834bd52b70b44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d80628134e4e38" /><Relationship Type="http://schemas.openxmlformats.org/officeDocument/2006/relationships/notesMaster" Target="/ppt/notesMasters/notesMaster1.xml" Id="R4344870da49345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cfa3d3cb2b41e0" /><Relationship Type="http://schemas.openxmlformats.org/officeDocument/2006/relationships/notesMaster" Target="/ppt/notesMasters/notesMaster1.xml" Id="R0033669b80124c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011a616edf4065" /><Relationship Type="http://schemas.openxmlformats.org/officeDocument/2006/relationships/notesMaster" Target="/ppt/notesMasters/notesMaster1.xml" Id="Rcbe77a39e6574c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012b0e7baa4ab8" /><Relationship Type="http://schemas.openxmlformats.org/officeDocument/2006/relationships/notesMaster" Target="/ppt/notesMasters/notesMaster1.xml" Id="R8f2eb22ae74e4b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d762d0c1c241af" /><Relationship Type="http://schemas.openxmlformats.org/officeDocument/2006/relationships/notesMaster" Target="/ppt/notesMasters/notesMaster1.xml" Id="Reed6666a993f4a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db44f7a2434e8d" /><Relationship Type="http://schemas.openxmlformats.org/officeDocument/2006/relationships/notesMaster" Target="/ppt/notesMasters/notesMaster1.xml" Id="R27eec82e636846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4e5a5aa53e436d" /><Relationship Type="http://schemas.openxmlformats.org/officeDocument/2006/relationships/notesMaster" Target="/ppt/notesMasters/notesMaster1.xml" Id="R086073fbcd0741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8261996b1540e5" /><Relationship Type="http://schemas.openxmlformats.org/officeDocument/2006/relationships/notesMaster" Target="/ppt/notesMasters/notesMaster1.xml" Id="R9925acf141524c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fa6fa7ed214a6b" /><Relationship Type="http://schemas.openxmlformats.org/officeDocument/2006/relationships/notesMaster" Target="/ppt/notesMasters/notesMaster1.xml" Id="Rd517356f48674b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436d34f3374956" /><Relationship Type="http://schemas.openxmlformats.org/officeDocument/2006/relationships/notesMaster" Target="/ppt/notesMasters/notesMaster1.xml" Id="R9c54fe28ad7241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AIO56; AIO48 sinh thơ.. AIO56.2 câu hỏi trắc nghiệm; thực hành trong AIO48 để nối language modeling với text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5.5: Language modeling</a:t>
            </a:r>
          </a:p>
          <a:p xmlns:a="http://schemas.openxmlformats.org/drawingml/2006/main">
            <a:r>
              <a:t>Nguồn giáo trình: AIO56; AIO48 sinh thơ.</a:t>
            </a:r>
          </a:p>
          <a:p xmlns:a="http://schemas.openxmlformats.org/drawingml/2006/main">
            <a:r>
              <a:t>Bài tiếp theo trong nguồn: AIO56.2 câu hỏi trắc nghiệm; thực hành trong AIO48 để nối language modeling với text generation.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5.5: Language modeling</a:t>
            </a:r>
          </a:p>
          <a:p xmlns:a="http://schemas.openxmlformats.org/drawingml/2006/main">
            <a:r>
              <a:t>Nguồn giáo trình: AIO56; AIO48 sinh thơ.</a:t>
            </a:r>
          </a:p>
          <a:p xmlns:a="http://schemas.openxmlformats.org/drawingml/2006/main">
            <a:r>
              <a:t>Bài tiếp theo trong nguồn: AIO56.2 câu hỏi trắc nghiệm; thực hành trong AIO48 để nối language modeling với text generation.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5.5: Language modeling</a:t>
            </a:r>
          </a:p>
          <a:p xmlns:a="http://schemas.openxmlformats.org/drawingml/2006/main">
            <a:r>
              <a:t>Nguồn giáo trình: AIO56; AIO48 sinh thơ.</a:t>
            </a:r>
          </a:p>
          <a:p xmlns:a="http://schemas.openxmlformats.org/drawingml/2006/main">
            <a:r>
              <a:t>Bài tiếp theo trong nguồn: AIO56.2 câu hỏi trắc nghiệm; thực hành trong AIO48 để nối language modeling với text generation.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5.5: Language modeling</a:t>
            </a:r>
          </a:p>
          <a:p xmlns:a="http://schemas.openxmlformats.org/drawingml/2006/main">
            <a:r>
              <a:t>Nguồn giáo trình: AIO56; AIO48 sinh thơ.</a:t>
            </a:r>
          </a:p>
          <a:p xmlns:a="http://schemas.openxmlformats.org/drawingml/2006/main">
            <a:r>
              <a:t>Bài tiếp theo trong nguồn: AIO56.2 câu hỏi trắc nghiệm; thực hành trong AIO48 để nối language modeling với text generation.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5.5: Language modeling</a:t>
            </a:r>
          </a:p>
          <a:p xmlns:a="http://schemas.openxmlformats.org/drawingml/2006/main">
            <a:r>
              <a:t>Nguồn giáo trình: AIO56; AIO48 sinh thơ.</a:t>
            </a:r>
          </a:p>
          <a:p xmlns:a="http://schemas.openxmlformats.org/drawingml/2006/main">
            <a:r>
              <a:t>Bài tiếp theo trong nguồn: AIO56.2 câu hỏi trắc nghiệm; thực hành trong AIO48 để nối language modeling với text generation.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5.5: Language modeling</a:t>
            </a:r>
          </a:p>
          <a:p xmlns:a="http://schemas.openxmlformats.org/drawingml/2006/main">
            <a:r>
              <a:t>Nguồn giáo trình: AIO56; AIO48 sinh thơ.</a:t>
            </a:r>
          </a:p>
          <a:p xmlns:a="http://schemas.openxmlformats.org/drawingml/2006/main">
            <a:r>
              <a:t>Bài tiếp theo trong nguồn: AIO56.2 câu hỏi trắc nghiệm; thực hành trong AIO48 để nối language modeling với text generation.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{"inputs":["A","B"],"targets":["B","C"]}</a:t>
            </a:r>
          </a:p>
          <a:p xmlns:a="http://schemas.openxmlformats.org/drawingml/2006/main">
            <a:r>
              <a:t>Tham khảo: AIO56; AIO48 sinh thơ.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2.82842712474619</a:t>
            </a:r>
          </a:p>
          <a:p xmlns:a="http://schemas.openxmlformats.org/drawingml/2006/main">
            <a:r>
              <a:t>Tham khảo: AIO56; AIO48 sinh thơ.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5.5: Language modeling</a:t>
            </a:r>
          </a:p>
          <a:p xmlns:a="http://schemas.openxmlformats.org/drawingml/2006/main">
            <a:r>
              <a:t>Nguồn giáo trình: AIO56; AIO48 sinh thơ.</a:t>
            </a:r>
          </a:p>
          <a:p xmlns:a="http://schemas.openxmlformats.org/drawingml/2006/main">
            <a:r>
              <a:t>Bài tiếp theo trong nguồn: AIO56.2 câu hỏi trắc nghiệm; thực hành trong AIO48 để nối language modeling với text generation.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5.5: Language modeling</a:t>
            </a:r>
          </a:p>
          <a:p xmlns:a="http://schemas.openxmlformats.org/drawingml/2006/main">
            <a:r>
              <a:t>Nguồn giáo trình: AIO56; AIO48 sinh thơ.</a:t>
            </a:r>
          </a:p>
          <a:p xmlns:a="http://schemas.openxmlformats.org/drawingml/2006/main">
            <a:r>
              <a:t>Bài tiếp theo trong nguồn: AIO56.2 câu hỏi trắc nghiệm; thực hành trong AIO48 để nối language modeling với text generation.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5.5: Language modeling</a:t>
            </a:r>
          </a:p>
          <a:p xmlns:a="http://schemas.openxmlformats.org/drawingml/2006/main">
            <a:r>
              <a:t>Nguồn giáo trình: AIO56; AIO48 sinh thơ.</a:t>
            </a:r>
          </a:p>
          <a:p xmlns:a="http://schemas.openxmlformats.org/drawingml/2006/main">
            <a:r>
              <a:t>Bài tiếp theo trong nguồn: AIO56.2 câu hỏi trắc nghiệm; thực hành trong AIO48 để nối language modeling với text generation.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5.5: Language modeling</a:t>
            </a:r>
          </a:p>
          <a:p xmlns:a="http://schemas.openxmlformats.org/drawingml/2006/main">
            <a:r>
              <a:t>Nguồn giáo trình: AIO56; AIO48 sinh thơ.</a:t>
            </a:r>
          </a:p>
          <a:p xmlns:a="http://schemas.openxmlformats.org/drawingml/2006/main">
            <a:r>
              <a:t>Bài tiếp theo trong nguồn: AIO56.2 câu hỏi trắc nghiệm; thực hành trong AIO48 để nối language modeling với text generation.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91b9ef00049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a8db8180574fb3" /><Relationship Type="http://schemas.openxmlformats.org/officeDocument/2006/relationships/slideLayout" Target="/ppt/slideLayouts/slideLayout1.xml" Id="R6171eea6a93548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71eea6a93548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d947b5e1840d9" /><Relationship Type="http://schemas.openxmlformats.org/officeDocument/2006/relationships/notesSlide" Target="/ppt/notesSlides/notesSlide1.xml" Id="Rc1abba48cab645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4be04efa44600" /><Relationship Type="http://schemas.openxmlformats.org/officeDocument/2006/relationships/notesSlide" Target="/ppt/notesSlides/notesSlide2.xml" Id="R6ff4ec37590b40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1b55474ec4d1a" /><Relationship Type="http://schemas.openxmlformats.org/officeDocument/2006/relationships/notesSlide" Target="/ppt/notesSlides/notesSlide3.xml" Id="Re97c00afa8a845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4bdd691974797" /><Relationship Type="http://schemas.openxmlformats.org/officeDocument/2006/relationships/notesSlide" Target="/ppt/notesSlides/notesSlide4.xml" Id="R75f35c89105149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81c0d3e8b469f" /><Relationship Type="http://schemas.openxmlformats.org/officeDocument/2006/relationships/notesSlide" Target="/ppt/notesSlides/notesSlide5.xml" Id="R907731628b3344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daefe00d84441" /><Relationship Type="http://schemas.openxmlformats.org/officeDocument/2006/relationships/notesSlide" Target="/ppt/notesSlides/notesSlide6.xml" Id="Rfa35a552e17145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a1ae140d741af" /><Relationship Type="http://schemas.openxmlformats.org/officeDocument/2006/relationships/notesSlide" Target="/ppt/notesSlides/notesSlide7.xml" Id="Rb7ac12f26a8043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8f1a2cbac49fd" /><Relationship Type="http://schemas.openxmlformats.org/officeDocument/2006/relationships/notesSlide" Target="/ppt/notesSlides/notesSlide8.xml" Id="R9c9a30588b4d4b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e2e7d56584a97" /><Relationship Type="http://schemas.openxmlformats.org/officeDocument/2006/relationships/notesSlide" Target="/ppt/notesSlides/notesSlide9.xml" Id="R6a560eaf863248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e8492d06745eb" /><Relationship Type="http://schemas.openxmlformats.org/officeDocument/2006/relationships/notesSlide" Target="/ppt/notesSlides/notesSlide10.xml" Id="R1e3d958ea77e47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db10d97294adf" /><Relationship Type="http://schemas.openxmlformats.org/officeDocument/2006/relationships/notesSlide" Target="/ppt/notesSlides/notesSlide11.xml" Id="Rd1153acb347142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ed1a57f8a4116" /><Relationship Type="http://schemas.openxmlformats.org/officeDocument/2006/relationships/notesSlide" Target="/ppt/notesSlides/notesSlide12.xml" Id="R210d692e120349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bf2840e124e62" /><Relationship Type="http://schemas.openxmlformats.org/officeDocument/2006/relationships/notesSlide" Target="/ppt/notesSlides/notesSlide13.xml" Id="R1c8685fb92e149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5F41D-04A5-4AB0-BD32-C65EE1D5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5.5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1C56E-E9EA-408A-BDE0-9951E003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Language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5CE7D-5335-4AA5-A94F-911375B3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Target next-token có cùng vị trí với input token không?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E9698-0938-4F3E-AF36-2F540D48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5.5 · 1/13</a:t>
            </a:r>
          </a:p>
        </p:txBody>
      </p:sp>
    </p:spTree>
    <p:extLst>
      <p:ext uri="{BB962C8B-B14F-4D97-AF65-F5344CB8AC3E}">
        <p14:creationId xmlns:p14="http://schemas.microsoft.com/office/powerpoint/2010/main" val="13203583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9C7C9-BD56-4699-902F-50FEEAFB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37647-A7C1-4333-AD9C-A6C70CE0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Causal LM dự đoán token tiếp theo từ con text trước.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8BFF6-FB6B-439B-A798-255AA35D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Loss cần shift targets vàcausalmask; tokenization là phần của đánh giá.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620E7-1B98-4F05-A10B-C75B8BBB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Perplexity=exp(meanNLL); không so trực tiếp khi tokenizer khác.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8F73A-6B29-46A7-A469-AA35C667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input=tokens[:-1], target=tokens[1:]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40532-6A15-4A3D-B5E7-B6C41925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5.5 · 2/13</a:t>
            </a:r>
          </a:p>
        </p:txBody>
      </p:sp>
    </p:spTree>
    <p:extLst>
      <p:ext uri="{BB962C8B-B14F-4D97-AF65-F5344CB8AC3E}">
        <p14:creationId xmlns:p14="http://schemas.microsoft.com/office/powerpoint/2010/main" val="19474777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E36E6-09C6-4F1E-B32D-6087D743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tokens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["A","B","C"]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F0E06-C9BC-4EAA-8642-265D4E9F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5.5 · 3/13</a:t>
            </a:r>
          </a:p>
        </p:txBody>
      </p:sp>
    </p:spTree>
    <p:extLst>
      <p:ext uri="{BB962C8B-B14F-4D97-AF65-F5344CB8AC3E}">
        <p14:creationId xmlns:p14="http://schemas.microsoft.com/office/powerpoint/2010/main" val="13866910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E30E7-F30E-4E4E-996C-120C10E8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84A95-E5A6-4CB1-8562-539C223F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"inputs":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"A",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"B"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"targets":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"B",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"C"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27BE7-50FC-418E-A157-BE5821B0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5.5 · 4/13</a:t>
            </a:r>
          </a:p>
        </p:txBody>
      </p:sp>
    </p:spTree>
    <p:extLst>
      <p:ext uri="{BB962C8B-B14F-4D97-AF65-F5344CB8AC3E}">
        <p14:creationId xmlns:p14="http://schemas.microsoft.com/office/powerpoint/2010/main" val="1248303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D5E49-22C1-4DDE-8B32-EAE1B40C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E0C60-2314-4D0E-B031-5DBA88DE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tokens=["A","B","C"]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inputs=tokens[:-1]; targets=tokens[1:]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print("Inputs:",inputs,"Targets:",targets)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Xác suất đúng của hai next-token predictions được cấp trong fixture.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true_token_prob=np.array([.5,.25])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nll=-np.log(true_token_prob).mean()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perplexity=np.exp(nll)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print("Mean NLL:",round(nll,6),"Perplexity:",round(perplexity,6))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np.isclose(perplexity,np.sqrt(8))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Không so perplexity giữa các tokenizers khác nhau như cùng một metric.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000B1-B1CD-4C44-BC64-701DDA2D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A18FB-F58E-453F-9C1A-77165DEA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5.5 · 5/13</a:t>
            </a:r>
          </a:p>
        </p:txBody>
      </p:sp>
    </p:spTree>
    <p:extLst>
      <p:ext uri="{BB962C8B-B14F-4D97-AF65-F5344CB8AC3E}">
        <p14:creationId xmlns:p14="http://schemas.microsoft.com/office/powerpoint/2010/main" val="11040541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0034F-9659-4D80-91FB-B2DB20E3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65A37-6E54-4A09-8B76-E0EED545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Inputs: ['A', 'B'] Targets: ['B', 'C']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Mean NLL: 1.039721 Perplexity: 2.828427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89F40-F60F-41BC-8C07-6BFA6ED8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5.5 · 6/13</a:t>
            </a:r>
          </a:p>
        </p:txBody>
      </p:sp>
    </p:spTree>
    <p:extLst>
      <p:ext uri="{BB962C8B-B14F-4D97-AF65-F5344CB8AC3E}">
        <p14:creationId xmlns:p14="http://schemas.microsoft.com/office/powerpoint/2010/main" val="4361746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F22B1-6367-4EB4-8D9B-F4AAB5DA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D9A50-2CC5-41D9-87DA-E55675E9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Khôngcopy đúng token input thành target ởcùngvịtrí để tạo điểmảo.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174BE-DCA0-429E-B384-2DC10A26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perplexity của true-tokenprobs0.5,0.25.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C32F9-9D0C-4082-BBA9-444D33E1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5.5 · 7/13</a:t>
            </a:r>
          </a:p>
        </p:txBody>
      </p:sp>
    </p:spTree>
    <p:extLst>
      <p:ext uri="{BB962C8B-B14F-4D97-AF65-F5344CB8AC3E}">
        <p14:creationId xmlns:p14="http://schemas.microsoft.com/office/powerpoint/2010/main" val="126717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BE3AD-CA05-43F6-BB9C-2ED62646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C39AE-0A46-491A-8B9D-40C2D770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inputs=tokens[:-1], targets=tokens[1:].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tokens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["A","B","C"]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103B5-46E9-431E-A9BF-9E7828B2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5.5 · 8/13</a:t>
            </a:r>
          </a:p>
        </p:txBody>
      </p:sp>
    </p:spTree>
    <p:extLst>
      <p:ext uri="{BB962C8B-B14F-4D97-AF65-F5344CB8AC3E}">
        <p14:creationId xmlns:p14="http://schemas.microsoft.com/office/powerpoint/2010/main" val="4832705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D171B-B771-4092-9A8D-BAE08C5C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6373D-B0D6-4A52-962A-A527E181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exp(mean(-log(p_true_token))); p∈(0,1].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prob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[0.5,0.25]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56A2D-86CA-440C-BCA9-68F7879D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5.5 · 9/13</a:t>
            </a:r>
          </a:p>
        </p:txBody>
      </p:sp>
    </p:spTree>
    <p:extLst>
      <p:ext uri="{BB962C8B-B14F-4D97-AF65-F5344CB8AC3E}">
        <p14:creationId xmlns:p14="http://schemas.microsoft.com/office/powerpoint/2010/main" val="2963769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A15F9-070A-40C2-BBF1-AE7DEAFC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23D79-8FA8-4B65-ADBD-4A6BC414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inputs=tokens[:-1], targets=tokens[1:].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AFBB3-2177-462A-B029-2992F32F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tokens: liststrings/integers, length&gt;=2.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B508E-7566-4026-89BE-C75069A0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88BC6-F867-4FDF-82A8-B0B6F77C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5.5 · 10/13</a:t>
            </a:r>
          </a:p>
        </p:txBody>
      </p:sp>
    </p:spTree>
    <p:extLst>
      <p:ext uri="{BB962C8B-B14F-4D97-AF65-F5344CB8AC3E}">
        <p14:creationId xmlns:p14="http://schemas.microsoft.com/office/powerpoint/2010/main" val="9551151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A9391-65C7-4BCC-AA8B-5755C6E5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C6590-7676-4D15-B350-F793D735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exp(mean(-log(p_true_token))); p∈(0,1].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94EB1-A997-4CC4-BBE5-1BF36EE2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prob: listnonempty(0,1].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4F88B-1D15-4229-AF5C-70E1F24E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1691C-EC7E-4DFD-8AB8-06B120C1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5.5 · 11/13</a:t>
            </a:r>
          </a:p>
        </p:txBody>
      </p:sp>
    </p:spTree>
    <p:extLst>
      <p:ext uri="{BB962C8B-B14F-4D97-AF65-F5344CB8AC3E}">
        <p14:creationId xmlns:p14="http://schemas.microsoft.com/office/powerpoint/2010/main" val="5702110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A5430-5FBC-4C82-8AD4-C44F96F7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C459E-17E3-4910-978B-78108431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Next-character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4D5E7-621C-4302-B46B-E653767A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lm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76A19-3F3F-4A32-BA96-2B8C25DC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Nextcharcrossentropy; score=exp(-meanlogloss).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99C93-1944-43EB-8292-9D63BABA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BC596-6E18-4522-ABE8-0B97F001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5.5 · 12/13</a:t>
            </a:r>
          </a:p>
        </p:txBody>
      </p:sp>
    </p:spTree>
    <p:extLst>
      <p:ext uri="{BB962C8B-B14F-4D97-AF65-F5344CB8AC3E}">
        <p14:creationId xmlns:p14="http://schemas.microsoft.com/office/powerpoint/2010/main" val="12220781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DC864-2D44-4C03-9CBE-BB107AC2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C7C28-C592-441C-AD36-A3540EDA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perplexity của true-tokenprobs0.5,0.25.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937BA-0163-4D9E-9E20-5A84B780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AIO56; AIO48 sinh thơ.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7C870-F982-4160-8820-7CA3CF54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AIO56.2 câu hỏi trắc nghiệm; thực hành trong AIO48 để nối language modeling với text generation.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7A068-904D-4BE5-9F39-FAFC1DA7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5.5 · 13/13</a:t>
            </a:r>
          </a:p>
        </p:txBody>
      </p:sp>
    </p:spTree>
    <p:extLst>
      <p:ext uri="{BB962C8B-B14F-4D97-AF65-F5344CB8AC3E}">
        <p14:creationId xmlns:p14="http://schemas.microsoft.com/office/powerpoint/2010/main" val="1070992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2026-10-01T09:00:51.7150000Z</dcterms:created>
  <dcterms:modified xsi:type="dcterms:W3CDTF">2026-10-01T09:00:51.7150000Z</dcterms:modified>
</coreProperties>
</file>