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e5624ceb9f43bf" /><Relationship Type="http://schemas.openxmlformats.org/officeDocument/2006/relationships/extended-properties" Target="/docProps/app.xml" Id="R213f5fed1bb54ac2" /><Relationship Type="http://schemas.openxmlformats.org/officeDocument/2006/relationships/officeDocument" Target="/ppt/presentation.xml" Id="Rc3f4822d77db47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e7182733eb4017"/>
  </p:sldMasterIdLst>
  <p:notesMasterIdLst>
    <p:notesMasterId xmlns:r="http://schemas.openxmlformats.org/officeDocument/2006/relationships" r:id="Rf3ccd0b430d64aa8"/>
  </p:notesMasterIdLst>
  <p:sldIdLst>
    <p:sldId xmlns:r="http://schemas.openxmlformats.org/officeDocument/2006/relationships" id="256" r:id="Ra8d2903fa6a949d4"/>
    <p:sldId xmlns:r="http://schemas.openxmlformats.org/officeDocument/2006/relationships" id="257" r:id="R95131bd1d7b240ba"/>
    <p:sldId xmlns:r="http://schemas.openxmlformats.org/officeDocument/2006/relationships" id="258" r:id="Rfb7a42c334b94890"/>
    <p:sldId xmlns:r="http://schemas.openxmlformats.org/officeDocument/2006/relationships" id="259" r:id="R7f408a2b166f4ea5"/>
    <p:sldId xmlns:r="http://schemas.openxmlformats.org/officeDocument/2006/relationships" id="260" r:id="R90e6c2a8ee0c439f"/>
    <p:sldId xmlns:r="http://schemas.openxmlformats.org/officeDocument/2006/relationships" id="261" r:id="R21d9310445674a04"/>
    <p:sldId xmlns:r="http://schemas.openxmlformats.org/officeDocument/2006/relationships" id="262" r:id="R070d89303f2b415e"/>
    <p:sldId xmlns:r="http://schemas.openxmlformats.org/officeDocument/2006/relationships" id="263" r:id="R50cc059d7e2d4d64"/>
    <p:sldId xmlns:r="http://schemas.openxmlformats.org/officeDocument/2006/relationships" id="264" r:id="R1136e9964a864b0f"/>
    <p:sldId xmlns:r="http://schemas.openxmlformats.org/officeDocument/2006/relationships" id="265" r:id="Re7c193fbfc044ab9"/>
    <p:sldId xmlns:r="http://schemas.openxmlformats.org/officeDocument/2006/relationships" id="266" r:id="R786062b7d6ab4f66"/>
    <p:sldId xmlns:r="http://schemas.openxmlformats.org/officeDocument/2006/relationships" id="267" r:id="R3f8ef425081244ac"/>
    <p:sldId xmlns:r="http://schemas.openxmlformats.org/officeDocument/2006/relationships" id="268" r:id="R146a9340d4d94f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59026112f54c10" /><Relationship Type="http://schemas.openxmlformats.org/officeDocument/2006/relationships/slideMaster" Target="/ppt/slideMasters/slideMaster1.xml" Id="Rc7e7182733eb4017" /><Relationship Type="http://schemas.openxmlformats.org/officeDocument/2006/relationships/notesMaster" Target="/ppt/notesMasters/notesMaster1.xml" Id="Rf3ccd0b430d64aa8" /><Relationship Type="http://schemas.openxmlformats.org/officeDocument/2006/relationships/presProps" Target="/ppt/presProps.xml" Id="R8d5399a2617744cd" /><Relationship Type="http://schemas.openxmlformats.org/officeDocument/2006/relationships/tableStyles" Target="/ppt/tableStyles.xml" Id="Ra4156af1e57144da" /><Relationship Type="http://schemas.openxmlformats.org/officeDocument/2006/relationships/slide" Target="/ppt/slides/slide1.xml" Id="Ra8d2903fa6a949d4" /><Relationship Type="http://schemas.openxmlformats.org/officeDocument/2006/relationships/slide" Target="/ppt/slides/slide2.xml" Id="R95131bd1d7b240ba" /><Relationship Type="http://schemas.openxmlformats.org/officeDocument/2006/relationships/slide" Target="/ppt/slides/slide3.xml" Id="Rfb7a42c334b94890" /><Relationship Type="http://schemas.openxmlformats.org/officeDocument/2006/relationships/slide" Target="/ppt/slides/slide4.xml" Id="R7f408a2b166f4ea5" /><Relationship Type="http://schemas.openxmlformats.org/officeDocument/2006/relationships/slide" Target="/ppt/slides/slide5.xml" Id="R90e6c2a8ee0c439f" /><Relationship Type="http://schemas.openxmlformats.org/officeDocument/2006/relationships/slide" Target="/ppt/slides/slide6.xml" Id="R21d9310445674a04" /><Relationship Type="http://schemas.openxmlformats.org/officeDocument/2006/relationships/slide" Target="/ppt/slides/slide7.xml" Id="R070d89303f2b415e" /><Relationship Type="http://schemas.openxmlformats.org/officeDocument/2006/relationships/slide" Target="/ppt/slides/slide8.xml" Id="R50cc059d7e2d4d64" /><Relationship Type="http://schemas.openxmlformats.org/officeDocument/2006/relationships/slide" Target="/ppt/slides/slide9.xml" Id="R1136e9964a864b0f" /><Relationship Type="http://schemas.openxmlformats.org/officeDocument/2006/relationships/slide" Target="/ppt/slides/slide10.xml" Id="Re7c193fbfc044ab9" /><Relationship Type="http://schemas.openxmlformats.org/officeDocument/2006/relationships/slide" Target="/ppt/slides/slide11.xml" Id="R786062b7d6ab4f66" /><Relationship Type="http://schemas.openxmlformats.org/officeDocument/2006/relationships/slide" Target="/ppt/slides/slide12.xml" Id="R3f8ef425081244ac" /><Relationship Type="http://schemas.openxmlformats.org/officeDocument/2006/relationships/slide" Target="/ppt/slides/slide13.xml" Id="R146a9340d4d94f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fc82a5468c49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786daf31f94841" /><Relationship Type="http://schemas.openxmlformats.org/officeDocument/2006/relationships/notesMaster" Target="/ppt/notesMasters/notesMaster1.xml" Id="Ra9ae1953fede4e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bc1dad28c54b2d" /><Relationship Type="http://schemas.openxmlformats.org/officeDocument/2006/relationships/notesMaster" Target="/ppt/notesMasters/notesMaster1.xml" Id="R9ad68720287449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66acfc1a004984" /><Relationship Type="http://schemas.openxmlformats.org/officeDocument/2006/relationships/notesMaster" Target="/ppt/notesMasters/notesMaster1.xml" Id="Raee7fc4c503f44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b179937f7946f8" /><Relationship Type="http://schemas.openxmlformats.org/officeDocument/2006/relationships/notesMaster" Target="/ppt/notesMasters/notesMaster1.xml" Id="R2f013e5f8c2243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21f9830aea447e" /><Relationship Type="http://schemas.openxmlformats.org/officeDocument/2006/relationships/notesMaster" Target="/ppt/notesMasters/notesMaster1.xml" Id="R4950c238320d4f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51bcd44fa24162" /><Relationship Type="http://schemas.openxmlformats.org/officeDocument/2006/relationships/notesMaster" Target="/ppt/notesMasters/notesMaster1.xml" Id="R4fb3ee69579344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1977ef2c5348f4" /><Relationship Type="http://schemas.openxmlformats.org/officeDocument/2006/relationships/notesMaster" Target="/ppt/notesMasters/notesMaster1.xml" Id="R4836caaab7b742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2769def51842e4" /><Relationship Type="http://schemas.openxmlformats.org/officeDocument/2006/relationships/notesMaster" Target="/ppt/notesMasters/notesMaster1.xml" Id="R86d8f88140d54e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a16b3211a84d81" /><Relationship Type="http://schemas.openxmlformats.org/officeDocument/2006/relationships/notesMaster" Target="/ppt/notesMasters/notesMaster1.xml" Id="R8d24127dd1474d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fe733e68a9c4875" /><Relationship Type="http://schemas.openxmlformats.org/officeDocument/2006/relationships/notesMaster" Target="/ppt/notesMasters/notesMaster1.xml" Id="R2bed2747045d410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a1085cc31c840aa" /><Relationship Type="http://schemas.openxmlformats.org/officeDocument/2006/relationships/notesMaster" Target="/ppt/notesMasters/notesMaster1.xml" Id="R3fa7e7152e884f3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d30293b65a4205" /><Relationship Type="http://schemas.openxmlformats.org/officeDocument/2006/relationships/notesMaster" Target="/ppt/notesMasters/notesMaster1.xml" Id="Ra299383b5ad34b6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12972c58f944c2d" /><Relationship Type="http://schemas.openxmlformats.org/officeDocument/2006/relationships/notesMaster" Target="/ppt/notesMasters/notesMaster1.xml" Id="R8c50d9c9a8c94e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AIO36,43; IOAI WordSeg baseline.. ioai25wordseg: notebook/data có sẵn; AIO43.2 POS hoặc43.3 NER nếu học mở rộng.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5.4: Sequence labeling và phân tách từ</a:t>
            </a:r>
          </a:p>
          <a:p xmlns:a="http://schemas.openxmlformats.org/drawingml/2006/main">
            <a:r>
              <a:t>Nguồn giáo trình: AIO36,43; IOAI WordSeg baseline.</a:t>
            </a:r>
          </a:p>
          <a:p xmlns:a="http://schemas.openxmlformats.org/drawingml/2006/main">
            <a:r>
              <a:t>Bài tiếp theo trong nguồn: ioai25wordseg: notebook/data có sẵn; AIO43.2 POS hoặc43.3 NER nếu học mở rộng.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5.4: Sequence labeling và phân tách từ</a:t>
            </a:r>
          </a:p>
          <a:p xmlns:a="http://schemas.openxmlformats.org/drawingml/2006/main">
            <a:r>
              <a:t>Nguồn giáo trình: AIO36,43; IOAI WordSeg baseline.</a:t>
            </a:r>
          </a:p>
          <a:p xmlns:a="http://schemas.openxmlformats.org/drawingml/2006/main">
            <a:r>
              <a:t>Bài tiếp theo trong nguồn: ioai25wordseg: notebook/data có sẵn; AIO43.2 POS hoặc43.3 NER nếu học mở rộng.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5.4: Sequence labeling và phân tách từ</a:t>
            </a:r>
          </a:p>
          <a:p xmlns:a="http://schemas.openxmlformats.org/drawingml/2006/main">
            <a:r>
              <a:t>Nguồn giáo trình: AIO36,43; IOAI WordSeg baseline.</a:t>
            </a:r>
          </a:p>
          <a:p xmlns:a="http://schemas.openxmlformats.org/drawingml/2006/main">
            <a:r>
              <a:t>Bài tiếp theo trong nguồn: ioai25wordseg: notebook/data có sẵn; AIO43.2 POS hoặc43.3 NER nếu học mở rộng.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5.4: Sequence labeling và phân tách từ</a:t>
            </a:r>
          </a:p>
          <a:p xmlns:a="http://schemas.openxmlformats.org/drawingml/2006/main">
            <a:r>
              <a:t>Nguồn giáo trình: AIO36,43; IOAI WordSeg baseline.</a:t>
            </a:r>
          </a:p>
          <a:p xmlns:a="http://schemas.openxmlformats.org/drawingml/2006/main">
            <a:r>
              <a:t>Bài tiếp theo trong nguồn: ioai25wordseg: notebook/data có sẵn; AIO43.2 POS hoặc43.3 NER nếu học mở rộng.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5.4: Sequence labeling và phân tách từ</a:t>
            </a:r>
          </a:p>
          <a:p xmlns:a="http://schemas.openxmlformats.org/drawingml/2006/main">
            <a:r>
              <a:t>Nguồn giáo trình: AIO36,43; IOAI WordSeg baseline.</a:t>
            </a:r>
          </a:p>
          <a:p xmlns:a="http://schemas.openxmlformats.org/drawingml/2006/main">
            <a:r>
              <a:t>Bài tiếp theo trong nguồn: ioai25wordseg: notebook/data có sẵn; AIO43.2 POS hoặc43.3 NER nếu học mở rộng.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5.4: Sequence labeling và phân tách từ</a:t>
            </a:r>
          </a:p>
          <a:p xmlns:a="http://schemas.openxmlformats.org/drawingml/2006/main">
            <a:r>
              <a:t>Nguồn giáo trình: AIO36,43; IOAI WordSeg baseline.</a:t>
            </a:r>
          </a:p>
          <a:p xmlns:a="http://schemas.openxmlformats.org/drawingml/2006/main">
            <a:r>
              <a:t>Bài tiếp theo trong nguồn: ioai25wordseg: notebook/data có sẵn; AIO43.2 POS hoặc43.3 NER nếu học mở rộng.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[[0,4],[4,7]]</a:t>
            </a:r>
          </a:p>
          <a:p xmlns:a="http://schemas.openxmlformats.org/drawingml/2006/main">
            <a:r>
              <a:t>Tham khảo: AIO36,43; IOAI WordSeg baseline.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0</a:t>
            </a:r>
          </a:p>
          <a:p xmlns:a="http://schemas.openxmlformats.org/drawingml/2006/main">
            <a:r>
              <a:t>Tham khảo: AIO36,43; IOAI WordSeg baseline.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5.4: Sequence labeling và phân tách từ</a:t>
            </a:r>
          </a:p>
          <a:p xmlns:a="http://schemas.openxmlformats.org/drawingml/2006/main">
            <a:r>
              <a:t>Nguồn giáo trình: AIO36,43; IOAI WordSeg baseline.</a:t>
            </a:r>
          </a:p>
          <a:p xmlns:a="http://schemas.openxmlformats.org/drawingml/2006/main">
            <a:r>
              <a:t>Bài tiếp theo trong nguồn: ioai25wordseg: notebook/data có sẵn; AIO43.2 POS hoặc43.3 NER nếu học mở rộng.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5.4: Sequence labeling và phân tách từ</a:t>
            </a:r>
          </a:p>
          <a:p xmlns:a="http://schemas.openxmlformats.org/drawingml/2006/main">
            <a:r>
              <a:t>Nguồn giáo trình: AIO36,43; IOAI WordSeg baseline.</a:t>
            </a:r>
          </a:p>
          <a:p xmlns:a="http://schemas.openxmlformats.org/drawingml/2006/main">
            <a:r>
              <a:t>Bài tiếp theo trong nguồn: ioai25wordseg: notebook/data có sẵn; AIO43.2 POS hoặc43.3 NER nếu học mở rộng.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5.4: Sequence labeling và phân tách từ</a:t>
            </a:r>
          </a:p>
          <a:p xmlns:a="http://schemas.openxmlformats.org/drawingml/2006/main">
            <a:r>
              <a:t>Nguồn giáo trình: AIO36,43; IOAI WordSeg baseline.</a:t>
            </a:r>
          </a:p>
          <a:p xmlns:a="http://schemas.openxmlformats.org/drawingml/2006/main">
            <a:r>
              <a:t>Bài tiếp theo trong nguồn: ioai25wordseg: notebook/data có sẵn; AIO43.2 POS hoặc43.3 NER nếu học mở rộng.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5.4: Sequence labeling và phân tách từ</a:t>
            </a:r>
          </a:p>
          <a:p xmlns:a="http://schemas.openxmlformats.org/drawingml/2006/main">
            <a:r>
              <a:t>Nguồn giáo trình: AIO36,43; IOAI WordSeg baseline.</a:t>
            </a:r>
          </a:p>
          <a:p xmlns:a="http://schemas.openxmlformats.org/drawingml/2006/main">
            <a:r>
              <a:t>Bài tiếp theo trong nguồn: ioai25wordseg: notebook/data có sẵn; AIO43.2 POS hoặc43.3 NER nếu học mở rộng.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01241cc07242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3a27b792c84f17" /><Relationship Type="http://schemas.openxmlformats.org/officeDocument/2006/relationships/slideLayout" Target="/ppt/slideLayouts/slideLayout1.xml" Id="R7e2a29f3d35741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2a29f3d35741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47eac681d4285" /><Relationship Type="http://schemas.openxmlformats.org/officeDocument/2006/relationships/notesSlide" Target="/ppt/notesSlides/notesSlide1.xml" Id="R65f1355e5c3c43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b337dd76141af" /><Relationship Type="http://schemas.openxmlformats.org/officeDocument/2006/relationships/notesSlide" Target="/ppt/notesSlides/notesSlide2.xml" Id="Re51110bc829e49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f97324912443f" /><Relationship Type="http://schemas.openxmlformats.org/officeDocument/2006/relationships/notesSlide" Target="/ppt/notesSlides/notesSlide3.xml" Id="Rba72a0e410cf43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583c4093048f3" /><Relationship Type="http://schemas.openxmlformats.org/officeDocument/2006/relationships/notesSlide" Target="/ppt/notesSlides/notesSlide4.xml" Id="Rcc3bbe2008a548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d3ed6c4e404365" /><Relationship Type="http://schemas.openxmlformats.org/officeDocument/2006/relationships/notesSlide" Target="/ppt/notesSlides/notesSlide5.xml" Id="Re2049868a57e47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107b59e32439c" /><Relationship Type="http://schemas.openxmlformats.org/officeDocument/2006/relationships/notesSlide" Target="/ppt/notesSlides/notesSlide6.xml" Id="R1439aeed6fb247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556e6f26c4583" /><Relationship Type="http://schemas.openxmlformats.org/officeDocument/2006/relationships/notesSlide" Target="/ppt/notesSlides/notesSlide7.xml" Id="R652c172cca4642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d143753123466e" /><Relationship Type="http://schemas.openxmlformats.org/officeDocument/2006/relationships/notesSlide" Target="/ppt/notesSlides/notesSlide8.xml" Id="R16c51ef666ca459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88d0a6cd004f74" /><Relationship Type="http://schemas.openxmlformats.org/officeDocument/2006/relationships/notesSlide" Target="/ppt/notesSlides/notesSlide9.xml" Id="R2b8ff929212446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d640728684795" /><Relationship Type="http://schemas.openxmlformats.org/officeDocument/2006/relationships/notesSlide" Target="/ppt/notesSlides/notesSlide10.xml" Id="R12f60a4b8f89419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44719be07a406a" /><Relationship Type="http://schemas.openxmlformats.org/officeDocument/2006/relationships/notesSlide" Target="/ppt/notesSlides/notesSlide11.xml" Id="R726327521d914df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baad9001524a3d" /><Relationship Type="http://schemas.openxmlformats.org/officeDocument/2006/relationships/notesSlide" Target="/ppt/notesSlides/notesSlide12.xml" Id="Rf1f9ce2e1acb4c1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b57e2675f4d2d" /><Relationship Type="http://schemas.openxmlformats.org/officeDocument/2006/relationships/notesSlide" Target="/ppt/notesSlides/notesSlide13.xml" Id="Rc14081c809334f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3CD216-4206-42C2-BCF2-5851D7B7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5.4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638A9-0068-4AC7-9FF7-CDCE8060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Sequence labeling và phân tách từ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0E1FCC-CF70-4DFE-A330-691C43E9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Một ranh giới đúng ký tự đã chắc đúng cả từ con chưa?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A951FC-89E9-4239-8D26-8AC7BA59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5.4 · 1/13</a:t>
            </a:r>
          </a:p>
        </p:txBody>
      </p:sp>
    </p:spTree>
    <p:extLst>
      <p:ext uri="{BB962C8B-B14F-4D97-AF65-F5344CB8AC3E}">
        <p14:creationId xmlns:p14="http://schemas.microsoft.com/office/powerpoint/2010/main" val="20632023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EF29D5-7FB9-4E5D-9859-EC0DA61D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C0D3A7-70CD-4EFE-8ED8-7D231FD6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Sequence labeling giữalignment từng token/ký tự.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32D82-8046-49E2-907F-DC521E89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Span bắt đầu/kết thúc phải đúng; boundary-F1 khác word-spanF1.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313206-3B3C-470D-985F-372FB4B2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Indices theoUnicodecodepoints củađề, không theo byte UTF8.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AB850E-1DB8-42D3-92CA-1EDD57A3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span=[start,end), end không thuộcspan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F5153-F9F3-4850-9E7D-27A274CC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5.4 · 2/13</a:t>
            </a:r>
          </a:p>
        </p:txBody>
      </p:sp>
    </p:spTree>
    <p:extLst>
      <p:ext uri="{BB962C8B-B14F-4D97-AF65-F5344CB8AC3E}">
        <p14:creationId xmlns:p14="http://schemas.microsoft.com/office/powerpoint/2010/main" val="19852214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319E2-ACFE-4B6E-AA80-D5D0916F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text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"rainbow"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ends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[0,0,0,1,0,0,1]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D4BAE3-BA75-4396-8C6D-D4914F4D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5.4 · 3/13</a:t>
            </a:r>
          </a:p>
        </p:txBody>
      </p:sp>
    </p:spTree>
    <p:extLst>
      <p:ext uri="{BB962C8B-B14F-4D97-AF65-F5344CB8AC3E}">
        <p14:creationId xmlns:p14="http://schemas.microsoft.com/office/powerpoint/2010/main" val="15135822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7561B-43B1-47CC-BE2D-76C1BEF8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1E73DA-FCA5-473E-ACFC-579D2815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0,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4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],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4,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7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]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85DDB3-80DE-43DB-9BEF-45D5EE13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5.4 · 4/13</a:t>
            </a:r>
          </a:p>
        </p:txBody>
      </p:sp>
    </p:spTree>
    <p:extLst>
      <p:ext uri="{BB962C8B-B14F-4D97-AF65-F5344CB8AC3E}">
        <p14:creationId xmlns:p14="http://schemas.microsoft.com/office/powerpoint/2010/main" val="15580187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06DB31-05A1-4468-9FFC-74CA12B7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61703-CA50-472B-AFF8-0028F4DD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Ký tự cuối mỗi từ con được đánh dấu 1; indices theo ký tự Unicode.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word="rainbow"; labels=[0,0,0,1,0,0,1]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def spans(word,labels):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if len(word)!=len(labels) or not labels or labels[-1]!=1: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    raise ValueError("Sai chiều dài hoặc thiếu ranh giới cuối")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start=0; result=[]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for end,label in enumerate(labels):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    if label==1: result.append((start,end+1,word[start:end+1])); start=end+1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return result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print("Spans:",spans(word,labels))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print("Số ký tự tiếng Việt:",len("học"),"số bytes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UTF8:",len("học".encode("utf-8")))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assert [s[2] for s in spans(word,labels)]==["rain","bow"]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3C6ED-5BD3-4660-8C59-1C5D6CE7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12B831-D8CA-4A41-A894-6CC0B3FC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5.4 · 5/13</a:t>
            </a:r>
          </a:p>
        </p:txBody>
      </p:sp>
    </p:spTree>
    <p:extLst>
      <p:ext uri="{BB962C8B-B14F-4D97-AF65-F5344CB8AC3E}">
        <p14:creationId xmlns:p14="http://schemas.microsoft.com/office/powerpoint/2010/main" val="10621177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5EB37D-46EF-42FC-984A-12A1B13F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1A4BCA-5EAC-4ABA-BEE6-2F7A7E0A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Spans: [(0, 4, 'rain'), (4, 7, 'bow')]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Số ký tự tiếng Việt: 3 số bytes UTF8: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048E30-6F82-4761-A355-8502E302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5.4 · 6/13</a:t>
            </a:r>
          </a:p>
        </p:txBody>
      </p:sp>
    </p:spTree>
    <p:extLst>
      <p:ext uri="{BB962C8B-B14F-4D97-AF65-F5344CB8AC3E}">
        <p14:creationId xmlns:p14="http://schemas.microsoft.com/office/powerpoint/2010/main" val="16374036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5F44AC-F819-43BA-8106-D4D9D25D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29D0A-7E53-46DD-9D4D-3F79CAD3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len(text.encode()) kháclen(text); phải kiểm nhãn cuối và độ dài.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2C2C4D-ECF7-4159-B60B-DB51A787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Khôi phục rain+bow từends vàso spans khi thiếu một boundary.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5D721E-04CA-4F1E-823F-FAD3CA55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5.4 · 7/13</a:t>
            </a:r>
          </a:p>
        </p:txBody>
      </p:sp>
    </p:spTree>
    <p:extLst>
      <p:ext uri="{BB962C8B-B14F-4D97-AF65-F5344CB8AC3E}">
        <p14:creationId xmlns:p14="http://schemas.microsoft.com/office/powerpoint/2010/main" val="4197935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954C16-E8B3-4F9A-962B-F063F223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79F0F0-21B9-4499-AD37-DC2FD70B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Khôi phục [start, end) từ nhãn kết thúc1, zero-based theo ký tự Unicode; nhãn cuối=1.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text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"rainbow"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ends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[0,0,0,1,0,0,1]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DB60C-9738-49F1-81DD-680C17DF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5.4 · 8/13</a:t>
            </a:r>
          </a:p>
        </p:txBody>
      </p:sp>
    </p:spTree>
    <p:extLst>
      <p:ext uri="{BB962C8B-B14F-4D97-AF65-F5344CB8AC3E}">
        <p14:creationId xmlns:p14="http://schemas.microsoft.com/office/powerpoint/2010/main" val="9001506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4C7C5-154F-4913-AB3E-49A1A4B7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6A6E8-A12A-48F9-8CF8-6201A8DA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So spans[begin, end): exact match sets. Cảhai setsrỗng→1, một set rỗng→0.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[[0,4],[4,7]]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pred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[[0,3],[3,7]]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01E99C-AF41-49A7-A3E2-02E03B20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5.4 · 9/13</a:t>
            </a:r>
          </a:p>
        </p:txBody>
      </p:sp>
    </p:spTree>
    <p:extLst>
      <p:ext uri="{BB962C8B-B14F-4D97-AF65-F5344CB8AC3E}">
        <p14:creationId xmlns:p14="http://schemas.microsoft.com/office/powerpoint/2010/main" val="921093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C8B96E-83DF-4842-A753-89BBFFBB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25FD53-2C63-4113-8882-BA2569B8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Khôi phục [start, end) từ nhãn kết thúc1, zero-based theo ký tự Unicode; nhãn cuối=1.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F4FE0-7CF3-4DCE-8D1C-7880A1DC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text: string nonempty; ends: list0/1 bằnglen(text), cuối1.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E9FA7-1BD4-4D84-BCA7-D2974F8D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1EA636-291F-4DF9-9C58-B3B06DEC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5.4 · 10/13</a:t>
            </a:r>
          </a:p>
        </p:txBody>
      </p:sp>
    </p:spTree>
    <p:extLst>
      <p:ext uri="{BB962C8B-B14F-4D97-AF65-F5344CB8AC3E}">
        <p14:creationId xmlns:p14="http://schemas.microsoft.com/office/powerpoint/2010/main" val="13671254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8C6E6A-AF1A-42B5-A8EA-24640AE9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36E19-DCD5-4278-AFCC-073CEF4D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So spans[begin, end): exact match sets. Cảhai setsrỗng→1, một set rỗng→0.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3D4DF-4517-4245-8DF5-119CE913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true/pred: listspan pairsinteger.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E6B32-0872-42F9-8EFD-BC54FD16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D47A8E-1BEC-4F8C-AF78-7D50A6F7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5.4 · 11/13</a:t>
            </a:r>
          </a:p>
        </p:txBody>
      </p:sp>
    </p:spTree>
    <p:extLst>
      <p:ext uri="{BB962C8B-B14F-4D97-AF65-F5344CB8AC3E}">
        <p14:creationId xmlns:p14="http://schemas.microsoft.com/office/powerpoint/2010/main" val="21177467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9539B8-51C7-4CAA-978B-D23CD0C1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11009-ADA3-45C5-9B8C-C6569B5B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Tách compound words lớp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A9D45-A748-4804-BE74-02330392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Data: wordseg · {"train":300,"valid":80,"test":100}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00CB1F-320E-432B-9C8E-3C332888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Chấm: Meanword-spanF1, không boundary-F1; độdài đúng vàendscuối1.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5BC65-69D5-48F9-81DA-ED5B1D7C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Mở BTVN_03.txt, DATA_NOTE và sample_submission trước khi làm.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72A92F-6B30-45D4-BDA9-38500BAA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5.4 · 12/13</a:t>
            </a:r>
          </a:p>
        </p:txBody>
      </p:sp>
    </p:spTree>
    <p:extLst>
      <p:ext uri="{BB962C8B-B14F-4D97-AF65-F5344CB8AC3E}">
        <p14:creationId xmlns:p14="http://schemas.microsoft.com/office/powerpoint/2010/main" val="49801610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91B3B1-0E0F-43CB-AEAC-7B25F7A8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8924B9-7B89-474E-AE20-4B923DF4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Khôi phục rain+bow từends vàso spans khi thiếu một boundary.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CEAB2-0AB7-4AD0-879B-E0D2B803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AIO36,43; IOAI WordSeg baseline.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2DE31C-F964-416F-A695-4CAFFE0D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ioai25wordseg: notebook/data có sẵn; AIO43.2 POS hoặc43.3 NER nếu học mở rộng.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2DA9CF-25F6-4018-BFF4-64C71A34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5.4 · 13/13</a:t>
            </a:r>
          </a:p>
        </p:txBody>
      </p:sp>
    </p:spTree>
    <p:extLst>
      <p:ext uri="{BB962C8B-B14F-4D97-AF65-F5344CB8AC3E}">
        <p14:creationId xmlns:p14="http://schemas.microsoft.com/office/powerpoint/2010/main" val="7367748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2026-10-01T09:00:42.0760000Z</dcterms:created>
  <dcterms:modified xsi:type="dcterms:W3CDTF">2026-10-01T09:00:42.0760000Z</dcterms:modified>
</coreProperties>
</file>