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c4ca57c4a84110" /><Relationship Type="http://schemas.openxmlformats.org/officeDocument/2006/relationships/extended-properties" Target="/docProps/app.xml" Id="Rc4c88d2381fd40d1" /><Relationship Type="http://schemas.openxmlformats.org/officeDocument/2006/relationships/officeDocument" Target="/ppt/presentation.xml" Id="R779fda454b8442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ae1a2f62914dfd"/>
  </p:sldMasterIdLst>
  <p:notesMasterIdLst>
    <p:notesMasterId xmlns:r="http://schemas.openxmlformats.org/officeDocument/2006/relationships" r:id="Ref5c30457b03485e"/>
  </p:notesMasterIdLst>
  <p:sldIdLst>
    <p:sldId xmlns:r="http://schemas.openxmlformats.org/officeDocument/2006/relationships" id="256" r:id="Rd3ce9763402d4b0e"/>
    <p:sldId xmlns:r="http://schemas.openxmlformats.org/officeDocument/2006/relationships" id="257" r:id="R36707f6f4c574be7"/>
    <p:sldId xmlns:r="http://schemas.openxmlformats.org/officeDocument/2006/relationships" id="258" r:id="R10f37b12753f4ddd"/>
    <p:sldId xmlns:r="http://schemas.openxmlformats.org/officeDocument/2006/relationships" id="259" r:id="R796e673ab02c44bf"/>
    <p:sldId xmlns:r="http://schemas.openxmlformats.org/officeDocument/2006/relationships" id="260" r:id="R086bef054f3b47ee"/>
    <p:sldId xmlns:r="http://schemas.openxmlformats.org/officeDocument/2006/relationships" id="261" r:id="R2053cfdac3ce41b1"/>
    <p:sldId xmlns:r="http://schemas.openxmlformats.org/officeDocument/2006/relationships" id="262" r:id="Rafcd5c93d90a424d"/>
    <p:sldId xmlns:r="http://schemas.openxmlformats.org/officeDocument/2006/relationships" id="263" r:id="R9a7c06fc8b7f46cd"/>
    <p:sldId xmlns:r="http://schemas.openxmlformats.org/officeDocument/2006/relationships" id="264" r:id="R2f1249d3e604446d"/>
    <p:sldId xmlns:r="http://schemas.openxmlformats.org/officeDocument/2006/relationships" id="265" r:id="R1b41ee985fee48c0"/>
    <p:sldId xmlns:r="http://schemas.openxmlformats.org/officeDocument/2006/relationships" id="266" r:id="Rf6a28cf73ef3432b"/>
    <p:sldId xmlns:r="http://schemas.openxmlformats.org/officeDocument/2006/relationships" id="267" r:id="Rfde132f227cb499e"/>
    <p:sldId xmlns:r="http://schemas.openxmlformats.org/officeDocument/2006/relationships" id="268" r:id="R207ad19d103a4938"/>
    <p:sldId xmlns:r="http://schemas.openxmlformats.org/officeDocument/2006/relationships" id="269" r:id="R528950592a0246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1bc4cdd81a4762" /><Relationship Type="http://schemas.openxmlformats.org/officeDocument/2006/relationships/slideMaster" Target="/ppt/slideMasters/slideMaster1.xml" Id="R1cae1a2f62914dfd" /><Relationship Type="http://schemas.openxmlformats.org/officeDocument/2006/relationships/notesMaster" Target="/ppt/notesMasters/notesMaster1.xml" Id="Ref5c30457b03485e" /><Relationship Type="http://schemas.openxmlformats.org/officeDocument/2006/relationships/presProps" Target="/ppt/presProps.xml" Id="R6251efb24c294edc" /><Relationship Type="http://schemas.openxmlformats.org/officeDocument/2006/relationships/tableStyles" Target="/ppt/tableStyles.xml" Id="Rbc3d9446df164af3" /><Relationship Type="http://schemas.openxmlformats.org/officeDocument/2006/relationships/slide" Target="/ppt/slides/slide1.xml" Id="Rd3ce9763402d4b0e" /><Relationship Type="http://schemas.openxmlformats.org/officeDocument/2006/relationships/slide" Target="/ppt/slides/slide2.xml" Id="R36707f6f4c574be7" /><Relationship Type="http://schemas.openxmlformats.org/officeDocument/2006/relationships/slide" Target="/ppt/slides/slide3.xml" Id="R10f37b12753f4ddd" /><Relationship Type="http://schemas.openxmlformats.org/officeDocument/2006/relationships/slide" Target="/ppt/slides/slide4.xml" Id="R796e673ab02c44bf" /><Relationship Type="http://schemas.openxmlformats.org/officeDocument/2006/relationships/slide" Target="/ppt/slides/slide5.xml" Id="R086bef054f3b47ee" /><Relationship Type="http://schemas.openxmlformats.org/officeDocument/2006/relationships/slide" Target="/ppt/slides/slide6.xml" Id="R2053cfdac3ce41b1" /><Relationship Type="http://schemas.openxmlformats.org/officeDocument/2006/relationships/slide" Target="/ppt/slides/slide7.xml" Id="Rafcd5c93d90a424d" /><Relationship Type="http://schemas.openxmlformats.org/officeDocument/2006/relationships/slide" Target="/ppt/slides/slide8.xml" Id="R9a7c06fc8b7f46cd" /><Relationship Type="http://schemas.openxmlformats.org/officeDocument/2006/relationships/slide" Target="/ppt/slides/slide9.xml" Id="R2f1249d3e604446d" /><Relationship Type="http://schemas.openxmlformats.org/officeDocument/2006/relationships/slide" Target="/ppt/slides/slide10.xml" Id="R1b41ee985fee48c0" /><Relationship Type="http://schemas.openxmlformats.org/officeDocument/2006/relationships/slide" Target="/ppt/slides/slide11.xml" Id="Rf6a28cf73ef3432b" /><Relationship Type="http://schemas.openxmlformats.org/officeDocument/2006/relationships/slide" Target="/ppt/slides/slide12.xml" Id="Rfde132f227cb499e" /><Relationship Type="http://schemas.openxmlformats.org/officeDocument/2006/relationships/slide" Target="/ppt/slides/slide13.xml" Id="R207ad19d103a4938" /><Relationship Type="http://schemas.openxmlformats.org/officeDocument/2006/relationships/slide" Target="/ppt/slides/slide14.xml" Id="R528950592a0246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a3286550e34b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1954f331c8422a" /><Relationship Type="http://schemas.openxmlformats.org/officeDocument/2006/relationships/notesMaster" Target="/ppt/notesMasters/notesMaster1.xml" Id="Rd30b933a4cf2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62c01dce004f36" /><Relationship Type="http://schemas.openxmlformats.org/officeDocument/2006/relationships/notesMaster" Target="/ppt/notesMasters/notesMaster1.xml" Id="R121ccc6e46154d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96596d61504a54" /><Relationship Type="http://schemas.openxmlformats.org/officeDocument/2006/relationships/notesMaster" Target="/ppt/notesMasters/notesMaster1.xml" Id="R62a8029dd11346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ab26c084754715" /><Relationship Type="http://schemas.openxmlformats.org/officeDocument/2006/relationships/notesMaster" Target="/ppt/notesMasters/notesMaster1.xml" Id="R40d28d43e3684a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fcd24338364be1" /><Relationship Type="http://schemas.openxmlformats.org/officeDocument/2006/relationships/notesMaster" Target="/ppt/notesMasters/notesMaster1.xml" Id="R53fc9370c96a4b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434efefb554aba" /><Relationship Type="http://schemas.openxmlformats.org/officeDocument/2006/relationships/notesMaster" Target="/ppt/notesMasters/notesMaster1.xml" Id="R0f370a5c6ccb45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bdcb1955b34f43" /><Relationship Type="http://schemas.openxmlformats.org/officeDocument/2006/relationships/notesMaster" Target="/ppt/notesMasters/notesMaster1.xml" Id="Rc75147777d434c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bc7513ad934d56" /><Relationship Type="http://schemas.openxmlformats.org/officeDocument/2006/relationships/notesMaster" Target="/ppt/notesMasters/notesMaster1.xml" Id="R52715617399540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0f8290393b412c" /><Relationship Type="http://schemas.openxmlformats.org/officeDocument/2006/relationships/notesMaster" Target="/ppt/notesMasters/notesMaster1.xml" Id="R1a79e8ff0d6344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3b4f9ad8d547ac" /><Relationship Type="http://schemas.openxmlformats.org/officeDocument/2006/relationships/notesMaster" Target="/ppt/notesMasters/notesMaster1.xml" Id="R0da84ec82e3840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096f9011414767" /><Relationship Type="http://schemas.openxmlformats.org/officeDocument/2006/relationships/notesMaster" Target="/ppt/notesMasters/notesMaster1.xml" Id="Rfcb2dd863e8f4d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b561df31cb4994" /><Relationship Type="http://schemas.openxmlformats.org/officeDocument/2006/relationships/notesMaster" Target="/ppt/notesMasters/notesMaster1.xml" Id="R7aa491c272b54e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6baafad8f542d1" /><Relationship Type="http://schemas.openxmlformats.org/officeDocument/2006/relationships/notesMaster" Target="/ppt/notesMasters/notesMaster1.xml" Id="Rdff4d4f1a4164c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ce4d2ad8be42f3" /><Relationship Type="http://schemas.openxmlformats.org/officeDocument/2006/relationships/notesMaster" Target="/ppt/notesMasters/notesMaster1.xml" Id="R5fcbeb7b362b48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AIO50; PyTorch DCGAN tutorial.. AIO50.2 chương trình DCGAN-BERTs và50.3 trắc nghiệm; tutorial DCGAN là nhánh PyTorch có sẵn.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4.9: GAN</a:t>
            </a:r>
          </a:p>
          <a:p xmlns:a="http://schemas.openxmlformats.org/drawingml/2006/main">
            <a:r>
              <a:t>Nguồn giáo trình: AIO50; PyTorch DCGAN tutorial.</a:t>
            </a:r>
          </a:p>
          <a:p xmlns:a="http://schemas.openxmlformats.org/drawingml/2006/main">
            <a:r>
              <a:t>Bài tiếp theo trong nguồn: AIO50.2 chương trình DCGAN-BERTs và50.3 trắc nghiệm; tutorial DCGAN là nhánh PyTorch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4.9: GAN</a:t>
            </a:r>
          </a:p>
          <a:p xmlns:a="http://schemas.openxmlformats.org/drawingml/2006/main">
            <a:r>
              <a:t>Nguồn giáo trình: AIO50; PyTorch DCGAN tutorial.</a:t>
            </a:r>
          </a:p>
          <a:p xmlns:a="http://schemas.openxmlformats.org/drawingml/2006/main">
            <a:r>
              <a:t>Bài tiếp theo trong nguồn: AIO50.2 chương trình DCGAN-BERTs và50.3 trắc nghiệm; tutorial DCGAN là nhánh PyTorch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4.9: GAN</a:t>
            </a:r>
          </a:p>
          <a:p xmlns:a="http://schemas.openxmlformats.org/drawingml/2006/main">
            <a:r>
              <a:t>Nguồn giáo trình: AIO50; PyTorch DCGAN tutorial.</a:t>
            </a:r>
          </a:p>
          <a:p xmlns:a="http://schemas.openxmlformats.org/drawingml/2006/main">
            <a:r>
              <a:t>Bài tiếp theo trong nguồn: AIO50.2 chương trình DCGAN-BERTs và50.3 trắc nghiệm; tutorial DCGAN là nhánh PyTorch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4.9: GAN</a:t>
            </a:r>
          </a:p>
          <a:p xmlns:a="http://schemas.openxmlformats.org/drawingml/2006/main">
            <a:r>
              <a:t>Nguồn giáo trình: AIO50; PyTorch DCGAN tutorial.</a:t>
            </a:r>
          </a:p>
          <a:p xmlns:a="http://schemas.openxmlformats.org/drawingml/2006/main">
            <a:r>
              <a:t>Bài tiếp theo trong nguồn: AIO50.2 chương trình DCGAN-BERTs và50.3 trắc nghiệm; tutorial DCGAN là nhánh PyTorch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4.9: GAN</a:t>
            </a:r>
          </a:p>
          <a:p xmlns:a="http://schemas.openxmlformats.org/drawingml/2006/main">
            <a:r>
              <a:t>Nguồn giáo trình: AIO50; PyTorch DCGAN tutorial.</a:t>
            </a:r>
          </a:p>
          <a:p xmlns:a="http://schemas.openxmlformats.org/drawingml/2006/main">
            <a:r>
              <a:t>Bài tiếp theo trong nguồn: AIO50.2 chương trình DCGAN-BERTs và50.3 trắc nghiệm; tutorial DCGAN là nhánh PyTorch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4.9: GAN</a:t>
            </a:r>
          </a:p>
          <a:p xmlns:a="http://schemas.openxmlformats.org/drawingml/2006/main">
            <a:r>
              <a:t>Nguồn giáo trình: AIO50; PyTorch DCGAN tutorial.</a:t>
            </a:r>
          </a:p>
          <a:p xmlns:a="http://schemas.openxmlformats.org/drawingml/2006/main">
            <a:r>
              <a:t>Bài tiếp theo trong nguồn: AIO50.2 chương trình DCGAN-BERTs và50.3 trắc nghiệm; tutorial DCGAN là nhánh PyTorch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4.9: GAN</a:t>
            </a:r>
          </a:p>
          <a:p xmlns:a="http://schemas.openxmlformats.org/drawingml/2006/main">
            <a:r>
              <a:t>Nguồn giáo trình: AIO50; PyTorch DCGAN tutorial.</a:t>
            </a:r>
          </a:p>
          <a:p xmlns:a="http://schemas.openxmlformats.org/drawingml/2006/main">
            <a:r>
              <a:t>Bài tiếp theo trong nguồn: AIO50.2 chương trình DCGAN-BERTs và50.3 trắc nghiệm; tutorial DCGAN là nhánh PyTorch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{"D":0.4462871026284194,"G":1.6094379124341003}</a:t>
            </a:r>
          </a:p>
          <a:p xmlns:a="http://schemas.openxmlformats.org/drawingml/2006/main">
            <a:r>
              <a:t>Tham khảo: AIO50; PyTorch DCGAN tutorial.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{"mean":2,"variance":0.6666666666666666}</a:t>
            </a:r>
          </a:p>
          <a:p xmlns:a="http://schemas.openxmlformats.org/drawingml/2006/main">
            <a:r>
              <a:t>Tham khảo: AIO50; PyTorch DCGAN tutorial.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4.9: GAN</a:t>
            </a:r>
          </a:p>
          <a:p xmlns:a="http://schemas.openxmlformats.org/drawingml/2006/main">
            <a:r>
              <a:t>Nguồn giáo trình: AIO50; PyTorch DCGAN tutorial.</a:t>
            </a:r>
          </a:p>
          <a:p xmlns:a="http://schemas.openxmlformats.org/drawingml/2006/main">
            <a:r>
              <a:t>Bài tiếp theo trong nguồn: AIO50.2 chương trình DCGAN-BERTs và50.3 trắc nghiệm; tutorial DCGAN là nhánh PyTorch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4.9: GAN</a:t>
            </a:r>
          </a:p>
          <a:p xmlns:a="http://schemas.openxmlformats.org/drawingml/2006/main">
            <a:r>
              <a:t>Nguồn giáo trình: AIO50; PyTorch DCGAN tutorial.</a:t>
            </a:r>
          </a:p>
          <a:p xmlns:a="http://schemas.openxmlformats.org/drawingml/2006/main">
            <a:r>
              <a:t>Bài tiếp theo trong nguồn: AIO50.2 chương trình DCGAN-BERTs và50.3 trắc nghiệm; tutorial DCGAN là nhánh PyTorch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4.9: GAN</a:t>
            </a:r>
          </a:p>
          <a:p xmlns:a="http://schemas.openxmlformats.org/drawingml/2006/main">
            <a:r>
              <a:t>Nguồn giáo trình: AIO50; PyTorch DCGAN tutorial.</a:t>
            </a:r>
          </a:p>
          <a:p xmlns:a="http://schemas.openxmlformats.org/drawingml/2006/main">
            <a:r>
              <a:t>Bài tiếp theo trong nguồn: AIO50.2 chương trình DCGAN-BERTs và50.3 trắc nghiệm; tutorial DCGAN là nhánh PyTorch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4.9: GAN</a:t>
            </a:r>
          </a:p>
          <a:p xmlns:a="http://schemas.openxmlformats.org/drawingml/2006/main">
            <a:r>
              <a:t>Nguồn giáo trình: AIO50; PyTorch DCGAN tutorial.</a:t>
            </a:r>
          </a:p>
          <a:p xmlns:a="http://schemas.openxmlformats.org/drawingml/2006/main">
            <a:r>
              <a:t>Bài tiếp theo trong nguồn: AIO50.2 chương trình DCGAN-BERTs và50.3 trắc nghiệm; tutorial DCGAN là nhánh PyTorch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55eb6512744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89dd09046f4059" /><Relationship Type="http://schemas.openxmlformats.org/officeDocument/2006/relationships/slideLayout" Target="/ppt/slideLayouts/slideLayout1.xml" Id="Rd2200e6d435048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200e6d435048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6e135b34c4935" /><Relationship Type="http://schemas.openxmlformats.org/officeDocument/2006/relationships/notesSlide" Target="/ppt/notesSlides/notesSlide1.xml" Id="Ra44cd213c75142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eb58b91e74473" /><Relationship Type="http://schemas.openxmlformats.org/officeDocument/2006/relationships/notesSlide" Target="/ppt/notesSlides/notesSlide2.xml" Id="R17ca76b9841149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8106b910e4457" /><Relationship Type="http://schemas.openxmlformats.org/officeDocument/2006/relationships/notesSlide" Target="/ppt/notesSlides/notesSlide3.xml" Id="R723858daf9fa44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ff678aee4495a" /><Relationship Type="http://schemas.openxmlformats.org/officeDocument/2006/relationships/notesSlide" Target="/ppt/notesSlides/notesSlide4.xml" Id="R397889e3eed44b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3dd312a04485f" /><Relationship Type="http://schemas.openxmlformats.org/officeDocument/2006/relationships/notesSlide" Target="/ppt/notesSlides/notesSlide5.xml" Id="Rb0008a63f16a42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090cd2e5c45e8" /><Relationship Type="http://schemas.openxmlformats.org/officeDocument/2006/relationships/notesSlide" Target="/ppt/notesSlides/notesSlide6.xml" Id="R87a27ab9fb3c4e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bacd231c44c3c" /><Relationship Type="http://schemas.openxmlformats.org/officeDocument/2006/relationships/notesSlide" Target="/ppt/notesSlides/notesSlide7.xml" Id="R9abb5b1d3a0642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d85098122412b" /><Relationship Type="http://schemas.openxmlformats.org/officeDocument/2006/relationships/notesSlide" Target="/ppt/notesSlides/notesSlide8.xml" Id="R2b210fa1d62a41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12636ff7b4604" /><Relationship Type="http://schemas.openxmlformats.org/officeDocument/2006/relationships/notesSlide" Target="/ppt/notesSlides/notesSlide9.xml" Id="R229f3526e22549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fc8c9436245b2" /><Relationship Type="http://schemas.openxmlformats.org/officeDocument/2006/relationships/notesSlide" Target="/ppt/notesSlides/notesSlide10.xml" Id="Rf37afa2d3e8946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78cbde40f406a" /><Relationship Type="http://schemas.openxmlformats.org/officeDocument/2006/relationships/notesSlide" Target="/ppt/notesSlides/notesSlide11.xml" Id="R756d33d8702d4a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f8a3b122e4fa1" /><Relationship Type="http://schemas.openxmlformats.org/officeDocument/2006/relationships/notesSlide" Target="/ppt/notesSlides/notesSlide12.xml" Id="Rbf4805fa191740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15d6778c6465c" /><Relationship Type="http://schemas.openxmlformats.org/officeDocument/2006/relationships/notesSlide" Target="/ppt/notesSlides/notesSlide13.xml" Id="R4a6934a5d8004e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bfb7914c04bf1" /><Relationship Type="http://schemas.openxmlformats.org/officeDocument/2006/relationships/notesSlide" Target="/ppt/notesSlides/notesSlide14.xml" Id="R0114ecb52a1540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A25E7-E010-45AD-9288-ACCCBBAC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4.9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532C1-7814-4D39-B2F7-1F0212FB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GAN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469D8-8C6F-4F4E-AE10-0A0EDDE9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Generator và discriminator học hai mục tiêu nào?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496A4-6827-4AC7-B7CF-B60E9342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4.9 · 1/14</a:t>
            </a:r>
          </a:p>
        </p:txBody>
      </p:sp>
    </p:spTree>
    <p:extLst>
      <p:ext uri="{BB962C8B-B14F-4D97-AF65-F5344CB8AC3E}">
        <p14:creationId xmlns:p14="http://schemas.microsoft.com/office/powerpoint/2010/main" val="815797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FC631-882E-48F5-B641-5559B200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E7C92-6950-427A-9718-CAD8493B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Discriminator phân biệt real/fake; generator tạo samples đánh lừaD.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1F43D-A8C9-4CF3-9BB1-101FB4CD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Training luân phiên; detach fake khi cập nhậtD, giữ graph khi cậpnhậtG.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E0F29-3FA2-4945-8649-86B1F046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Mode collapse: samples thiếuđa dạng; loss đơn lẻ không đủ chấm chất lượng.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13943-5D2C-429E-92DF-CF6F195A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 loss=-mean(log D(G(z))) trong non-saturating variant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EAF24-ACF5-4AC7-96D6-AED7A49E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4.9 · 2/14</a:t>
            </a:r>
          </a:p>
        </p:txBody>
      </p:sp>
    </p:spTree>
    <p:extLst>
      <p:ext uri="{BB962C8B-B14F-4D97-AF65-F5344CB8AC3E}">
        <p14:creationId xmlns:p14="http://schemas.microsoft.com/office/powerpoint/2010/main" val="2117340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29D18-C5F4-466E-8153-19D63B04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real_prob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[0.8]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fake_prob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A59C7-90A1-47A9-B568-0F5846B9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4.9 · 3/14</a:t>
            </a:r>
          </a:p>
        </p:txBody>
      </p:sp>
    </p:spTree>
    <p:extLst>
      <p:ext uri="{BB962C8B-B14F-4D97-AF65-F5344CB8AC3E}">
        <p14:creationId xmlns:p14="http://schemas.microsoft.com/office/powerpoint/2010/main" val="1749727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22750-0639-4285-B6A8-8DAA1517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E274F-6F16-49E5-9A9C-1D5CA234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"D": 0.446287,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"G": 1.609438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501AB-E015-4925-8DA9-79820969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4.9 · 4/14</a:t>
            </a:r>
          </a:p>
        </p:txBody>
      </p:sp>
    </p:spTree>
    <p:extLst>
      <p:ext uri="{BB962C8B-B14F-4D97-AF65-F5344CB8AC3E}">
        <p14:creationId xmlns:p14="http://schemas.microsoft.com/office/powerpoint/2010/main" val="1022362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DD099-9CB0-41B4-9019-1727C509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39354-DA46-42D2-80C8-383074BC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 import nn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torch.manual_seed(42)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torch.set_num_threads(1)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GAN 1D: dữ liệu thật ở đây là Gaussian tổng hợp, không ảnh thực.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G=nn.Sequential(nn.Linear(1,8),nn.Tanh(),nn.Linear(8,1))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D=nn.Sequential(nn.Linear(1,8),nn.ReLU(),nn.Linear(8,1))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opt_G=torch.optim.Adam(G.parameters(),lr=.01);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opt_D=torch.optim.Adam(D.parameters(),lr=.01)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loss_fn=nn.BCEWithLogitsLoss()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real=torch.randn(64,1)*.5+2; z=torch.randn(64,1)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opt_D.zero_grad(); fake=G(z).detach()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loss_D=loss_fn(D(real),torch.ones(64,1))+loss_fn(D(fake),torch.zeros(64,1))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loss_D.backward(); opt_D.step()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12A08-75BF-4481-A23D-FD2C5D40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1EAD0-6E06-4758-9B77-579FD9BF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4.9 · 5/14</a:t>
            </a:r>
          </a:p>
        </p:txBody>
      </p:sp>
    </p:spTree>
    <p:extLst>
      <p:ext uri="{BB962C8B-B14F-4D97-AF65-F5344CB8AC3E}">
        <p14:creationId xmlns:p14="http://schemas.microsoft.com/office/powerpoint/2010/main" val="766647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A516D-47BA-40B9-9E3F-687C23A5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F9443-9EE4-45BB-BF1D-8683B9D6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opt_G.zero_grad(); fake=G(z)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loss_G=loss_fn(D(fake),torch.ones(64,1))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loss_G.backward(); opt_G.step()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print("Một D step loss:",round(loss_D.item(),4))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print("Một G step loss:",round(loss_G.item(),4))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Một update không đủ học distribution; bài GAN ảnh sử dụng DCGAN tutorial.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0AA01-A7D3-40B5-9D22-709BCC4E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7DDAA-68D9-4054-BBFD-2466FBE9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4.9 · 6/14</a:t>
            </a:r>
          </a:p>
        </p:txBody>
      </p:sp>
    </p:spTree>
    <p:extLst>
      <p:ext uri="{BB962C8B-B14F-4D97-AF65-F5344CB8AC3E}">
        <p14:creationId xmlns:p14="http://schemas.microsoft.com/office/powerpoint/2010/main" val="1047584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92389-7B51-438E-824B-BB80F095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6FB83-5DCC-4B59-8BDD-0EA4719B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Một D step loss: 1.0835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Một G step loss: 0.7719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3A2E1-ACB0-4E38-8830-DC34865C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4.9 · 7/14</a:t>
            </a:r>
          </a:p>
        </p:txBody>
      </p:sp>
    </p:spTree>
    <p:extLst>
      <p:ext uri="{BB962C8B-B14F-4D97-AF65-F5344CB8AC3E}">
        <p14:creationId xmlns:p14="http://schemas.microsoft.com/office/powerpoint/2010/main" val="2792916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DEE0D-5C0C-467D-BD28-A7F4EFEC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47210-F0B2-4FA6-B92D-88EA628E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gọi mộtupdateGAN1D làGAN ảnh đã train thành công.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47186-4440-4F78-9022-E0B7E63E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Chỉ dòngdetach và giải thích tại sao khôngdetach trongGstep.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A1E99-D9B2-484E-87A0-969BE50C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4.9 · 8/14</a:t>
            </a:r>
          </a:p>
        </p:txBody>
      </p:sp>
    </p:spTree>
    <p:extLst>
      <p:ext uri="{BB962C8B-B14F-4D97-AF65-F5344CB8AC3E}">
        <p14:creationId xmlns:p14="http://schemas.microsoft.com/office/powerpoint/2010/main" val="188910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A167C-4F42-4B0D-93EF-53528ABE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30A46-005E-45FB-A2C2-6C23E895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Dloss=-mean(logrealprob)-mean(log(1-fakeprob)); Gloss=-mean(logfakeprob). Prob in(0,1).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real_prob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[0.8]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fake_prob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200E1-299A-4C51-8FC4-B06E4273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4.9 · 9/14</a:t>
            </a:r>
          </a:p>
        </p:txBody>
      </p:sp>
    </p:spTree>
    <p:extLst>
      <p:ext uri="{BB962C8B-B14F-4D97-AF65-F5344CB8AC3E}">
        <p14:creationId xmlns:p14="http://schemas.microsoft.com/office/powerpoint/2010/main" val="17713113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2C3F6-E8D2-46DB-8B85-89616AD7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A0109-C490-4F56-A9A5-FCB1ACB0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mean, populationvariance; phân biệt generatorcollapse với cùng mean.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[1,2,3]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31F7B-160E-4257-981C-F552C29F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4.9 · 10/14</a:t>
            </a:r>
          </a:p>
        </p:txBody>
      </p:sp>
    </p:spTree>
    <p:extLst>
      <p:ext uri="{BB962C8B-B14F-4D97-AF65-F5344CB8AC3E}">
        <p14:creationId xmlns:p14="http://schemas.microsoft.com/office/powerpoint/2010/main" val="13150915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AD96D-D752-4354-8ED7-C730C8E6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19ACF-4061-4B07-8899-5C1AAF99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Dloss=-mean(logrealprob)-mean(log(1-fakeprob)); Gloss=-mean(logfakeprob). Prob in(0,1).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91C1F-8B87-4FEC-B7C8-3CA17C95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real_prob/fake_prob: nonemptylists(0,1).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F8BBB-F1ED-4750-A47D-FCA012C0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3753D-D3BF-4E32-B52D-56F3DBFC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4.9 · 11/14</a:t>
            </a:r>
          </a:p>
        </p:txBody>
      </p:sp>
    </p:spTree>
    <p:extLst>
      <p:ext uri="{BB962C8B-B14F-4D97-AF65-F5344CB8AC3E}">
        <p14:creationId xmlns:p14="http://schemas.microsoft.com/office/powerpoint/2010/main" val="2437189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7942B-67A9-4133-A992-64F06C6C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61E5E-77A5-42C8-8E7C-BAB5D663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mean, populationvariance; phân biệt generatorcollapse với cùng mean.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15729-A066-4646-BEF5-E81563BB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values: nonemptylistnumber.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56FA0-8FFA-4CB1-B266-8652787B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8E3D7-A247-4DF1-B956-6976E607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4.9 · 12/14</a:t>
            </a:r>
          </a:p>
        </p:txBody>
      </p:sp>
    </p:spTree>
    <p:extLst>
      <p:ext uri="{BB962C8B-B14F-4D97-AF65-F5344CB8AC3E}">
        <p14:creationId xmlns:p14="http://schemas.microsoft.com/office/powerpoint/2010/main" val="12257180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C493E-B698-48AF-A10A-71267188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9AFE9-1F25-4082-BA13-50CC57FD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Sinh phân bố 1D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20A48-B3A3-412D-9C63-CBE6475B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gan · {"train":512,"valid":512,"test":1000}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1AC29-3598-4B60-B864-A57242C3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Score=exp(-Wasserstein1D); khôngchấmtrùngtừngsample.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4619-6987-4E18-8A73-0B1F5540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2BAAF-3378-495F-95A4-36A9C4B0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4.9 · 13/14</a:t>
            </a:r>
          </a:p>
        </p:txBody>
      </p:sp>
    </p:spTree>
    <p:extLst>
      <p:ext uri="{BB962C8B-B14F-4D97-AF65-F5344CB8AC3E}">
        <p14:creationId xmlns:p14="http://schemas.microsoft.com/office/powerpoint/2010/main" val="11563829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645FA-A7EA-4B75-8393-D4B5F56A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F8EE5-00DE-4B80-BF36-CF7CFE71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Chỉ dòngdetach và giải thích tại sao khôngdetach trongGstep.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7AC52-9474-4686-9CE1-9C57D25C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AIO50; PyTorch DCGAN tutorial.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7206E-C946-4F68-967E-0945AC5C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AIO50.2 chương trình DCGAN-BERTs và50.3 trắc nghiệm; tutorial DCGAN là nhánh PyTorch có sẵn.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0CA64-1EC1-40D3-B200-B0FF3617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4.9 · 14/14</a:t>
            </a:r>
          </a:p>
        </p:txBody>
      </p:sp>
    </p:spTree>
    <p:extLst>
      <p:ext uri="{BB962C8B-B14F-4D97-AF65-F5344CB8AC3E}">
        <p14:creationId xmlns:p14="http://schemas.microsoft.com/office/powerpoint/2010/main" val="540783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2026-10-01T09:01:26.6620000Z</dcterms:created>
  <dcterms:modified xsi:type="dcterms:W3CDTF">2026-10-01T09:01:26.6620000Z</dcterms:modified>
</coreProperties>
</file>