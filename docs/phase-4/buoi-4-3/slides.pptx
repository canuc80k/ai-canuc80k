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83647aeb3a4130" /><Relationship Type="http://schemas.openxmlformats.org/officeDocument/2006/relationships/extended-properties" Target="/docProps/app.xml" Id="R411a1dd605d14d15" /><Relationship Type="http://schemas.openxmlformats.org/officeDocument/2006/relationships/officeDocument" Target="/ppt/presentation.xml" Id="Rf0ec6bcd98304d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ecba705483497b"/>
  </p:sldMasterIdLst>
  <p:notesMasterIdLst>
    <p:notesMasterId xmlns:r="http://schemas.openxmlformats.org/officeDocument/2006/relationships" r:id="Raf9cd9f467da4f48"/>
  </p:notesMasterIdLst>
  <p:sldIdLst>
    <p:sldId xmlns:r="http://schemas.openxmlformats.org/officeDocument/2006/relationships" id="256" r:id="R3f3ad9300ff043ee"/>
    <p:sldId xmlns:r="http://schemas.openxmlformats.org/officeDocument/2006/relationships" id="257" r:id="Rc2f886abd293452b"/>
    <p:sldId xmlns:r="http://schemas.openxmlformats.org/officeDocument/2006/relationships" id="258" r:id="R1a797981ac934647"/>
    <p:sldId xmlns:r="http://schemas.openxmlformats.org/officeDocument/2006/relationships" id="259" r:id="R73799473f13e4870"/>
    <p:sldId xmlns:r="http://schemas.openxmlformats.org/officeDocument/2006/relationships" id="260" r:id="R188e76d74b8448db"/>
    <p:sldId xmlns:r="http://schemas.openxmlformats.org/officeDocument/2006/relationships" id="261" r:id="Rafc877f38dab4091"/>
    <p:sldId xmlns:r="http://schemas.openxmlformats.org/officeDocument/2006/relationships" id="262" r:id="R61346f10c52742d9"/>
    <p:sldId xmlns:r="http://schemas.openxmlformats.org/officeDocument/2006/relationships" id="263" r:id="R85efe4497dab4198"/>
    <p:sldId xmlns:r="http://schemas.openxmlformats.org/officeDocument/2006/relationships" id="264" r:id="Rf2f4556a88d74ad7"/>
    <p:sldId xmlns:r="http://schemas.openxmlformats.org/officeDocument/2006/relationships" id="265" r:id="R05cacd6a04bd48de"/>
    <p:sldId xmlns:r="http://schemas.openxmlformats.org/officeDocument/2006/relationships" id="266" r:id="R412e7554700a4580"/>
    <p:sldId xmlns:r="http://schemas.openxmlformats.org/officeDocument/2006/relationships" id="267" r:id="Rb75695de446c4770"/>
    <p:sldId xmlns:r="http://schemas.openxmlformats.org/officeDocument/2006/relationships" id="268" r:id="Rcfddf781133548af"/>
    <p:sldId xmlns:r="http://schemas.openxmlformats.org/officeDocument/2006/relationships" id="269" r:id="Rb416a6464e404a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bfe180c11845a2" /><Relationship Type="http://schemas.openxmlformats.org/officeDocument/2006/relationships/slideMaster" Target="/ppt/slideMasters/slideMaster1.xml" Id="Rf1ecba705483497b" /><Relationship Type="http://schemas.openxmlformats.org/officeDocument/2006/relationships/notesMaster" Target="/ppt/notesMasters/notesMaster1.xml" Id="Raf9cd9f467da4f48" /><Relationship Type="http://schemas.openxmlformats.org/officeDocument/2006/relationships/presProps" Target="/ppt/presProps.xml" Id="R9241a26daabf411d" /><Relationship Type="http://schemas.openxmlformats.org/officeDocument/2006/relationships/tableStyles" Target="/ppt/tableStyles.xml" Id="Ref3a0cd679cf43cf" /><Relationship Type="http://schemas.openxmlformats.org/officeDocument/2006/relationships/slide" Target="/ppt/slides/slide1.xml" Id="R3f3ad9300ff043ee" /><Relationship Type="http://schemas.openxmlformats.org/officeDocument/2006/relationships/slide" Target="/ppt/slides/slide2.xml" Id="Rc2f886abd293452b" /><Relationship Type="http://schemas.openxmlformats.org/officeDocument/2006/relationships/slide" Target="/ppt/slides/slide3.xml" Id="R1a797981ac934647" /><Relationship Type="http://schemas.openxmlformats.org/officeDocument/2006/relationships/slide" Target="/ppt/slides/slide4.xml" Id="R73799473f13e4870" /><Relationship Type="http://schemas.openxmlformats.org/officeDocument/2006/relationships/slide" Target="/ppt/slides/slide5.xml" Id="R188e76d74b8448db" /><Relationship Type="http://schemas.openxmlformats.org/officeDocument/2006/relationships/slide" Target="/ppt/slides/slide6.xml" Id="Rafc877f38dab4091" /><Relationship Type="http://schemas.openxmlformats.org/officeDocument/2006/relationships/slide" Target="/ppt/slides/slide7.xml" Id="R61346f10c52742d9" /><Relationship Type="http://schemas.openxmlformats.org/officeDocument/2006/relationships/slide" Target="/ppt/slides/slide8.xml" Id="R85efe4497dab4198" /><Relationship Type="http://schemas.openxmlformats.org/officeDocument/2006/relationships/slide" Target="/ppt/slides/slide9.xml" Id="Rf2f4556a88d74ad7" /><Relationship Type="http://schemas.openxmlformats.org/officeDocument/2006/relationships/slide" Target="/ppt/slides/slide10.xml" Id="R05cacd6a04bd48de" /><Relationship Type="http://schemas.openxmlformats.org/officeDocument/2006/relationships/slide" Target="/ppt/slides/slide11.xml" Id="R412e7554700a4580" /><Relationship Type="http://schemas.openxmlformats.org/officeDocument/2006/relationships/slide" Target="/ppt/slides/slide12.xml" Id="Rb75695de446c4770" /><Relationship Type="http://schemas.openxmlformats.org/officeDocument/2006/relationships/slide" Target="/ppt/slides/slide13.xml" Id="Rcfddf781133548af" /><Relationship Type="http://schemas.openxmlformats.org/officeDocument/2006/relationships/slide" Target="/ppt/slides/slide14.xml" Id="Rb416a6464e404a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ca8e3099094d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d8db1bc53f4bf7" /><Relationship Type="http://schemas.openxmlformats.org/officeDocument/2006/relationships/notesMaster" Target="/ppt/notesMasters/notesMaster1.xml" Id="Rb881c69f627e4a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644fd2e7394ef4" /><Relationship Type="http://schemas.openxmlformats.org/officeDocument/2006/relationships/notesMaster" Target="/ppt/notesMasters/notesMaster1.xml" Id="R478f399fe4dd4f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0d1daf734e4912" /><Relationship Type="http://schemas.openxmlformats.org/officeDocument/2006/relationships/notesMaster" Target="/ppt/notesMasters/notesMaster1.xml" Id="Rae7c8abf68b64d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625b8b93ce44bc" /><Relationship Type="http://schemas.openxmlformats.org/officeDocument/2006/relationships/notesMaster" Target="/ppt/notesMasters/notesMaster1.xml" Id="R88acd639f3a842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0a7715dd2044d8" /><Relationship Type="http://schemas.openxmlformats.org/officeDocument/2006/relationships/notesMaster" Target="/ppt/notesMasters/notesMaster1.xml" Id="R1648449576b34e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a8b88520074b69" /><Relationship Type="http://schemas.openxmlformats.org/officeDocument/2006/relationships/notesMaster" Target="/ppt/notesMasters/notesMaster1.xml" Id="R2e78f43160cd4f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065fa8564945fd" /><Relationship Type="http://schemas.openxmlformats.org/officeDocument/2006/relationships/notesMaster" Target="/ppt/notesMasters/notesMaster1.xml" Id="R81620aee9f6646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ec4bbb91264f2f" /><Relationship Type="http://schemas.openxmlformats.org/officeDocument/2006/relationships/notesMaster" Target="/ppt/notesMasters/notesMaster1.xml" Id="R87e1386b081c4b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3d43cfeb0e45b8" /><Relationship Type="http://schemas.openxmlformats.org/officeDocument/2006/relationships/notesMaster" Target="/ppt/notesMasters/notesMaster1.xml" Id="R243f75f890ff46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787800f8914084" /><Relationship Type="http://schemas.openxmlformats.org/officeDocument/2006/relationships/notesMaster" Target="/ppt/notesMasters/notesMaster1.xml" Id="Ra19f84101e7441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f57d96f9444ac4" /><Relationship Type="http://schemas.openxmlformats.org/officeDocument/2006/relationships/notesMaster" Target="/ppt/notesMasters/notesMaster1.xml" Id="R8200ab68b7f649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174ae54eb14d1e" /><Relationship Type="http://schemas.openxmlformats.org/officeDocument/2006/relationships/notesMaster" Target="/ppt/notesMasters/notesMaster1.xml" Id="R2cb32e6daae844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e8de76e86c4b96" /><Relationship Type="http://schemas.openxmlformats.org/officeDocument/2006/relationships/notesMaster" Target="/ppt/notesMasters/notesMaster1.xml" Id="R51e53b7e7d2441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0f57f3c09d44f1" /><Relationship Type="http://schemas.openxmlformats.org/officeDocument/2006/relationships/notesMaster" Target="/ppt/notesMasters/notesMaster1.xml" Id="R7997e517c6c849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35,37.3,40; PyTorch Transfer Learning tutorial.. AIO 40.2 Bài Tập và Gợi Ý;37.3 thực hành Vision Transformer.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4.3: Vision encoders và transfer learning</a:t>
            </a:r>
          </a:p>
          <a:p xmlns:a="http://schemas.openxmlformats.org/drawingml/2006/main">
            <a:r>
              <a:t>Nguồn giáo trình: AIO 35,37.3,40; PyTorch Transfer Learning tutorial.</a:t>
            </a:r>
          </a:p>
          <a:p xmlns:a="http://schemas.openxmlformats.org/drawingml/2006/main">
            <a:r>
              <a:t>Bài tiếp theo trong nguồn: AIO 40.2 Bài Tập và Gợi Ý;37.3 thực hành Vision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4.3: Vision encoders và transfer learning</a:t>
            </a:r>
          </a:p>
          <a:p xmlns:a="http://schemas.openxmlformats.org/drawingml/2006/main">
            <a:r>
              <a:t>Nguồn giáo trình: AIO 35,37.3,40; PyTorch Transfer Learning tutorial.</a:t>
            </a:r>
          </a:p>
          <a:p xmlns:a="http://schemas.openxmlformats.org/drawingml/2006/main">
            <a:r>
              <a:t>Bài tiếp theo trong nguồn: AIO 40.2 Bài Tập và Gợi Ý;37.3 thực hành Vision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4.3: Vision encoders và transfer learning</a:t>
            </a:r>
          </a:p>
          <a:p xmlns:a="http://schemas.openxmlformats.org/drawingml/2006/main">
            <a:r>
              <a:t>Nguồn giáo trình: AIO 35,37.3,40; PyTorch Transfer Learning tutorial.</a:t>
            </a:r>
          </a:p>
          <a:p xmlns:a="http://schemas.openxmlformats.org/drawingml/2006/main">
            <a:r>
              <a:t>Bài tiếp theo trong nguồn: AIO 40.2 Bài Tập và Gợi Ý;37.3 thực hành Vision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4.3: Vision encoders và transfer learning</a:t>
            </a:r>
          </a:p>
          <a:p xmlns:a="http://schemas.openxmlformats.org/drawingml/2006/main">
            <a:r>
              <a:t>Nguồn giáo trình: AIO 35,37.3,40; PyTorch Transfer Learning tutorial.</a:t>
            </a:r>
          </a:p>
          <a:p xmlns:a="http://schemas.openxmlformats.org/drawingml/2006/main">
            <a:r>
              <a:t>Bài tiếp theo trong nguồn: AIO 40.2 Bài Tập và Gợi Ý;37.3 thực hành Vision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4.3: Vision encoders và transfer learning</a:t>
            </a:r>
          </a:p>
          <a:p xmlns:a="http://schemas.openxmlformats.org/drawingml/2006/main">
            <a:r>
              <a:t>Nguồn giáo trình: AIO 35,37.3,40; PyTorch Transfer Learning tutorial.</a:t>
            </a:r>
          </a:p>
          <a:p xmlns:a="http://schemas.openxmlformats.org/drawingml/2006/main">
            <a:r>
              <a:t>Bài tiếp theo trong nguồn: AIO 40.2 Bài Tập và Gợi Ý;37.3 thực hành Vision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4.3: Vision encoders và transfer learning</a:t>
            </a:r>
          </a:p>
          <a:p xmlns:a="http://schemas.openxmlformats.org/drawingml/2006/main">
            <a:r>
              <a:t>Nguồn giáo trình: AIO 35,37.3,40; PyTorch Transfer Learning tutorial.</a:t>
            </a:r>
          </a:p>
          <a:p xmlns:a="http://schemas.openxmlformats.org/drawingml/2006/main">
            <a:r>
              <a:t>Bài tiếp theo trong nguồn: AIO 40.2 Bài Tập và Gợi Ý;37.3 thực hành Vision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4.3: Vision encoders và transfer learning</a:t>
            </a:r>
          </a:p>
          <a:p xmlns:a="http://schemas.openxmlformats.org/drawingml/2006/main">
            <a:r>
              <a:t>Nguồn giáo trình: AIO 35,37.3,40; PyTorch Transfer Learning tutorial.</a:t>
            </a:r>
          </a:p>
          <a:p xmlns:a="http://schemas.openxmlformats.org/drawingml/2006/main">
            <a:r>
              <a:t>Bài tiếp theo trong nguồn: AIO 40.2 Bài Tập và Gợi Ý;37.3 thực hành Vision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9</a:t>
            </a:r>
          </a:p>
          <a:p xmlns:a="http://schemas.openxmlformats.org/drawingml/2006/main">
            <a:r>
              <a:t>Tham khảo: AIO 35,37.3,40; PyTorch Transfer Learning tutorial.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16</a:t>
            </a:r>
          </a:p>
          <a:p xmlns:a="http://schemas.openxmlformats.org/drawingml/2006/main">
            <a:r>
              <a:t>Tham khảo: AIO 35,37.3,40; PyTorch Transfer Learning tutorial.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4.3: Vision encoders và transfer learning</a:t>
            </a:r>
          </a:p>
          <a:p xmlns:a="http://schemas.openxmlformats.org/drawingml/2006/main">
            <a:r>
              <a:t>Nguồn giáo trình: AIO 35,37.3,40; PyTorch Transfer Learning tutorial.</a:t>
            </a:r>
          </a:p>
          <a:p xmlns:a="http://schemas.openxmlformats.org/drawingml/2006/main">
            <a:r>
              <a:t>Bài tiếp theo trong nguồn: AIO 40.2 Bài Tập và Gợi Ý;37.3 thực hành Vision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4.3: Vision encoders và transfer learning</a:t>
            </a:r>
          </a:p>
          <a:p xmlns:a="http://schemas.openxmlformats.org/drawingml/2006/main">
            <a:r>
              <a:t>Nguồn giáo trình: AIO 35,37.3,40; PyTorch Transfer Learning tutorial.</a:t>
            </a:r>
          </a:p>
          <a:p xmlns:a="http://schemas.openxmlformats.org/drawingml/2006/main">
            <a:r>
              <a:t>Bài tiếp theo trong nguồn: AIO 40.2 Bài Tập và Gợi Ý;37.3 thực hành Vision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4.3: Vision encoders và transfer learning</a:t>
            </a:r>
          </a:p>
          <a:p xmlns:a="http://schemas.openxmlformats.org/drawingml/2006/main">
            <a:r>
              <a:t>Nguồn giáo trình: AIO 35,37.3,40; PyTorch Transfer Learning tutorial.</a:t>
            </a:r>
          </a:p>
          <a:p xmlns:a="http://schemas.openxmlformats.org/drawingml/2006/main">
            <a:r>
              <a:t>Bài tiếp theo trong nguồn: AIO 40.2 Bài Tập và Gợi Ý;37.3 thực hành Vision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4.3: Vision encoders và transfer learning</a:t>
            </a:r>
          </a:p>
          <a:p xmlns:a="http://schemas.openxmlformats.org/drawingml/2006/main">
            <a:r>
              <a:t>Nguồn giáo trình: AIO 35,37.3,40; PyTorch Transfer Learning tutorial.</a:t>
            </a:r>
          </a:p>
          <a:p xmlns:a="http://schemas.openxmlformats.org/drawingml/2006/main">
            <a:r>
              <a:t>Bài tiếp theo trong nguồn: AIO 40.2 Bài Tập và Gợi Ý;37.3 thực hành Vision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5678f50634f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bb3a64fc6b4598" /><Relationship Type="http://schemas.openxmlformats.org/officeDocument/2006/relationships/slideLayout" Target="/ppt/slideLayouts/slideLayout1.xml" Id="R72d2211b66444a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d2211b66444a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130fa82494c77" /><Relationship Type="http://schemas.openxmlformats.org/officeDocument/2006/relationships/notesSlide" Target="/ppt/notesSlides/notesSlide1.xml" Id="R45ce1263d36849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ab772c5344999" /><Relationship Type="http://schemas.openxmlformats.org/officeDocument/2006/relationships/notesSlide" Target="/ppt/notesSlides/notesSlide2.xml" Id="R9b983c3423aa4e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5104131a04008" /><Relationship Type="http://schemas.openxmlformats.org/officeDocument/2006/relationships/notesSlide" Target="/ppt/notesSlides/notesSlide3.xml" Id="R77f02df8002d43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e0f4328604ad6" /><Relationship Type="http://schemas.openxmlformats.org/officeDocument/2006/relationships/notesSlide" Target="/ppt/notesSlides/notesSlide4.xml" Id="R32e10a92d67e47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c4c36b8dc464a" /><Relationship Type="http://schemas.openxmlformats.org/officeDocument/2006/relationships/notesSlide" Target="/ppt/notesSlides/notesSlide5.xml" Id="R5c4dc59a89434d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bc285e5784dde" /><Relationship Type="http://schemas.openxmlformats.org/officeDocument/2006/relationships/notesSlide" Target="/ppt/notesSlides/notesSlide6.xml" Id="R19edf765921b49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1775c111f4ab6" /><Relationship Type="http://schemas.openxmlformats.org/officeDocument/2006/relationships/notesSlide" Target="/ppt/notesSlides/notesSlide7.xml" Id="Rc8c7be80940742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0766548d94a50" /><Relationship Type="http://schemas.openxmlformats.org/officeDocument/2006/relationships/notesSlide" Target="/ppt/notesSlides/notesSlide8.xml" Id="Rfea19d86851a47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f89a576c644a1" /><Relationship Type="http://schemas.openxmlformats.org/officeDocument/2006/relationships/notesSlide" Target="/ppt/notesSlides/notesSlide9.xml" Id="Rbbf387f7aab748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c0797151a45a7" /><Relationship Type="http://schemas.openxmlformats.org/officeDocument/2006/relationships/notesSlide" Target="/ppt/notesSlides/notesSlide10.xml" Id="R87a75b44438f41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741d0db184622" /><Relationship Type="http://schemas.openxmlformats.org/officeDocument/2006/relationships/notesSlide" Target="/ppt/notesSlides/notesSlide11.xml" Id="R6598fdca27cb4d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049985cb94991" /><Relationship Type="http://schemas.openxmlformats.org/officeDocument/2006/relationships/notesSlide" Target="/ppt/notesSlides/notesSlide12.xml" Id="R45345114ca0340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ac455e6ea4856" /><Relationship Type="http://schemas.openxmlformats.org/officeDocument/2006/relationships/notesSlide" Target="/ppt/notesSlides/notesSlide13.xml" Id="Reac1d5fd54cd4c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fd9af41cd4ea7" /><Relationship Type="http://schemas.openxmlformats.org/officeDocument/2006/relationships/notesSlide" Target="/ppt/notesSlides/notesSlide14.xml" Id="R4288fd0488444b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0834C-4933-487E-88C2-A427E219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4.3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03D7D-5D75-4678-96D8-70EF7604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Vision encoders và transfer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83980-3B13-40D8-B4FC-281EB6C7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Freeze một encoder chưa pretrained có phải transfer learning tốt?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07064-F23D-4C5A-9699-1373045F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4.3 · 1/14</a:t>
            </a:r>
          </a:p>
        </p:txBody>
      </p:sp>
    </p:spTree>
    <p:extLst>
      <p:ext uri="{BB962C8B-B14F-4D97-AF65-F5344CB8AC3E}">
        <p14:creationId xmlns:p14="http://schemas.microsoft.com/office/powerpoint/2010/main" val="572612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C6693-04ED-4F31-8A55-E0F963A1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D9086-F4AB-4AF7-9D61-0E4DEF0E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Pretraining tạo weights đã học; architecture weights=None chưa có tri thức đó.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A0D12-420B-47C7-9F04-04CE2786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Freeze giữ base; thay head/fine-tune khi dữ liệu và budget cho phép.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19974-77B1-4314-A607-7A527AB5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ViT chia patch tokens, cần đúng preprocess/position theo checkpoint.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C2382-00A6-4FC4-9085-4B9104E9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Patch tokens=(H/P)×(W/P)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8AF31-8CAB-432F-BE68-2EC0793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4.3 · 2/14</a:t>
            </a:r>
          </a:p>
        </p:txBody>
      </p:sp>
    </p:spTree>
    <p:extLst>
      <p:ext uri="{BB962C8B-B14F-4D97-AF65-F5344CB8AC3E}">
        <p14:creationId xmlns:p14="http://schemas.microsoft.com/office/powerpoint/2010/main" val="2050773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5AD4F-8A18-4410-9FF0-7AEBBE70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name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trainable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head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1B226-4D0F-424A-ADE4-FE89F0D8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4.3 · 3/14</a:t>
            </a:r>
          </a:p>
        </p:txBody>
      </p:sp>
    </p:spTree>
    <p:extLst>
      <p:ext uri="{BB962C8B-B14F-4D97-AF65-F5344CB8AC3E}">
        <p14:creationId xmlns:p14="http://schemas.microsoft.com/office/powerpoint/2010/main" val="664714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86DCA-E485-43C7-99B0-FDD57160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278CE-B873-446D-92C0-56BFF659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4F86D-E904-4104-B656-1B5E9298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4.3 · 4/14</a:t>
            </a:r>
          </a:p>
        </p:txBody>
      </p:sp>
    </p:spTree>
    <p:extLst>
      <p:ext uri="{BB962C8B-B14F-4D97-AF65-F5344CB8AC3E}">
        <p14:creationId xmlns:p14="http://schemas.microsoft.com/office/powerpoint/2010/main" val="458364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198AB-F501-434C-BE63-6E5F94B4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40C63-2A19-485C-B85E-30CE5C40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torchvision.models import resnet18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torch.manual_seed(42)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torch.set_num_threads(1)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weights=None minh họa architecture và freezing, KHÔNG phải pretrained model.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model=resnet18(weights=None)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p in model.parameters(): p.requires_grad=False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model.fc=nn.Linear(model.fc.in_features,3)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model.eval()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X=torch.randn(2,3,64,64)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with torch.no_grad(): output=model(X)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print("Output shape:",tuple(output.shape))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print("Params cần train:",sum(p.numel() for p in model.parameters() if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8A58D-DD9C-433E-A1A7-B233F4DD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ECFFB-1707-4493-A9DD-048CB373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4.3 · 5/14</a:t>
            </a:r>
          </a:p>
        </p:txBody>
      </p:sp>
    </p:spTree>
    <p:extLst>
      <p:ext uri="{BB962C8B-B14F-4D97-AF65-F5344CB8AC3E}">
        <p14:creationId xmlns:p14="http://schemas.microsoft.com/office/powerpoint/2010/main" val="28227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A1921-90D2-4D33-BC57-E568294D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D6F0A-386F-47AD-B5A4-A7C9B3DB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p.requires_grad))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print("Ví dụ này không đo chất lượng transfer learning.")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tuple(output.shape)==(2,3)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Bài thực hành thật: dùng checkpoint được cấp trong nguồn và transforms đúng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weights.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66898-EBEE-4AB0-8465-19D62D7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B1AD1-DF4D-4AAE-8643-FB02404F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4.3 · 6/14</a:t>
            </a:r>
          </a:p>
        </p:txBody>
      </p:sp>
    </p:spTree>
    <p:extLst>
      <p:ext uri="{BB962C8B-B14F-4D97-AF65-F5344CB8AC3E}">
        <p14:creationId xmlns:p14="http://schemas.microsoft.com/office/powerpoint/2010/main" val="11830263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70E38-7D85-4414-9194-D0D9CAD7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EC07C-3900-4C44-931A-94BBD25E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Output shape: (2, 3)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Params cần train: 1539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Ví dụ này không đo chất lượng transfer learning.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29E23-6CB4-46CD-9C19-7846D6E2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4.3 · 7/14</a:t>
            </a:r>
          </a:p>
        </p:txBody>
      </p:sp>
    </p:spTree>
    <p:extLst>
      <p:ext uri="{BB962C8B-B14F-4D97-AF65-F5344CB8AC3E}">
        <p14:creationId xmlns:p14="http://schemas.microsoft.com/office/powerpoint/2010/main" val="5481648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8D5CC-D20A-41BF-A759-5AB095A9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1C16C-F9AA-4F36-B6BF-9C86641C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gọi demo architecture randomly initialized là kết quả pretrained.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109C6-B609-4C84-90AE-F49CB0CB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Chỉ ra weights bịfreeze và head được train trong demoResNet.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26194-3D52-48BE-AD73-840624F9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4.3 · 8/14</a:t>
            </a:r>
          </a:p>
        </p:txBody>
      </p:sp>
    </p:spTree>
    <p:extLst>
      <p:ext uri="{BB962C8B-B14F-4D97-AF65-F5344CB8AC3E}">
        <p14:creationId xmlns:p14="http://schemas.microsoft.com/office/powerpoint/2010/main" val="11991094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FC2A2-37F8-4326-B52B-5C5AB9ED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C21F2-8323-4153-BBED-83E1CB6C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Tổng số parameters trainable của các layers được đánh trainable=true.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name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trainable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head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E3459-B12D-4376-8BB6-E8ED8407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4.3 · 9/14</a:t>
            </a:r>
          </a:p>
        </p:txBody>
      </p:sp>
    </p:spTree>
    <p:extLst>
      <p:ext uri="{BB962C8B-B14F-4D97-AF65-F5344CB8AC3E}">
        <p14:creationId xmlns:p14="http://schemas.microsoft.com/office/powerpoint/2010/main" val="5345067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33913-C46F-471B-87B2-64666674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813DF-543E-4F51-8AB1-E801BB58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ẢnhHxW chia patch p x p, H/Wchiahết p; trả số tokens chưaCLS.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E0CDA-11DF-4C4D-AF02-1581E84E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4.3 · 10/14</a:t>
            </a:r>
          </a:p>
        </p:txBody>
      </p:sp>
    </p:spTree>
    <p:extLst>
      <p:ext uri="{BB962C8B-B14F-4D97-AF65-F5344CB8AC3E}">
        <p14:creationId xmlns:p14="http://schemas.microsoft.com/office/powerpoint/2010/main" val="6711669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4A3DC-D6BF-4EA4-B40F-87EF8DC2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7FDA9-9421-4465-9530-C02E35CD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Tổng số parameters trainable của các layers được đánh trainable=true.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54104-D0B9-406B-92CB-AD03AACA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layers: list{name, count&gt;=0, trainable: boolean}.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4D25B-D9D4-4748-B283-C41D251B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4C842-A64D-4278-8158-07BF03E0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4.3 · 11/14</a:t>
            </a:r>
          </a:p>
        </p:txBody>
      </p:sp>
    </p:spTree>
    <p:extLst>
      <p:ext uri="{BB962C8B-B14F-4D97-AF65-F5344CB8AC3E}">
        <p14:creationId xmlns:p14="http://schemas.microsoft.com/office/powerpoint/2010/main" val="14127533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76579-7869-4A80-A2A2-37A7D216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BE954-6232-4574-8A28-17DB1997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ẢnhHxW chia patch p x p, H/Wchiahết p; trả số tokens chưaCLS.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2B4C2-423B-4E07-B47E-3B62A461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h, w, p: positiveint, H/W divisibleby 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9E71D-C2EF-4D59-B054-2D9DA3DD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1561C-10B4-4802-AF52-094A4C0A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4.3 · 12/14</a:t>
            </a:r>
          </a:p>
        </p:txBody>
      </p:sp>
    </p:spTree>
    <p:extLst>
      <p:ext uri="{BB962C8B-B14F-4D97-AF65-F5344CB8AC3E}">
        <p14:creationId xmlns:p14="http://schemas.microsoft.com/office/powerpoint/2010/main" val="5858170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1FBB7-FD97-41F5-B3AF-81806B3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05321-FF06-46B8-9CA8-68662752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Frozen encoder và 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90457-097F-4978-AF12-4A4B9B74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digits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99E3D-9668-4474-B11E-5004F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labels0..9.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D17D7-333E-47DD-AAF7-C38CE643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A1AA9-ECBF-4387-90E5-CAA00888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4.3 · 13/14</a:t>
            </a:r>
          </a:p>
        </p:txBody>
      </p:sp>
    </p:spTree>
    <p:extLst>
      <p:ext uri="{BB962C8B-B14F-4D97-AF65-F5344CB8AC3E}">
        <p14:creationId xmlns:p14="http://schemas.microsoft.com/office/powerpoint/2010/main" val="7061201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524A1-9816-4906-A946-BA74D00B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E02C5-3CC0-425D-B71A-6EEB80B8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Chỉ ra weights bịfreeze và head được train trong demoResNet.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99410-087B-4544-9C1F-9FBD9D7A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35,37.3,40; PyTorch Transfer Learning tutorial.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B9A1D-3638-40B0-8887-6C0D69A5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40.2 Bài Tập và Gợi Ý;37.3 thực hành Vision Transformer.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0AF06-3281-47C6-9972-4ABEB0EC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4.3 · 14/14</a:t>
            </a:r>
          </a:p>
        </p:txBody>
      </p:sp>
    </p:spTree>
    <p:extLst>
      <p:ext uri="{BB962C8B-B14F-4D97-AF65-F5344CB8AC3E}">
        <p14:creationId xmlns:p14="http://schemas.microsoft.com/office/powerpoint/2010/main" val="592651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2026-10-01T09:00:35.8870000Z</dcterms:created>
  <dcterms:modified xsi:type="dcterms:W3CDTF">2026-10-01T09:00:35.8870000Z</dcterms:modified>
</coreProperties>
</file>