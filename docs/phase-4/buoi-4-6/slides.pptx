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314ff21ab24cd1" /><Relationship Type="http://schemas.openxmlformats.org/officeDocument/2006/relationships/extended-properties" Target="/docProps/app.xml" Id="R99a33ba474f64a7a" /><Relationship Type="http://schemas.openxmlformats.org/officeDocument/2006/relationships/officeDocument" Target="/ppt/presentation.xml" Id="R03ea8e95952642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862da3cde94d8e"/>
  </p:sldMasterIdLst>
  <p:notesMasterIdLst>
    <p:notesMasterId xmlns:r="http://schemas.openxmlformats.org/officeDocument/2006/relationships" r:id="Re61e4e81837c4515"/>
  </p:notesMasterIdLst>
  <p:sldIdLst>
    <p:sldId xmlns:r="http://schemas.openxmlformats.org/officeDocument/2006/relationships" id="256" r:id="R35512351324d4509"/>
    <p:sldId xmlns:r="http://schemas.openxmlformats.org/officeDocument/2006/relationships" id="257" r:id="R07ff11e0e37147d3"/>
    <p:sldId xmlns:r="http://schemas.openxmlformats.org/officeDocument/2006/relationships" id="258" r:id="R82c7bf2512cb435f"/>
    <p:sldId xmlns:r="http://schemas.openxmlformats.org/officeDocument/2006/relationships" id="259" r:id="R0a56234ee57a4a54"/>
    <p:sldId xmlns:r="http://schemas.openxmlformats.org/officeDocument/2006/relationships" id="260" r:id="R061be2fc57fe4470"/>
    <p:sldId xmlns:r="http://schemas.openxmlformats.org/officeDocument/2006/relationships" id="261" r:id="Rc1e38cdc639240b1"/>
    <p:sldId xmlns:r="http://schemas.openxmlformats.org/officeDocument/2006/relationships" id="262" r:id="R883b38fc2e7e4c84"/>
    <p:sldId xmlns:r="http://schemas.openxmlformats.org/officeDocument/2006/relationships" id="263" r:id="R1c5256c69119463a"/>
    <p:sldId xmlns:r="http://schemas.openxmlformats.org/officeDocument/2006/relationships" id="264" r:id="Rb8fd80bad6a44b6c"/>
    <p:sldId xmlns:r="http://schemas.openxmlformats.org/officeDocument/2006/relationships" id="265" r:id="R8c3b1c0a4b4047e3"/>
    <p:sldId xmlns:r="http://schemas.openxmlformats.org/officeDocument/2006/relationships" id="266" r:id="R8b09b5786af34121"/>
    <p:sldId xmlns:r="http://schemas.openxmlformats.org/officeDocument/2006/relationships" id="267" r:id="Ra1e5ba1ed87344ea"/>
    <p:sldId xmlns:r="http://schemas.openxmlformats.org/officeDocument/2006/relationships" id="268" r:id="Re63b959f32b04934"/>
    <p:sldId xmlns:r="http://schemas.openxmlformats.org/officeDocument/2006/relationships" id="269" r:id="R573333fc91654f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a10a62950747d8" /><Relationship Type="http://schemas.openxmlformats.org/officeDocument/2006/relationships/slideMaster" Target="/ppt/slideMasters/slideMaster1.xml" Id="R29862da3cde94d8e" /><Relationship Type="http://schemas.openxmlformats.org/officeDocument/2006/relationships/notesMaster" Target="/ppt/notesMasters/notesMaster1.xml" Id="Re61e4e81837c4515" /><Relationship Type="http://schemas.openxmlformats.org/officeDocument/2006/relationships/presProps" Target="/ppt/presProps.xml" Id="Ra1fb20d749084bea" /><Relationship Type="http://schemas.openxmlformats.org/officeDocument/2006/relationships/tableStyles" Target="/ppt/tableStyles.xml" Id="Rfe28b28080754f54" /><Relationship Type="http://schemas.openxmlformats.org/officeDocument/2006/relationships/slide" Target="/ppt/slides/slide1.xml" Id="R35512351324d4509" /><Relationship Type="http://schemas.openxmlformats.org/officeDocument/2006/relationships/slide" Target="/ppt/slides/slide2.xml" Id="R07ff11e0e37147d3" /><Relationship Type="http://schemas.openxmlformats.org/officeDocument/2006/relationships/slide" Target="/ppt/slides/slide3.xml" Id="R82c7bf2512cb435f" /><Relationship Type="http://schemas.openxmlformats.org/officeDocument/2006/relationships/slide" Target="/ppt/slides/slide4.xml" Id="R0a56234ee57a4a54" /><Relationship Type="http://schemas.openxmlformats.org/officeDocument/2006/relationships/slide" Target="/ppt/slides/slide5.xml" Id="R061be2fc57fe4470" /><Relationship Type="http://schemas.openxmlformats.org/officeDocument/2006/relationships/slide" Target="/ppt/slides/slide6.xml" Id="Rc1e38cdc639240b1" /><Relationship Type="http://schemas.openxmlformats.org/officeDocument/2006/relationships/slide" Target="/ppt/slides/slide7.xml" Id="R883b38fc2e7e4c84" /><Relationship Type="http://schemas.openxmlformats.org/officeDocument/2006/relationships/slide" Target="/ppt/slides/slide8.xml" Id="R1c5256c69119463a" /><Relationship Type="http://schemas.openxmlformats.org/officeDocument/2006/relationships/slide" Target="/ppt/slides/slide9.xml" Id="Rb8fd80bad6a44b6c" /><Relationship Type="http://schemas.openxmlformats.org/officeDocument/2006/relationships/slide" Target="/ppt/slides/slide10.xml" Id="R8c3b1c0a4b4047e3" /><Relationship Type="http://schemas.openxmlformats.org/officeDocument/2006/relationships/slide" Target="/ppt/slides/slide11.xml" Id="R8b09b5786af34121" /><Relationship Type="http://schemas.openxmlformats.org/officeDocument/2006/relationships/slide" Target="/ppt/slides/slide12.xml" Id="Ra1e5ba1ed87344ea" /><Relationship Type="http://schemas.openxmlformats.org/officeDocument/2006/relationships/slide" Target="/ppt/slides/slide13.xml" Id="Re63b959f32b04934" /><Relationship Type="http://schemas.openxmlformats.org/officeDocument/2006/relationships/slide" Target="/ppt/slides/slide14.xml" Id="R573333fc91654f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ec1c7105084d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b35d1b55be4c3b" /><Relationship Type="http://schemas.openxmlformats.org/officeDocument/2006/relationships/notesMaster" Target="/ppt/notesMasters/notesMaster1.xml" Id="Rdb0df67f95d14d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7019b139d14b66" /><Relationship Type="http://schemas.openxmlformats.org/officeDocument/2006/relationships/notesMaster" Target="/ppt/notesMasters/notesMaster1.xml" Id="R2660b37f2f404c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71377981c04896" /><Relationship Type="http://schemas.openxmlformats.org/officeDocument/2006/relationships/notesMaster" Target="/ppt/notesMasters/notesMaster1.xml" Id="Rd7b7f853ccd744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80978d020945c6" /><Relationship Type="http://schemas.openxmlformats.org/officeDocument/2006/relationships/notesMaster" Target="/ppt/notesMasters/notesMaster1.xml" Id="R1fbf82afbebc4a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aa5c798738461b" /><Relationship Type="http://schemas.openxmlformats.org/officeDocument/2006/relationships/notesMaster" Target="/ppt/notesMasters/notesMaster1.xml" Id="Raee7610615ca4e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aec2a301004b21" /><Relationship Type="http://schemas.openxmlformats.org/officeDocument/2006/relationships/notesMaster" Target="/ppt/notesMasters/notesMaster1.xml" Id="R292ca9b6813a4d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4779ce4a004db7" /><Relationship Type="http://schemas.openxmlformats.org/officeDocument/2006/relationships/notesMaster" Target="/ppt/notesMasters/notesMaster1.xml" Id="Rb87b843623214f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148ceb4aa2405b" /><Relationship Type="http://schemas.openxmlformats.org/officeDocument/2006/relationships/notesMaster" Target="/ppt/notesMasters/notesMaster1.xml" Id="Ra9dc893867264b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0435e0f3ac4c5d" /><Relationship Type="http://schemas.openxmlformats.org/officeDocument/2006/relationships/notesMaster" Target="/ppt/notesMasters/notesMaster1.xml" Id="Raff92977056440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e3342fcc58420b" /><Relationship Type="http://schemas.openxmlformats.org/officeDocument/2006/relationships/notesMaster" Target="/ppt/notesMasters/notesMaster1.xml" Id="R1d214917d63741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4ab179485048f5" /><Relationship Type="http://schemas.openxmlformats.org/officeDocument/2006/relationships/notesMaster" Target="/ppt/notesMasters/notesMaster1.xml" Id="Re40cbaf1492c4f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b8de7ba8e349de" /><Relationship Type="http://schemas.openxmlformats.org/officeDocument/2006/relationships/notesMaster" Target="/ppt/notesMasters/notesMaster1.xml" Id="Ra31a1526c77247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e3b8374ef824196" /><Relationship Type="http://schemas.openxmlformats.org/officeDocument/2006/relationships/notesMaster" Target="/ppt/notesMasters/notesMaster1.xml" Id="R3df770098ee247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6eef626ec847fd" /><Relationship Type="http://schemas.openxmlformats.org/officeDocument/2006/relationships/notesMaster" Target="/ppt/notesMasters/notesMaster1.xml" Id="Rc80be00bfd424d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AIO40; IOAI Radar/Weather baseline.. AIO40.2 phần segmentation; ioai25radarpre baseline.ipynb và bài LQDOJ cùng tên.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4.6: Image segmentation và U-Net</a:t>
            </a:r>
          </a:p>
          <a:p xmlns:a="http://schemas.openxmlformats.org/drawingml/2006/main">
            <a:r>
              <a:t>Nguồn giáo trình: AIO40; IOAI Radar/Weather baseline.</a:t>
            </a:r>
          </a:p>
          <a:p xmlns:a="http://schemas.openxmlformats.org/drawingml/2006/main">
            <a:r>
              <a:t>Bài tiếp theo trong nguồn: AIO40.2 phần segmentation; ioai25radarpre baseline.ipynb và bài LQDOJ cùng tên.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4.6: Image segmentation và U-Net</a:t>
            </a:r>
          </a:p>
          <a:p xmlns:a="http://schemas.openxmlformats.org/drawingml/2006/main">
            <a:r>
              <a:t>Nguồn giáo trình: AIO40; IOAI Radar/Weather baseline.</a:t>
            </a:r>
          </a:p>
          <a:p xmlns:a="http://schemas.openxmlformats.org/drawingml/2006/main">
            <a:r>
              <a:t>Bài tiếp theo trong nguồn: AIO40.2 phần segmentation; ioai25radarpre baseline.ipynb và bài LQDOJ cùng tên.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4.6: Image segmentation và U-Net</a:t>
            </a:r>
          </a:p>
          <a:p xmlns:a="http://schemas.openxmlformats.org/drawingml/2006/main">
            <a:r>
              <a:t>Nguồn giáo trình: AIO40; IOAI Radar/Weather baseline.</a:t>
            </a:r>
          </a:p>
          <a:p xmlns:a="http://schemas.openxmlformats.org/drawingml/2006/main">
            <a:r>
              <a:t>Bài tiếp theo trong nguồn: AIO40.2 phần segmentation; ioai25radarpre baseline.ipynb và bài LQDOJ cùng tên.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4.6: Image segmentation và U-Net</a:t>
            </a:r>
          </a:p>
          <a:p xmlns:a="http://schemas.openxmlformats.org/drawingml/2006/main">
            <a:r>
              <a:t>Nguồn giáo trình: AIO40; IOAI Radar/Weather baseline.</a:t>
            </a:r>
          </a:p>
          <a:p xmlns:a="http://schemas.openxmlformats.org/drawingml/2006/main">
            <a:r>
              <a:t>Bài tiếp theo trong nguồn: AIO40.2 phần segmentation; ioai25radarpre baseline.ipynb và bài LQDOJ cùng tên.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4.6: Image segmentation và U-Net</a:t>
            </a:r>
          </a:p>
          <a:p xmlns:a="http://schemas.openxmlformats.org/drawingml/2006/main">
            <a:r>
              <a:t>Nguồn giáo trình: AIO40; IOAI Radar/Weather baseline.</a:t>
            </a:r>
          </a:p>
          <a:p xmlns:a="http://schemas.openxmlformats.org/drawingml/2006/main">
            <a:r>
              <a:t>Bài tiếp theo trong nguồn: AIO40.2 phần segmentation; ioai25radarpre baseline.ipynb và bài LQDOJ cùng tên.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4.6: Image segmentation và U-Net</a:t>
            </a:r>
          </a:p>
          <a:p xmlns:a="http://schemas.openxmlformats.org/drawingml/2006/main">
            <a:r>
              <a:t>Nguồn giáo trình: AIO40; IOAI Radar/Weather baseline.</a:t>
            </a:r>
          </a:p>
          <a:p xmlns:a="http://schemas.openxmlformats.org/drawingml/2006/main">
            <a:r>
              <a:t>Bài tiếp theo trong nguồn: AIO40.2 phần segmentation; ioai25radarpre baseline.ipynb và bài LQDOJ cùng tên.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4.6: Image segmentation và U-Net</a:t>
            </a:r>
          </a:p>
          <a:p xmlns:a="http://schemas.openxmlformats.org/drawingml/2006/main">
            <a:r>
              <a:t>Nguồn giáo trình: AIO40; IOAI Radar/Weather baseline.</a:t>
            </a:r>
          </a:p>
          <a:p xmlns:a="http://schemas.openxmlformats.org/drawingml/2006/main">
            <a:r>
              <a:t>Bài tiếp theo trong nguồn: AIO40.2 phần segmentation; ioai25radarpre baseline.ipynb và bài LQDOJ cùng tên.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{"iou":0.6666666666666666,"dice":0.8}</a:t>
            </a:r>
          </a:p>
          <a:p xmlns:a="http://schemas.openxmlformats.org/drawingml/2006/main">
            <a:r>
              <a:t>Tham khảo: AIO40; IOAI Radar/Weather baseline.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0.5098039215686274</a:t>
            </a:r>
          </a:p>
          <a:p xmlns:a="http://schemas.openxmlformats.org/drawingml/2006/main">
            <a:r>
              <a:t>Tham khảo: AIO40; IOAI Radar/Weather baseline.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4.6: Image segmentation và U-Net</a:t>
            </a:r>
          </a:p>
          <a:p xmlns:a="http://schemas.openxmlformats.org/drawingml/2006/main">
            <a:r>
              <a:t>Nguồn giáo trình: AIO40; IOAI Radar/Weather baseline.</a:t>
            </a:r>
          </a:p>
          <a:p xmlns:a="http://schemas.openxmlformats.org/drawingml/2006/main">
            <a:r>
              <a:t>Bài tiếp theo trong nguồn: AIO40.2 phần segmentation; ioai25radarpre baseline.ipynb và bài LQDOJ cùng tên.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4.6: Image segmentation và U-Net</a:t>
            </a:r>
          </a:p>
          <a:p xmlns:a="http://schemas.openxmlformats.org/drawingml/2006/main">
            <a:r>
              <a:t>Nguồn giáo trình: AIO40; IOAI Radar/Weather baseline.</a:t>
            </a:r>
          </a:p>
          <a:p xmlns:a="http://schemas.openxmlformats.org/drawingml/2006/main">
            <a:r>
              <a:t>Bài tiếp theo trong nguồn: AIO40.2 phần segmentation; ioai25radarpre baseline.ipynb và bài LQDOJ cùng tên.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4.6: Image segmentation và U-Net</a:t>
            </a:r>
          </a:p>
          <a:p xmlns:a="http://schemas.openxmlformats.org/drawingml/2006/main">
            <a:r>
              <a:t>Nguồn giáo trình: AIO40; IOAI Radar/Weather baseline.</a:t>
            </a:r>
          </a:p>
          <a:p xmlns:a="http://schemas.openxmlformats.org/drawingml/2006/main">
            <a:r>
              <a:t>Bài tiếp theo trong nguồn: AIO40.2 phần segmentation; ioai25radarpre baseline.ipynb và bài LQDOJ cùng tên.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4.6: Image segmentation và U-Net</a:t>
            </a:r>
          </a:p>
          <a:p xmlns:a="http://schemas.openxmlformats.org/drawingml/2006/main">
            <a:r>
              <a:t>Nguồn giáo trình: AIO40; IOAI Radar/Weather baseline.</a:t>
            </a:r>
          </a:p>
          <a:p xmlns:a="http://schemas.openxmlformats.org/drawingml/2006/main">
            <a:r>
              <a:t>Bài tiếp theo trong nguồn: AIO40.2 phần segmentation; ioai25radarpre baseline.ipynb và bài LQDOJ cùng tên.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abd5b2e22f4c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75e55aea174e71" /><Relationship Type="http://schemas.openxmlformats.org/officeDocument/2006/relationships/slideLayout" Target="/ppt/slideLayouts/slideLayout1.xml" Id="R777ce84a869c42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7ce84a869c42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a150faca24b45" /><Relationship Type="http://schemas.openxmlformats.org/officeDocument/2006/relationships/notesSlide" Target="/ppt/notesSlides/notesSlide1.xml" Id="R533e69cd26344d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cf113e47a4cd7" /><Relationship Type="http://schemas.openxmlformats.org/officeDocument/2006/relationships/notesSlide" Target="/ppt/notesSlides/notesSlide2.xml" Id="Rba9bf83207bf4b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c07b9601d49da" /><Relationship Type="http://schemas.openxmlformats.org/officeDocument/2006/relationships/notesSlide" Target="/ppt/notesSlides/notesSlide3.xml" Id="Rf5a748b90bdb44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f4c5c4cac4212" /><Relationship Type="http://schemas.openxmlformats.org/officeDocument/2006/relationships/notesSlide" Target="/ppt/notesSlides/notesSlide4.xml" Id="Rf4630592a0de4c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77899b28f4b4e" /><Relationship Type="http://schemas.openxmlformats.org/officeDocument/2006/relationships/notesSlide" Target="/ppt/notesSlides/notesSlide5.xml" Id="R45521fb7b4df44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462c7f1e043d3" /><Relationship Type="http://schemas.openxmlformats.org/officeDocument/2006/relationships/notesSlide" Target="/ppt/notesSlides/notesSlide6.xml" Id="Rdaa594ad9bd049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464ff305e42e5" /><Relationship Type="http://schemas.openxmlformats.org/officeDocument/2006/relationships/notesSlide" Target="/ppt/notesSlides/notesSlide7.xml" Id="Re38de2a9b76640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c5070bb244c10" /><Relationship Type="http://schemas.openxmlformats.org/officeDocument/2006/relationships/notesSlide" Target="/ppt/notesSlides/notesSlide8.xml" Id="R8f318384ff6c46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615adc72a48a5" /><Relationship Type="http://schemas.openxmlformats.org/officeDocument/2006/relationships/notesSlide" Target="/ppt/notesSlides/notesSlide9.xml" Id="R63c52d2a083b4a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623b3f1e84d78" /><Relationship Type="http://schemas.openxmlformats.org/officeDocument/2006/relationships/notesSlide" Target="/ppt/notesSlides/notesSlide10.xml" Id="R2aed9a7c1f6149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b0c15067b4ffb" /><Relationship Type="http://schemas.openxmlformats.org/officeDocument/2006/relationships/notesSlide" Target="/ppt/notesSlides/notesSlide11.xml" Id="R0f4bbac6ddd44a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18ef83d0745a6" /><Relationship Type="http://schemas.openxmlformats.org/officeDocument/2006/relationships/notesSlide" Target="/ppt/notesSlides/notesSlide12.xml" Id="R1c253374c14340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40305aa7f4eb6" /><Relationship Type="http://schemas.openxmlformats.org/officeDocument/2006/relationships/notesSlide" Target="/ppt/notesSlides/notesSlide13.xml" Id="R857dedabb0de4cb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90af0768f4064" /><Relationship Type="http://schemas.openxmlformats.org/officeDocument/2006/relationships/notesSlide" Target="/ppt/notesSlides/notesSlide14.xml" Id="R901639d9a68c4b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4E464-AB13-474F-ACF8-C5BA330F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4.6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CF4EA-657C-49D3-89F7-F0CE7FA6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Image segmentation và U-Net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EEAB2-27DB-4562-829C-F4EB8150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Class một ảnh khác class cho từng pixel thế nào?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BE9EC-9B55-4CC6-9EC5-9AE9A14E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4.6 · 1/14</a:t>
            </a:r>
          </a:p>
        </p:txBody>
      </p:sp>
    </p:spTree>
    <p:extLst>
      <p:ext uri="{BB962C8B-B14F-4D97-AF65-F5344CB8AC3E}">
        <p14:creationId xmlns:p14="http://schemas.microsoft.com/office/powerpoint/2010/main" val="10265106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DAE4A-C08D-4B22-B59F-90B9A7EB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3A0D4-9182-41D5-96CF-4967036D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Segmentation dự đoán label map; masks/ignore-index cần mapping rõ.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EFDD5-0492-4FB7-9934-B85DD0FD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U-Net encoder/decoder vàskip giữ thông tin không gian nhiều scales.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0217B-4262-492D-B683-351F97A6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Dice/IoU hoặc weighted pixel score phụ thuộc đúng đề.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E05E5-7FCE-4CC6-8B5C-BFBABD71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Dice=2×intersection/(size_true+size_pred)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AD90C-00ED-44EF-9B5F-AA4A8976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4.6 · 2/14</a:t>
            </a:r>
          </a:p>
        </p:txBody>
      </p:sp>
    </p:spTree>
    <p:extLst>
      <p:ext uri="{BB962C8B-B14F-4D97-AF65-F5344CB8AC3E}">
        <p14:creationId xmlns:p14="http://schemas.microsoft.com/office/powerpoint/2010/main" val="14589508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179E7-2A60-4E6B-AE5C-7F50B9DE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[[1,0],[1,0]]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[[1,1],[1,0]]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A0E69-7F0C-4AC9-A7D9-AFCA3FDA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4.6 · 3/14</a:t>
            </a:r>
          </a:p>
        </p:txBody>
      </p:sp>
    </p:spTree>
    <p:extLst>
      <p:ext uri="{BB962C8B-B14F-4D97-AF65-F5344CB8AC3E}">
        <p14:creationId xmlns:p14="http://schemas.microsoft.com/office/powerpoint/2010/main" val="15624472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B7B5D-5D78-43AB-A99C-CB42AAC9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0A9E6-AB89-49A9-A2F3-FEE8E445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"iou": 0.666667,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"dice": 0.8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6C9B0-C5C3-4E57-84B4-2F77F8F4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4.6 · 4/14</a:t>
            </a:r>
          </a:p>
        </p:txBody>
      </p:sp>
    </p:spTree>
    <p:extLst>
      <p:ext uri="{BB962C8B-B14F-4D97-AF65-F5344CB8AC3E}">
        <p14:creationId xmlns:p14="http://schemas.microsoft.com/office/powerpoint/2010/main" val="2126267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5D35D-6E95-4238-9841-4479DE24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CD251-2ADC-4DB0-8FAE-03964BA5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torch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torch import nn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true=np.array([[1,0],[1,0]],dtype=bool)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pred=np.array([[1,1],[1,0]],dtype=bool)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intersection=(true&amp;pred).sum(); union=(true|pred).sum()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print("IoU:",round(float(intersection/union),6))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print("Dice:",float(2*intersection/(true.sum()+pred.sum())))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Skip connection nối theo channel, không nối theo chiều ảnh.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skip=torch.ones(1,2,4,4); up=torch.zeros(1,2,4,4)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joined=torch.cat([up,skip],dim=1)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head=nn.Conv2d(4,2,1)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print("Joined shape:",tuple(joined.shape),"logits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shape:",tuple(head(joined).shape))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C2852-01DB-491E-96B1-F434ED39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BE090-D649-4895-8AF3-52B644C9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4.6 · 5/14</a:t>
            </a:r>
          </a:p>
        </p:txBody>
      </p:sp>
    </p:spTree>
    <p:extLst>
      <p:ext uri="{BB962C8B-B14F-4D97-AF65-F5344CB8AC3E}">
        <p14:creationId xmlns:p14="http://schemas.microsoft.com/office/powerpoint/2010/main" val="13718484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EF349-9858-47BB-8C2A-C8968073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95E05-66B0-4159-A593-0C647BE8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tuple(head(joined).shape)==(1,2,4,4)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23A72-EE15-4B64-9695-04C764EB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00A2F-DAEE-44C6-B178-C5EF2657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4.6 · 6/14</a:t>
            </a:r>
          </a:p>
        </p:txBody>
      </p:sp>
    </p:spTree>
    <p:extLst>
      <p:ext uri="{BB962C8B-B14F-4D97-AF65-F5344CB8AC3E}">
        <p14:creationId xmlns:p14="http://schemas.microsoft.com/office/powerpoint/2010/main" val="1566214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B1355-B644-4B20-89DA-02009A55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DD3D9-38AE-415E-85FB-6D47410F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IoU: 0.666667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Dice: 0.8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Joined shape: (1, 4, 4, 4) logits shape: (1, 2, 4, 4)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97B77-E1B3-44D6-9E80-2E06460C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4.6 · 7/14</a:t>
            </a:r>
          </a:p>
        </p:txBody>
      </p:sp>
    </p:spTree>
    <p:extLst>
      <p:ext uri="{BB962C8B-B14F-4D97-AF65-F5344CB8AC3E}">
        <p14:creationId xmlns:p14="http://schemas.microsoft.com/office/powerpoint/2010/main" val="16407728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298DD-69AD-4FE6-A035-A9C0DC16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A9246-53A3-4C5A-A752-A10FC49C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Radar Practice vàRadar individual có labels/weights khác, không tái dùng scorer.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F7E02-D017-4964-8B30-FE6661D2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IoU/Dice của mask2× 2 và shape saucat channelsskip.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FD154-8484-452B-8C5C-10423D2A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4.6 · 8/14</a:t>
            </a:r>
          </a:p>
        </p:txBody>
      </p:sp>
    </p:spTree>
    <p:extLst>
      <p:ext uri="{BB962C8B-B14F-4D97-AF65-F5344CB8AC3E}">
        <p14:creationId xmlns:p14="http://schemas.microsoft.com/office/powerpoint/2010/main" val="5324629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42007-056D-4C3E-9192-56AD0E84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D3ECD-03B1-4633-9496-0F8814A5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BinaryIoU/Dice; cả true, predrỗng→1 cho cả 2.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[[1,0],[1,0]]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[[1,1],[1,0]]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8D2A4-1334-409D-B121-90B3914F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4.6 · 9/14</a:t>
            </a:r>
          </a:p>
        </p:txBody>
      </p:sp>
    </p:spTree>
    <p:extLst>
      <p:ext uri="{BB962C8B-B14F-4D97-AF65-F5344CB8AC3E}">
        <p14:creationId xmlns:p14="http://schemas.microsoft.com/office/powerpoint/2010/main" val="12076529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3A307-7DC4-4ED5-9D7C-6131264F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89E2C-FFDA-4D0C-9EED-F558821D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Score=sumweightcorrect/sumweightgroundtruth; weightbackground vs object.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547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547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[-1,0,1,-1]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[-1,0,0,-1]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-1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w_bg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w_obj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8F1AF-E749-4201-B7C0-FC6399ED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4.6 · 10/14</a:t>
            </a:r>
          </a:p>
        </p:txBody>
      </p:sp>
    </p:spTree>
    <p:extLst>
      <p:ext uri="{BB962C8B-B14F-4D97-AF65-F5344CB8AC3E}">
        <p14:creationId xmlns:p14="http://schemas.microsoft.com/office/powerpoint/2010/main" val="17898089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183471-345F-48C1-8666-DD425B04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10EA5-EB96-4F1B-9A7A-7C96D0E1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BinaryIoU/Dice; cả true, predrỗng→1 cho cả 2.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4B021-015F-457B-A8BD-97913A06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true/pred: binarymatricessameshape.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07B4E-7B0E-409E-A9E9-EB5EC712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E5C76-F3D2-47E4-A75C-E20DDFE2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4.6 · 11/14</a:t>
            </a:r>
          </a:p>
        </p:txBody>
      </p:sp>
    </p:spTree>
    <p:extLst>
      <p:ext uri="{BB962C8B-B14F-4D97-AF65-F5344CB8AC3E}">
        <p14:creationId xmlns:p14="http://schemas.microsoft.com/office/powerpoint/2010/main" val="18393089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F86D7-1D81-4B05-9B69-CC386D30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35E1F-81C9-4B25-8016-7A577388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Score=sumweightcorrect/sumweightgroundtruth; weightbackground vs object.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5F244-BB6B-47E5-B96D-D9665ACF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true/pred: listintegerlabels; bg: integer; w_bg, w_obj positive.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0539F-688E-4534-B40E-6C11EB74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5336C-BA38-4D9E-8ED1-5AA364A5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4.6 · 12/14</a:t>
            </a:r>
          </a:p>
        </p:txBody>
      </p:sp>
    </p:spTree>
    <p:extLst>
      <p:ext uri="{BB962C8B-B14F-4D97-AF65-F5344CB8AC3E}">
        <p14:creationId xmlns:p14="http://schemas.microsoft.com/office/powerpoint/2010/main" val="821900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C22D9-965B-4F89-A907-DDC1A753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81693-F0DF-4F62-8591-A44F6680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Mask chữ số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6ACA9-56C2-4BA9-B207-CC269D96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mask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FA134-F29B-415D-BEBE-AA08DC45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MeanbinaryIoU; cảtwomasksrỗng→1.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850CB-1637-4028-848E-AC802648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69DDE-9183-476B-83EF-4386A07C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4.6 · 13/14</a:t>
            </a:r>
          </a:p>
        </p:txBody>
      </p:sp>
    </p:spTree>
    <p:extLst>
      <p:ext uri="{BB962C8B-B14F-4D97-AF65-F5344CB8AC3E}">
        <p14:creationId xmlns:p14="http://schemas.microsoft.com/office/powerpoint/2010/main" val="10689806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87648-9598-4F0E-BC74-A1972973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6E057-788F-41E9-9147-51EF889C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IoU/Dice của mask2× 2 và shape saucat channelsskip.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053F1-BF23-4410-BAF1-A3C56AA5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AIO40; IOAI Radar/Weather baseline.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242F3-EAF2-45F0-9285-FEC0FFCE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AIO40.2 phần segmentation; ioai25radarpre baseline.ipynb và bài LQDOJ cùng tên.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4F948-2885-48FA-B8FF-B382FA77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4.6 · 14/14</a:t>
            </a:r>
          </a:p>
        </p:txBody>
      </p:sp>
    </p:spTree>
    <p:extLst>
      <p:ext uri="{BB962C8B-B14F-4D97-AF65-F5344CB8AC3E}">
        <p14:creationId xmlns:p14="http://schemas.microsoft.com/office/powerpoint/2010/main" val="19186515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2026-10-01T09:39:51.9490000Z</dcterms:created>
  <dcterms:modified xsi:type="dcterms:W3CDTF">2026-10-01T09:39:51.9490000Z</dcterms:modified>
</coreProperties>
</file>