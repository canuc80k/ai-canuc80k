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939e52171846ab" /><Relationship Type="http://schemas.openxmlformats.org/officeDocument/2006/relationships/extended-properties" Target="/docProps/app.xml" Id="R3adc51d795f24721" /><Relationship Type="http://schemas.openxmlformats.org/officeDocument/2006/relationships/officeDocument" Target="/ppt/presentation.xml" Id="Rc07d88f7c4ec49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b3619fee314392"/>
  </p:sldMasterIdLst>
  <p:notesMasterIdLst>
    <p:notesMasterId xmlns:r="http://schemas.openxmlformats.org/officeDocument/2006/relationships" r:id="R4387a27e8307425a"/>
  </p:notesMasterIdLst>
  <p:sldIdLst>
    <p:sldId xmlns:r="http://schemas.openxmlformats.org/officeDocument/2006/relationships" id="256" r:id="R97f30912e21a4c41"/>
    <p:sldId xmlns:r="http://schemas.openxmlformats.org/officeDocument/2006/relationships" id="257" r:id="Rfe95b3c567a741d2"/>
    <p:sldId xmlns:r="http://schemas.openxmlformats.org/officeDocument/2006/relationships" id="258" r:id="Rd3b918e3c2bc4d9e"/>
    <p:sldId xmlns:r="http://schemas.openxmlformats.org/officeDocument/2006/relationships" id="259" r:id="R7d0dd0463cd149d1"/>
    <p:sldId xmlns:r="http://schemas.openxmlformats.org/officeDocument/2006/relationships" id="260" r:id="R60dc5c279593420f"/>
    <p:sldId xmlns:r="http://schemas.openxmlformats.org/officeDocument/2006/relationships" id="261" r:id="R6086b29937ac4499"/>
    <p:sldId xmlns:r="http://schemas.openxmlformats.org/officeDocument/2006/relationships" id="262" r:id="Rb8daa8a96ee54ff5"/>
    <p:sldId xmlns:r="http://schemas.openxmlformats.org/officeDocument/2006/relationships" id="263" r:id="R3682217e4f064a01"/>
    <p:sldId xmlns:r="http://schemas.openxmlformats.org/officeDocument/2006/relationships" id="264" r:id="Rc8b43fd970974788"/>
    <p:sldId xmlns:r="http://schemas.openxmlformats.org/officeDocument/2006/relationships" id="265" r:id="R245aea4e71e84b60"/>
    <p:sldId xmlns:r="http://schemas.openxmlformats.org/officeDocument/2006/relationships" id="266" r:id="Ra4aed0c3d1cd43ae"/>
    <p:sldId xmlns:r="http://schemas.openxmlformats.org/officeDocument/2006/relationships" id="267" r:id="Rac423dcbc5034b4c"/>
    <p:sldId xmlns:r="http://schemas.openxmlformats.org/officeDocument/2006/relationships" id="268" r:id="R9cb36bb390c946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45af5720d64ba9" /><Relationship Type="http://schemas.openxmlformats.org/officeDocument/2006/relationships/slideMaster" Target="/ppt/slideMasters/slideMaster1.xml" Id="R99b3619fee314392" /><Relationship Type="http://schemas.openxmlformats.org/officeDocument/2006/relationships/notesMaster" Target="/ppt/notesMasters/notesMaster1.xml" Id="R4387a27e8307425a" /><Relationship Type="http://schemas.openxmlformats.org/officeDocument/2006/relationships/presProps" Target="/ppt/presProps.xml" Id="Rc1fd18be22c84c7f" /><Relationship Type="http://schemas.openxmlformats.org/officeDocument/2006/relationships/tableStyles" Target="/ppt/tableStyles.xml" Id="R58e5987d7c674901" /><Relationship Type="http://schemas.openxmlformats.org/officeDocument/2006/relationships/slide" Target="/ppt/slides/slide1.xml" Id="R97f30912e21a4c41" /><Relationship Type="http://schemas.openxmlformats.org/officeDocument/2006/relationships/slide" Target="/ppt/slides/slide2.xml" Id="Rfe95b3c567a741d2" /><Relationship Type="http://schemas.openxmlformats.org/officeDocument/2006/relationships/slide" Target="/ppt/slides/slide3.xml" Id="Rd3b918e3c2bc4d9e" /><Relationship Type="http://schemas.openxmlformats.org/officeDocument/2006/relationships/slide" Target="/ppt/slides/slide4.xml" Id="R7d0dd0463cd149d1" /><Relationship Type="http://schemas.openxmlformats.org/officeDocument/2006/relationships/slide" Target="/ppt/slides/slide5.xml" Id="R60dc5c279593420f" /><Relationship Type="http://schemas.openxmlformats.org/officeDocument/2006/relationships/slide" Target="/ppt/slides/slide6.xml" Id="R6086b29937ac4499" /><Relationship Type="http://schemas.openxmlformats.org/officeDocument/2006/relationships/slide" Target="/ppt/slides/slide7.xml" Id="Rb8daa8a96ee54ff5" /><Relationship Type="http://schemas.openxmlformats.org/officeDocument/2006/relationships/slide" Target="/ppt/slides/slide8.xml" Id="R3682217e4f064a01" /><Relationship Type="http://schemas.openxmlformats.org/officeDocument/2006/relationships/slide" Target="/ppt/slides/slide9.xml" Id="Rc8b43fd970974788" /><Relationship Type="http://schemas.openxmlformats.org/officeDocument/2006/relationships/slide" Target="/ppt/slides/slide10.xml" Id="R245aea4e71e84b60" /><Relationship Type="http://schemas.openxmlformats.org/officeDocument/2006/relationships/slide" Target="/ppt/slides/slide11.xml" Id="Ra4aed0c3d1cd43ae" /><Relationship Type="http://schemas.openxmlformats.org/officeDocument/2006/relationships/slide" Target="/ppt/slides/slide12.xml" Id="Rac423dcbc5034b4c" /><Relationship Type="http://schemas.openxmlformats.org/officeDocument/2006/relationships/slide" Target="/ppt/slides/slide13.xml" Id="R9cb36bb390c946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8e817f6e8747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a2360b0b4b4606" /><Relationship Type="http://schemas.openxmlformats.org/officeDocument/2006/relationships/notesMaster" Target="/ppt/notesMasters/notesMaster1.xml" Id="R014c1eb0879e4c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b9bb1cbbc84f14" /><Relationship Type="http://schemas.openxmlformats.org/officeDocument/2006/relationships/notesMaster" Target="/ppt/notesMasters/notesMaster1.xml" Id="R72964032344b43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b56a5cf223466c" /><Relationship Type="http://schemas.openxmlformats.org/officeDocument/2006/relationships/notesMaster" Target="/ppt/notesMasters/notesMaster1.xml" Id="R2f3f86139b6b4b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3d4a7184604448" /><Relationship Type="http://schemas.openxmlformats.org/officeDocument/2006/relationships/notesMaster" Target="/ppt/notesMasters/notesMaster1.xml" Id="R5b06e21f5a934c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91edac3c624047" /><Relationship Type="http://schemas.openxmlformats.org/officeDocument/2006/relationships/notesMaster" Target="/ppt/notesMasters/notesMaster1.xml" Id="R933a61ac40804f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87dbffedd3499c" /><Relationship Type="http://schemas.openxmlformats.org/officeDocument/2006/relationships/notesMaster" Target="/ppt/notesMasters/notesMaster1.xml" Id="R7f9ba72dc49744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d6f763f0a24d6c" /><Relationship Type="http://schemas.openxmlformats.org/officeDocument/2006/relationships/notesMaster" Target="/ppt/notesMasters/notesMaster1.xml" Id="Rad1a1550b9dd47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2c791e778b474b" /><Relationship Type="http://schemas.openxmlformats.org/officeDocument/2006/relationships/notesMaster" Target="/ppt/notesMasters/notesMaster1.xml" Id="R93b7799a965242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6d9246610a4a4f" /><Relationship Type="http://schemas.openxmlformats.org/officeDocument/2006/relationships/notesMaster" Target="/ppt/notesMasters/notesMaster1.xml" Id="Rb35dc5bccc2845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7ed8f4cec748e8" /><Relationship Type="http://schemas.openxmlformats.org/officeDocument/2006/relationships/notesMaster" Target="/ppt/notesMasters/notesMaster1.xml" Id="R9060606ac82545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02e7570f504f90" /><Relationship Type="http://schemas.openxmlformats.org/officeDocument/2006/relationships/notesMaster" Target="/ppt/notesMasters/notesMaster1.xml" Id="Rb51b2d4af37d40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32c199504e4d3b" /><Relationship Type="http://schemas.openxmlformats.org/officeDocument/2006/relationships/notesMaster" Target="/ppt/notesMasters/notesMaster1.xml" Id="R10c3888a79f844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2945050b854ecb" /><Relationship Type="http://schemas.openxmlformats.org/officeDocument/2006/relationships/notesMaster" Target="/ppt/notesMasters/notesMaster1.xml" Id="Rd66040dc6f3d49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AIO52 và54.. AIO52.2 Image Inpainting using DDPM,52.3 trắc nghiệm;54.2 chương trình tô màu ảnh nếu học tiếp.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4.10: Diffusion</a:t>
            </a:r>
          </a:p>
          <a:p xmlns:a="http://schemas.openxmlformats.org/drawingml/2006/main">
            <a:r>
              <a:t>Nguồn giáo trình: AIO52 và54.</a:t>
            </a:r>
          </a:p>
          <a:p xmlns:a="http://schemas.openxmlformats.org/drawingml/2006/main">
            <a:r>
              <a:t>Bài tiếp theo trong nguồn: AIO52.2 Image Inpainting using DDPM,52.3 trắc nghiệm;54.2 chương trình tô màu ảnh nếu học tiếp.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4.10: Diffusion</a:t>
            </a:r>
          </a:p>
          <a:p xmlns:a="http://schemas.openxmlformats.org/drawingml/2006/main">
            <a:r>
              <a:t>Nguồn giáo trình: AIO52 và54.</a:t>
            </a:r>
          </a:p>
          <a:p xmlns:a="http://schemas.openxmlformats.org/drawingml/2006/main">
            <a:r>
              <a:t>Bài tiếp theo trong nguồn: AIO52.2 Image Inpainting using DDPM,52.3 trắc nghiệm;54.2 chương trình tô màu ảnh nếu học tiếp.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4.10: Diffusion</a:t>
            </a:r>
          </a:p>
          <a:p xmlns:a="http://schemas.openxmlformats.org/drawingml/2006/main">
            <a:r>
              <a:t>Nguồn giáo trình: AIO52 và54.</a:t>
            </a:r>
          </a:p>
          <a:p xmlns:a="http://schemas.openxmlformats.org/drawingml/2006/main">
            <a:r>
              <a:t>Bài tiếp theo trong nguồn: AIO52.2 Image Inpainting using DDPM,52.3 trắc nghiệm;54.2 chương trình tô màu ảnh nếu học tiếp.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4.10: Diffusion</a:t>
            </a:r>
          </a:p>
          <a:p xmlns:a="http://schemas.openxmlformats.org/drawingml/2006/main">
            <a:r>
              <a:t>Nguồn giáo trình: AIO52 và54.</a:t>
            </a:r>
          </a:p>
          <a:p xmlns:a="http://schemas.openxmlformats.org/drawingml/2006/main">
            <a:r>
              <a:t>Bài tiếp theo trong nguồn: AIO52.2 Image Inpainting using DDPM,52.3 trắc nghiệm;54.2 chương trình tô màu ảnh nếu học tiếp.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4.10: Diffusion</a:t>
            </a:r>
          </a:p>
          <a:p xmlns:a="http://schemas.openxmlformats.org/drawingml/2006/main">
            <a:r>
              <a:t>Nguồn giáo trình: AIO52 và54.</a:t>
            </a:r>
          </a:p>
          <a:p xmlns:a="http://schemas.openxmlformats.org/drawingml/2006/main">
            <a:r>
              <a:t>Bài tiếp theo trong nguồn: AIO52.2 Image Inpainting using DDPM,52.3 trắc nghiệm;54.2 chương trình tô màu ảnh nếu học tiếp.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4.10: Diffusion</a:t>
            </a:r>
          </a:p>
          <a:p xmlns:a="http://schemas.openxmlformats.org/drawingml/2006/main">
            <a:r>
              <a:t>Nguồn giáo trình: AIO52 và54.</a:t>
            </a:r>
          </a:p>
          <a:p xmlns:a="http://schemas.openxmlformats.org/drawingml/2006/main">
            <a:r>
              <a:t>Bài tiếp theo trong nguồn: AIO52.2 Image Inpainting using DDPM,52.3 trắc nghiệm;54.2 chương trình tô màu ảnh nếu học tiếp.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[0.9330127018922193,0.1339745962155614]</a:t>
            </a:r>
          </a:p>
          <a:p xmlns:a="http://schemas.openxmlformats.org/drawingml/2006/main">
            <a:r>
              <a:t>Tham khảo: AIO52 và54.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[1]</a:t>
            </a:r>
          </a:p>
          <a:p xmlns:a="http://schemas.openxmlformats.org/drawingml/2006/main">
            <a:r>
              <a:t>Tham khảo: AIO52 và54.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4.10: Diffusion</a:t>
            </a:r>
          </a:p>
          <a:p xmlns:a="http://schemas.openxmlformats.org/drawingml/2006/main">
            <a:r>
              <a:t>Nguồn giáo trình: AIO52 và54.</a:t>
            </a:r>
          </a:p>
          <a:p xmlns:a="http://schemas.openxmlformats.org/drawingml/2006/main">
            <a:r>
              <a:t>Bài tiếp theo trong nguồn: AIO52.2 Image Inpainting using DDPM,52.3 trắc nghiệm;54.2 chương trình tô màu ảnh nếu học tiếp.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4.10: Diffusion</a:t>
            </a:r>
          </a:p>
          <a:p xmlns:a="http://schemas.openxmlformats.org/drawingml/2006/main">
            <a:r>
              <a:t>Nguồn giáo trình: AIO52 và54.</a:t>
            </a:r>
          </a:p>
          <a:p xmlns:a="http://schemas.openxmlformats.org/drawingml/2006/main">
            <a:r>
              <a:t>Bài tiếp theo trong nguồn: AIO52.2 Image Inpainting using DDPM,52.3 trắc nghiệm;54.2 chương trình tô màu ảnh nếu học tiếp.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4.10: Diffusion</a:t>
            </a:r>
          </a:p>
          <a:p xmlns:a="http://schemas.openxmlformats.org/drawingml/2006/main">
            <a:r>
              <a:t>Nguồn giáo trình: AIO52 và54.</a:t>
            </a:r>
          </a:p>
          <a:p xmlns:a="http://schemas.openxmlformats.org/drawingml/2006/main">
            <a:r>
              <a:t>Bài tiếp theo trong nguồn: AIO52.2 Image Inpainting using DDPM,52.3 trắc nghiệm;54.2 chương trình tô màu ảnh nếu học tiếp.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4.10: Diffusion</a:t>
            </a:r>
          </a:p>
          <a:p xmlns:a="http://schemas.openxmlformats.org/drawingml/2006/main">
            <a:r>
              <a:t>Nguồn giáo trình: AIO52 và54.</a:t>
            </a:r>
          </a:p>
          <a:p xmlns:a="http://schemas.openxmlformats.org/drawingml/2006/main">
            <a:r>
              <a:t>Bài tiếp theo trong nguồn: AIO52.2 Image Inpainting using DDPM,52.3 trắc nghiệm;54.2 chương trình tô màu ảnh nếu học tiếp.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976c5a3b347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1d4471f3264469" /><Relationship Type="http://schemas.openxmlformats.org/officeDocument/2006/relationships/slideLayout" Target="/ppt/slideLayouts/slideLayout1.xml" Id="R6bce16943ce44f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ce16943ce44f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d2f8b1ba24758" /><Relationship Type="http://schemas.openxmlformats.org/officeDocument/2006/relationships/notesSlide" Target="/ppt/notesSlides/notesSlide1.xml" Id="R7f714f20bfcf4a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2dab87776495c" /><Relationship Type="http://schemas.openxmlformats.org/officeDocument/2006/relationships/notesSlide" Target="/ppt/notesSlides/notesSlide2.xml" Id="R4426708fb0f048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d9406a9f2466c" /><Relationship Type="http://schemas.openxmlformats.org/officeDocument/2006/relationships/notesSlide" Target="/ppt/notesSlides/notesSlide3.xml" Id="R05858ec4716140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32b9b787444eb" /><Relationship Type="http://schemas.openxmlformats.org/officeDocument/2006/relationships/notesSlide" Target="/ppt/notesSlides/notesSlide4.xml" Id="R2f754ea3b3ca45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aa22d368146e6" /><Relationship Type="http://schemas.openxmlformats.org/officeDocument/2006/relationships/notesSlide" Target="/ppt/notesSlides/notesSlide5.xml" Id="Rc64a7a3a847148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dba5614044338" /><Relationship Type="http://schemas.openxmlformats.org/officeDocument/2006/relationships/notesSlide" Target="/ppt/notesSlides/notesSlide6.xml" Id="Rf253b394e0b746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c088eae1c4a03" /><Relationship Type="http://schemas.openxmlformats.org/officeDocument/2006/relationships/notesSlide" Target="/ppt/notesSlides/notesSlide7.xml" Id="R461681de1dfb49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477c604294f93" /><Relationship Type="http://schemas.openxmlformats.org/officeDocument/2006/relationships/notesSlide" Target="/ppt/notesSlides/notesSlide8.xml" Id="R6546ac03c58149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67589b96d4527" /><Relationship Type="http://schemas.openxmlformats.org/officeDocument/2006/relationships/notesSlide" Target="/ppt/notesSlides/notesSlide9.xml" Id="R2116c1a472634e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a4e95c66343cb" /><Relationship Type="http://schemas.openxmlformats.org/officeDocument/2006/relationships/notesSlide" Target="/ppt/notesSlides/notesSlide10.xml" Id="R15ebb4eb9bdc4f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24b113de04f68" /><Relationship Type="http://schemas.openxmlformats.org/officeDocument/2006/relationships/notesSlide" Target="/ppt/notesSlides/notesSlide11.xml" Id="R4d6234dadaa544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803fd647d4f2a" /><Relationship Type="http://schemas.openxmlformats.org/officeDocument/2006/relationships/notesSlide" Target="/ppt/notesSlides/notesSlide12.xml" Id="Rf4120caf948e47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b5c93dc5a438c" /><Relationship Type="http://schemas.openxmlformats.org/officeDocument/2006/relationships/notesSlide" Target="/ppt/notesSlides/notesSlide13.xml" Id="Rd960159b90b142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CF5F4-1B83-4793-B313-A5B9B71A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4.10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6B143-6534-4C75-BD2A-7D957415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Diffusion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69F1F-CA90-4D0F-8647-EEDBF3DB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Làm thế nào từ noise quay lại một ảnh?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808F3-4591-42A5-9B75-609139D2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1/13</a:t>
            </a:r>
          </a:p>
        </p:txBody>
      </p:sp>
    </p:spTree>
    <p:extLst>
      <p:ext uri="{BB962C8B-B14F-4D97-AF65-F5344CB8AC3E}">
        <p14:creationId xmlns:p14="http://schemas.microsoft.com/office/powerpoint/2010/main" val="2003907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5F62C-2848-40F7-8219-14BA1135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D9C5E-33EA-4837-BFC2-F1EF9B57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Forward noising làm input nhiễu theo schedule.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1FE43-9F2C-498D-B398-756DAA9E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Network dự đoán noise hoặc đại lượng theo objective; sampling dùng nhiều bước denoise.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33C11-99ED-4741-AC48-DA41C48C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Pipeline ảnh cần checkpoint, scheduler, conditioning và seed rõ.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F49B8-863D-4500-B2BC-7BD03D99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xt=sqrt(alpha_bar)×x0+sqrt(1-alpha_bar)×epsilon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5F431-1D0D-4892-AB27-C24C88BF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2/13</a:t>
            </a:r>
          </a:p>
        </p:txBody>
      </p:sp>
    </p:spTree>
    <p:extLst>
      <p:ext uri="{BB962C8B-B14F-4D97-AF65-F5344CB8AC3E}">
        <p14:creationId xmlns:p14="http://schemas.microsoft.com/office/powerpoint/2010/main" val="5761446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B5D87-E89A-4DC0-AD02-21124C55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noise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[0.5,-1]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alpha_bar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2A75C-8116-474A-B5EC-927A662E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3/13</a:t>
            </a:r>
          </a:p>
        </p:txBody>
      </p:sp>
    </p:spTree>
    <p:extLst>
      <p:ext uri="{BB962C8B-B14F-4D97-AF65-F5344CB8AC3E}">
        <p14:creationId xmlns:p14="http://schemas.microsoft.com/office/powerpoint/2010/main" val="19284037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1C8C2-B7B2-449C-A2D8-66198A8B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151B0-11E1-48B9-BDC0-62D71BE9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0.933013,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0.133975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E4236-F1C0-41E8-8D58-33FBA854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4/13</a:t>
            </a:r>
          </a:p>
        </p:txBody>
      </p:sp>
    </p:spTree>
    <p:extLst>
      <p:ext uri="{BB962C8B-B14F-4D97-AF65-F5344CB8AC3E}">
        <p14:creationId xmlns:p14="http://schemas.microsoft.com/office/powerpoint/2010/main" val="12184210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2AF4C-B14D-46AF-9771-605119F0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C53A5-1E77-458F-9A43-482BAAE3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Forward noising: x_t=sqrt(alpha_bar)*x0+sqrt(1-alpha_bar)*epsilon.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x0=np.array([1.,2.]); epsilon=np.array([.5,-1.]); alpha_bar=.25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xt=np.sqrt(alpha_bar)*x0+np.sqrt(1-alpha_bar)*epsilon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print("x0:",x0.tolist(),"xt:",xt.round(6).tolist())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Nếu predictor dự đoán đúng noise, có thể khôi phục x0 trong fixture này.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predicted_noise=epsilon.copy()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reconstructed=(xt-np.sqrt(1-alpha_bar)*predicted_noise)/np.sqrt(alpha_bar)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print("Recovered x0:",reconstructed.round(6).tolist())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np.allclose(reconstructed,x0)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Đây không phải cả diffusion model: cần network dự đoán noise và schedule nhiều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bước.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96D92-FA59-4ECC-ACC2-F6293214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E2DAE-EFD5-4385-BB7E-05B6D4DA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4.10 · 5/13</a:t>
            </a:r>
          </a:p>
        </p:txBody>
      </p:sp>
    </p:spTree>
    <p:extLst>
      <p:ext uri="{BB962C8B-B14F-4D97-AF65-F5344CB8AC3E}">
        <p14:creationId xmlns:p14="http://schemas.microsoft.com/office/powerpoint/2010/main" val="8148546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4E718-D60F-4B55-A9EF-76ADFF54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0C691-09D1-432F-AE8D-43BFDEFE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x0: [1.0, 2.0] xt: [0.933013, 0.133975]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Recovered x0: [1.0, 2.0]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7D535-889A-482B-AC9F-5456AE02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6/13</a:t>
            </a:r>
          </a:p>
        </p:txBody>
      </p:sp>
    </p:spTree>
    <p:extLst>
      <p:ext uri="{BB962C8B-B14F-4D97-AF65-F5344CB8AC3E}">
        <p14:creationId xmlns:p14="http://schemas.microsoft.com/office/powerpoint/2010/main" val="13984361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F25D2-AB30-4F4C-8E34-554339E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C0A70-520B-432B-94F0-E534914C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Biết noise thật trongfixture không đồng nghĩa biết noise test của model thật.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5623D-6553-423D-B786-3E4BAD7D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Dùng công thức recover đểkhôi phụcx0 và thử noise dự đoán sai.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D79F6-1A7A-47E2-B83D-D73CC027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7/13</a:t>
            </a:r>
          </a:p>
        </p:txBody>
      </p:sp>
    </p:spTree>
    <p:extLst>
      <p:ext uri="{BB962C8B-B14F-4D97-AF65-F5344CB8AC3E}">
        <p14:creationId xmlns:p14="http://schemas.microsoft.com/office/powerpoint/2010/main" val="2065136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B317E-2241-4C31-8650-0452CB2E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07EAD-1817-453F-B6FA-8DCB910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xt=sqrt(alpha_bar)*x0+sqrt(1-alpha_bar)*noise.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noise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[0.5,-1]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alpha_bar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05C57-0010-4613-86A5-4D3A76AA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8/13</a:t>
            </a:r>
          </a:p>
        </p:txBody>
      </p:sp>
    </p:spTree>
    <p:extLst>
      <p:ext uri="{BB962C8B-B14F-4D97-AF65-F5344CB8AC3E}">
        <p14:creationId xmlns:p14="http://schemas.microsoft.com/office/powerpoint/2010/main" val="578531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1CC21-B2C3-4A48-9D02-C7A30B99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12503-2DE8-44E8-BC75-C3240674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x0=(xt-sqrt(1-alpha_bar)*pred_noise)/sqrt(alpha_bar).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[0.5]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pred_noise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alpha_bar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E98F1-873A-461B-9584-1A983DA2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9/13</a:t>
            </a:r>
          </a:p>
        </p:txBody>
      </p:sp>
    </p:spTree>
    <p:extLst>
      <p:ext uri="{BB962C8B-B14F-4D97-AF65-F5344CB8AC3E}">
        <p14:creationId xmlns:p14="http://schemas.microsoft.com/office/powerpoint/2010/main" val="1164207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CA59D-BC1F-4B19-A642-953AE212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0E030-07FE-4DAE-AF76-C3CC3F89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xt=sqrt(alpha_bar)*x0+sqrt(1-alpha_bar)*noise.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F5A2D-E0C1-44D6-9FED-210BA8B8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x0/noise: samedimension;0&lt;alpha_bar&lt;=1.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3479C-A6A7-4450-BAE1-C54AFFB7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80167-43F5-440A-BFFE-C1300130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10/13</a:t>
            </a:r>
          </a:p>
        </p:txBody>
      </p:sp>
    </p:spTree>
    <p:extLst>
      <p:ext uri="{BB962C8B-B14F-4D97-AF65-F5344CB8AC3E}">
        <p14:creationId xmlns:p14="http://schemas.microsoft.com/office/powerpoint/2010/main" val="2569582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63C79-E85C-423E-B0B2-85ED2DA4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58DC0-DF81-4775-BA06-F51F8E2B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x0=(xt-sqrt(1-alpha_bar)*pred_noise)/sqrt(alpha_bar).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AF70F-6C79-4C00-84D5-16AE09F0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xt/pred_noise: samedimension;0&lt;alpha_bar&lt;=1.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47058-7CBF-40A0-A6A0-B940D183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F07EB-851C-40AA-9B4F-5967F2FA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11/13</a:t>
            </a:r>
          </a:p>
        </p:txBody>
      </p:sp>
    </p:spTree>
    <p:extLst>
      <p:ext uri="{BB962C8B-B14F-4D97-AF65-F5344CB8AC3E}">
        <p14:creationId xmlns:p14="http://schemas.microsoft.com/office/powerpoint/2010/main" val="13225667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E52D2-907E-4F94-8CB3-683CCB50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3AD09-9050-4418-839F-339702F7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Dự đoán noise trong diffusion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31F15-30AC-4B5F-9EF2-853CB41C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noise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8440E-0B8F-490C-A6E9-2FEA8898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MSEepsilon; score=exp(-MSE).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44EF3-2943-4116-A76D-BDF24401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3A939-5297-4661-A1C8-C41F27B0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12/13</a:t>
            </a:r>
          </a:p>
        </p:txBody>
      </p:sp>
    </p:spTree>
    <p:extLst>
      <p:ext uri="{BB962C8B-B14F-4D97-AF65-F5344CB8AC3E}">
        <p14:creationId xmlns:p14="http://schemas.microsoft.com/office/powerpoint/2010/main" val="3601210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972A4-2AB4-456C-B999-F5AE6CBB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F1DF4-3A0E-4BF4-B4DF-BDB02284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Dùng công thức recover đểkhôi phụcx0 và thử noise dự đoán sai.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A255E-BE11-44C4-9133-C9ECFB36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AIO52 và54.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034C4-D273-405B-894F-BA78C878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AIO52.2 Image Inpainting using DDPM,52.3 trắc nghiệm;54.2 chương trình tô màu ảnh nếu học tiếp.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9EB57-F542-43FC-B707-2006E8FB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4.10 · 13/13</a:t>
            </a:r>
          </a:p>
        </p:txBody>
      </p:sp>
    </p:spTree>
    <p:extLst>
      <p:ext uri="{BB962C8B-B14F-4D97-AF65-F5344CB8AC3E}">
        <p14:creationId xmlns:p14="http://schemas.microsoft.com/office/powerpoint/2010/main" val="1984381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2026-10-01T09:01:34.3280000Z</dcterms:created>
  <dcterms:modified xsi:type="dcterms:W3CDTF">2026-10-01T09:01:34.3280000Z</dcterms:modified>
</coreProperties>
</file>