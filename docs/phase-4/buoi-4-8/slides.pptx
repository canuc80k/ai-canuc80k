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4baebc72394fd0" /><Relationship Type="http://schemas.openxmlformats.org/officeDocument/2006/relationships/extended-properties" Target="/docProps/app.xml" Id="R63fe2abdef0b4b99" /><Relationship Type="http://schemas.openxmlformats.org/officeDocument/2006/relationships/officeDocument" Target="/ppt/presentation.xml" Id="Rddd81bb96d0a46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385cc5837c4e26"/>
  </p:sldMasterIdLst>
  <p:notesMasterIdLst>
    <p:notesMasterId xmlns:r="http://schemas.openxmlformats.org/officeDocument/2006/relationships" r:id="R291e63d73e8e4fab"/>
  </p:notesMasterIdLst>
  <p:sldIdLst>
    <p:sldId xmlns:r="http://schemas.openxmlformats.org/officeDocument/2006/relationships" id="256" r:id="R4a8408e98241468d"/>
    <p:sldId xmlns:r="http://schemas.openxmlformats.org/officeDocument/2006/relationships" id="257" r:id="R9d3da53f20f24552"/>
    <p:sldId xmlns:r="http://schemas.openxmlformats.org/officeDocument/2006/relationships" id="258" r:id="R387c1c380d0a4db6"/>
    <p:sldId xmlns:r="http://schemas.openxmlformats.org/officeDocument/2006/relationships" id="259" r:id="Rbc0e26402e294ef7"/>
    <p:sldId xmlns:r="http://schemas.openxmlformats.org/officeDocument/2006/relationships" id="260" r:id="R075a754cffb740b4"/>
    <p:sldId xmlns:r="http://schemas.openxmlformats.org/officeDocument/2006/relationships" id="261" r:id="Rbc0b76ce33374296"/>
    <p:sldId xmlns:r="http://schemas.openxmlformats.org/officeDocument/2006/relationships" id="262" r:id="R6174dc1231e44cb4"/>
    <p:sldId xmlns:r="http://schemas.openxmlformats.org/officeDocument/2006/relationships" id="263" r:id="R0738c41c4b064990"/>
    <p:sldId xmlns:r="http://schemas.openxmlformats.org/officeDocument/2006/relationships" id="264" r:id="R6138e664f8ca4ecf"/>
    <p:sldId xmlns:r="http://schemas.openxmlformats.org/officeDocument/2006/relationships" id="265" r:id="R838f79dc5d0747a0"/>
    <p:sldId xmlns:r="http://schemas.openxmlformats.org/officeDocument/2006/relationships" id="266" r:id="R974a91d5567c48e6"/>
    <p:sldId xmlns:r="http://schemas.openxmlformats.org/officeDocument/2006/relationships" id="267" r:id="R75395ba52f5440e3"/>
    <p:sldId xmlns:r="http://schemas.openxmlformats.org/officeDocument/2006/relationships" id="268" r:id="R43fd7153d1f744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efa1a10c084421" /><Relationship Type="http://schemas.openxmlformats.org/officeDocument/2006/relationships/slideMaster" Target="/ppt/slideMasters/slideMaster1.xml" Id="R30385cc5837c4e26" /><Relationship Type="http://schemas.openxmlformats.org/officeDocument/2006/relationships/notesMaster" Target="/ppt/notesMasters/notesMaster1.xml" Id="R291e63d73e8e4fab" /><Relationship Type="http://schemas.openxmlformats.org/officeDocument/2006/relationships/presProps" Target="/ppt/presProps.xml" Id="R3a62f17ab68b48c5" /><Relationship Type="http://schemas.openxmlformats.org/officeDocument/2006/relationships/tableStyles" Target="/ppt/tableStyles.xml" Id="R8f15ee45c9d44385" /><Relationship Type="http://schemas.openxmlformats.org/officeDocument/2006/relationships/slide" Target="/ppt/slides/slide1.xml" Id="R4a8408e98241468d" /><Relationship Type="http://schemas.openxmlformats.org/officeDocument/2006/relationships/slide" Target="/ppt/slides/slide2.xml" Id="R9d3da53f20f24552" /><Relationship Type="http://schemas.openxmlformats.org/officeDocument/2006/relationships/slide" Target="/ppt/slides/slide3.xml" Id="R387c1c380d0a4db6" /><Relationship Type="http://schemas.openxmlformats.org/officeDocument/2006/relationships/slide" Target="/ppt/slides/slide4.xml" Id="Rbc0e26402e294ef7" /><Relationship Type="http://schemas.openxmlformats.org/officeDocument/2006/relationships/slide" Target="/ppt/slides/slide5.xml" Id="R075a754cffb740b4" /><Relationship Type="http://schemas.openxmlformats.org/officeDocument/2006/relationships/slide" Target="/ppt/slides/slide6.xml" Id="Rbc0b76ce33374296" /><Relationship Type="http://schemas.openxmlformats.org/officeDocument/2006/relationships/slide" Target="/ppt/slides/slide7.xml" Id="R6174dc1231e44cb4" /><Relationship Type="http://schemas.openxmlformats.org/officeDocument/2006/relationships/slide" Target="/ppt/slides/slide8.xml" Id="R0738c41c4b064990" /><Relationship Type="http://schemas.openxmlformats.org/officeDocument/2006/relationships/slide" Target="/ppt/slides/slide9.xml" Id="R6138e664f8ca4ecf" /><Relationship Type="http://schemas.openxmlformats.org/officeDocument/2006/relationships/slide" Target="/ppt/slides/slide10.xml" Id="R838f79dc5d0747a0" /><Relationship Type="http://schemas.openxmlformats.org/officeDocument/2006/relationships/slide" Target="/ppt/slides/slide11.xml" Id="R974a91d5567c48e6" /><Relationship Type="http://schemas.openxmlformats.org/officeDocument/2006/relationships/slide" Target="/ppt/slides/slide12.xml" Id="R75395ba52f5440e3" /><Relationship Type="http://schemas.openxmlformats.org/officeDocument/2006/relationships/slide" Target="/ppt/slides/slide13.xml" Id="R43fd7153d1f744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bb7a2200114a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e13a1a17c84ec6" /><Relationship Type="http://schemas.openxmlformats.org/officeDocument/2006/relationships/notesMaster" Target="/ppt/notesMasters/notesMaster1.xml" Id="Rc62b752dc0024a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4deaf932e3412d" /><Relationship Type="http://schemas.openxmlformats.org/officeDocument/2006/relationships/notesMaster" Target="/ppt/notesMasters/notesMaster1.xml" Id="R0fe24129bcfc43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2ae32bdd2642dc" /><Relationship Type="http://schemas.openxmlformats.org/officeDocument/2006/relationships/notesMaster" Target="/ppt/notesMasters/notesMaster1.xml" Id="Rede3ff787e364b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a056f6dde4413b" /><Relationship Type="http://schemas.openxmlformats.org/officeDocument/2006/relationships/notesMaster" Target="/ppt/notesMasters/notesMaster1.xml" Id="R23f4a3fe6a0d4d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60609d1b4a4603" /><Relationship Type="http://schemas.openxmlformats.org/officeDocument/2006/relationships/notesMaster" Target="/ppt/notesMasters/notesMaster1.xml" Id="R6b896efc908c49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e7a988d65143fe" /><Relationship Type="http://schemas.openxmlformats.org/officeDocument/2006/relationships/notesMaster" Target="/ppt/notesMasters/notesMaster1.xml" Id="R7d956fe16a4b4f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8de8b2da7d4f9e" /><Relationship Type="http://schemas.openxmlformats.org/officeDocument/2006/relationships/notesMaster" Target="/ppt/notesMasters/notesMaster1.xml" Id="Rbe5d078e18f84c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bd9915a79c4f86" /><Relationship Type="http://schemas.openxmlformats.org/officeDocument/2006/relationships/notesMaster" Target="/ppt/notesMasters/notesMaster1.xml" Id="Re26c1f6bd5b349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b26674edd94a03" /><Relationship Type="http://schemas.openxmlformats.org/officeDocument/2006/relationships/notesMaster" Target="/ppt/notesMasters/notesMaster1.xml" Id="R631c8da496f24e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80af214aa24fbe" /><Relationship Type="http://schemas.openxmlformats.org/officeDocument/2006/relationships/notesMaster" Target="/ppt/notesMasters/notesMaster1.xml" Id="R879530d8978846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5e2d90662945d8" /><Relationship Type="http://schemas.openxmlformats.org/officeDocument/2006/relationships/notesMaster" Target="/ppt/notesMasters/notesMaster1.xml" Id="Rda7512aa0e6a4b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ab557ca89e4afd" /><Relationship Type="http://schemas.openxmlformats.org/officeDocument/2006/relationships/notesMaster" Target="/ppt/notesMasters/notesMaster1.xml" Id="R226e4155ad2144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62cd150bab4c13" /><Relationship Type="http://schemas.openxmlformats.org/officeDocument/2006/relationships/notesMaster" Target="/ppt/notesMasters/notesMaster1.xml" Id="R6e2508b86bc048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IOAI Restroom baseline; syllabus vision-text encoders.. ioai25restroom: chạy notebook baseline và làm bài bằng training/validation/test đính kèm.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4.8: CLIP và image-text retrieval</a:t>
            </a:r>
          </a:p>
          <a:p xmlns:a="http://schemas.openxmlformats.org/drawingml/2006/main">
            <a:r>
              <a:t>Nguồn giáo trình: IOAI Restroom baseline; syllabus vision-text encoders.</a:t>
            </a:r>
          </a:p>
          <a:p xmlns:a="http://schemas.openxmlformats.org/drawingml/2006/main">
            <a:r>
              <a:t>Bài tiếp theo trong nguồn: ioai25restroom: chạy notebook baseline và làm bài bằng training/validation/test đính kèm.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4.8: CLIP và image-text retrieval</a:t>
            </a:r>
          </a:p>
          <a:p xmlns:a="http://schemas.openxmlformats.org/drawingml/2006/main">
            <a:r>
              <a:t>Nguồn giáo trình: IOAI Restroom baseline; syllabus vision-text encoders.</a:t>
            </a:r>
          </a:p>
          <a:p xmlns:a="http://schemas.openxmlformats.org/drawingml/2006/main">
            <a:r>
              <a:t>Bài tiếp theo trong nguồn: ioai25restroom: chạy notebook baseline và làm bài bằng training/validation/test đính kèm.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4.8: CLIP và image-text retrieval</a:t>
            </a:r>
          </a:p>
          <a:p xmlns:a="http://schemas.openxmlformats.org/drawingml/2006/main">
            <a:r>
              <a:t>Nguồn giáo trình: IOAI Restroom baseline; syllabus vision-text encoders.</a:t>
            </a:r>
          </a:p>
          <a:p xmlns:a="http://schemas.openxmlformats.org/drawingml/2006/main">
            <a:r>
              <a:t>Bài tiếp theo trong nguồn: ioai25restroom: chạy notebook baseline và làm bài bằng training/validation/test đính kèm.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4.8: CLIP và image-text retrieval</a:t>
            </a:r>
          </a:p>
          <a:p xmlns:a="http://schemas.openxmlformats.org/drawingml/2006/main">
            <a:r>
              <a:t>Nguồn giáo trình: IOAI Restroom baseline; syllabus vision-text encoders.</a:t>
            </a:r>
          </a:p>
          <a:p xmlns:a="http://schemas.openxmlformats.org/drawingml/2006/main">
            <a:r>
              <a:t>Bài tiếp theo trong nguồn: ioai25restroom: chạy notebook baseline và làm bài bằng training/validation/test đính kèm.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4.8: CLIP và image-text retrieval</a:t>
            </a:r>
          </a:p>
          <a:p xmlns:a="http://schemas.openxmlformats.org/drawingml/2006/main">
            <a:r>
              <a:t>Nguồn giáo trình: IOAI Restroom baseline; syllabus vision-text encoders.</a:t>
            </a:r>
          </a:p>
          <a:p xmlns:a="http://schemas.openxmlformats.org/drawingml/2006/main">
            <a:r>
              <a:t>Bài tiếp theo trong nguồn: ioai25restroom: chạy notebook baseline và làm bài bằng training/validation/test đính kèm.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4.8: CLIP và image-text retrieval</a:t>
            </a:r>
          </a:p>
          <a:p xmlns:a="http://schemas.openxmlformats.org/drawingml/2006/main">
            <a:r>
              <a:t>Nguồn giáo trình: IOAI Restroom baseline; syllabus vision-text encoders.</a:t>
            </a:r>
          </a:p>
          <a:p xmlns:a="http://schemas.openxmlformats.org/drawingml/2006/main">
            <a:r>
              <a:t>Bài tiếp theo trong nguồn: ioai25restroom: chạy notebook baseline và làm bài bằng training/validation/test đính kèm.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[10,30,20]</a:t>
            </a:r>
          </a:p>
          <a:p xmlns:a="http://schemas.openxmlformats.org/drawingml/2006/main">
            <a:r>
              <a:t>Tham khảo: IOAI Restroom baseline; syllabus vision-text encoders.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{"hits":1,"ndcg":0.6309297535714575}</a:t>
            </a:r>
          </a:p>
          <a:p xmlns:a="http://schemas.openxmlformats.org/drawingml/2006/main">
            <a:r>
              <a:t>Tham khảo: IOAI Restroom baseline; syllabus vision-text encoders.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4.8: CLIP và image-text retrieval</a:t>
            </a:r>
          </a:p>
          <a:p xmlns:a="http://schemas.openxmlformats.org/drawingml/2006/main">
            <a:r>
              <a:t>Nguồn giáo trình: IOAI Restroom baseline; syllabus vision-text encoders.</a:t>
            </a:r>
          </a:p>
          <a:p xmlns:a="http://schemas.openxmlformats.org/drawingml/2006/main">
            <a:r>
              <a:t>Bài tiếp theo trong nguồn: ioai25restroom: chạy notebook baseline và làm bài bằng training/validation/test đính kèm.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4.8: CLIP và image-text retrieval</a:t>
            </a:r>
          </a:p>
          <a:p xmlns:a="http://schemas.openxmlformats.org/drawingml/2006/main">
            <a:r>
              <a:t>Nguồn giáo trình: IOAI Restroom baseline; syllabus vision-text encoders.</a:t>
            </a:r>
          </a:p>
          <a:p xmlns:a="http://schemas.openxmlformats.org/drawingml/2006/main">
            <a:r>
              <a:t>Bài tiếp theo trong nguồn: ioai25restroom: chạy notebook baseline và làm bài bằng training/validation/test đính kèm.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4.8: CLIP và image-text retrieval</a:t>
            </a:r>
          </a:p>
          <a:p xmlns:a="http://schemas.openxmlformats.org/drawingml/2006/main">
            <a:r>
              <a:t>Nguồn giáo trình: IOAI Restroom baseline; syllabus vision-text encoders.</a:t>
            </a:r>
          </a:p>
          <a:p xmlns:a="http://schemas.openxmlformats.org/drawingml/2006/main">
            <a:r>
              <a:t>Bài tiếp theo trong nguồn: ioai25restroom: chạy notebook baseline và làm bài bằng training/validation/test đính kèm.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4.8: CLIP và image-text retrieval</a:t>
            </a:r>
          </a:p>
          <a:p xmlns:a="http://schemas.openxmlformats.org/drawingml/2006/main">
            <a:r>
              <a:t>Nguồn giáo trình: IOAI Restroom baseline; syllabus vision-text encoders.</a:t>
            </a:r>
          </a:p>
          <a:p xmlns:a="http://schemas.openxmlformats.org/drawingml/2006/main">
            <a:r>
              <a:t>Bài tiếp theo trong nguồn: ioai25restroom: chạy notebook baseline và làm bài bằng training/validation/test đính kèm.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9c610d0e3e49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6bb91c23e5476e" /><Relationship Type="http://schemas.openxmlformats.org/officeDocument/2006/relationships/slideLayout" Target="/ppt/slideLayouts/slideLayout1.xml" Id="Raa203f617c3f4a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203f617c3f4a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c6b738ed74756" /><Relationship Type="http://schemas.openxmlformats.org/officeDocument/2006/relationships/notesSlide" Target="/ppt/notesSlides/notesSlide1.xml" Id="Rcee30c636f984d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df552c135488f" /><Relationship Type="http://schemas.openxmlformats.org/officeDocument/2006/relationships/notesSlide" Target="/ppt/notesSlides/notesSlide2.xml" Id="R2c45a4bf8ded48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a7d3602fa4377" /><Relationship Type="http://schemas.openxmlformats.org/officeDocument/2006/relationships/notesSlide" Target="/ppt/notesSlides/notesSlide3.xml" Id="Rddb5bd8c36ee45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29af7b3ba4c60" /><Relationship Type="http://schemas.openxmlformats.org/officeDocument/2006/relationships/notesSlide" Target="/ppt/notesSlides/notesSlide4.xml" Id="R4eef644e37ea48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e09531d6941af" /><Relationship Type="http://schemas.openxmlformats.org/officeDocument/2006/relationships/notesSlide" Target="/ppt/notesSlides/notesSlide5.xml" Id="Rbe95e2d8807043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a52692ba2437a" /><Relationship Type="http://schemas.openxmlformats.org/officeDocument/2006/relationships/notesSlide" Target="/ppt/notesSlides/notesSlide6.xml" Id="R78044e9527594f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580e433ed4607" /><Relationship Type="http://schemas.openxmlformats.org/officeDocument/2006/relationships/notesSlide" Target="/ppt/notesSlides/notesSlide7.xml" Id="Rfcd3884568d44d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fd0b6c7844b27" /><Relationship Type="http://schemas.openxmlformats.org/officeDocument/2006/relationships/notesSlide" Target="/ppt/notesSlides/notesSlide8.xml" Id="Rae744800a4164b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63c710a90478d" /><Relationship Type="http://schemas.openxmlformats.org/officeDocument/2006/relationships/notesSlide" Target="/ppt/notesSlides/notesSlide9.xml" Id="R63828bd00ac34e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41efe47f74cb3" /><Relationship Type="http://schemas.openxmlformats.org/officeDocument/2006/relationships/notesSlide" Target="/ppt/notesSlides/notesSlide10.xml" Id="R3a61c203db7c43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065d5c18a4a79" /><Relationship Type="http://schemas.openxmlformats.org/officeDocument/2006/relationships/notesSlide" Target="/ppt/notesSlides/notesSlide11.xml" Id="R2564b4efa62743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51e6b88c848dd" /><Relationship Type="http://schemas.openxmlformats.org/officeDocument/2006/relationships/notesSlide" Target="/ppt/notesSlides/notesSlide12.xml" Id="Rc4a1daaf3f164d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f881e718140b8" /><Relationship Type="http://schemas.openxmlformats.org/officeDocument/2006/relationships/notesSlide" Target="/ppt/notesSlides/notesSlide13.xml" Id="Rab5228d6f6a04a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D418A-B493-46B2-80BE-2C2A170A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4.8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47088-B048-4F76-BCE2-9DFA8080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CLIP và image-text retrieval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F025B-F082-442F-909F-350A31DB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Tìm ảnh tương ứng khác việc tạo một câu mô tả ảnh?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A2592-31BB-4F29-9E25-219976A3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4.8 · 1/13</a:t>
            </a:r>
          </a:p>
        </p:txBody>
      </p:sp>
    </p:spTree>
    <p:extLst>
      <p:ext uri="{BB962C8B-B14F-4D97-AF65-F5344CB8AC3E}">
        <p14:creationId xmlns:p14="http://schemas.microsoft.com/office/powerpoint/2010/main" val="20894583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AFA3A-98BD-44EF-96AA-8DB43C08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071FC-FB99-47C7-B1B5-7BEF916F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Retrieval xếp gallery theo mức tương ứng với query.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39AAD-D919-4011-9C76-08D875E3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CLIP tạo image/text embeddings; normalize và cosine là baseline.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2C05F-8C80-4DFC-A37E-7BC5C686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Mục tiêu của task phải đúng: Restroom cần khác giới cùnglocation.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3A3A4-AAFB-418D-9B39-CFDCA0B3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rank by cosine(query, gallery)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CB7A3-ED33-48E0-AC6A-DCE66F63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4.8 · 2/13</a:t>
            </a:r>
          </a:p>
        </p:txBody>
      </p:sp>
    </p:spTree>
    <p:extLst>
      <p:ext uri="{BB962C8B-B14F-4D97-AF65-F5344CB8AC3E}">
        <p14:creationId xmlns:p14="http://schemas.microsoft.com/office/powerpoint/2010/main" val="1449542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16D07-452A-4067-8F05-AED2CCB9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query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[0.9,0.1]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gallery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[[1,0],[0,1],[1,1]]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ids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[10,20,30]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68C8F-C7C5-49F5-A5F2-D33EDF00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4.8 · 3/13</a:t>
            </a:r>
          </a:p>
        </p:txBody>
      </p:sp>
    </p:spTree>
    <p:extLst>
      <p:ext uri="{BB962C8B-B14F-4D97-AF65-F5344CB8AC3E}">
        <p14:creationId xmlns:p14="http://schemas.microsoft.com/office/powerpoint/2010/main" val="10195405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6F905-BD31-410F-8196-C289A9C5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C3074-8D38-40EC-89D0-512111FE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10,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30,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20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9EE59-0670-461C-90C1-916FF77A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4.8 · 4/13</a:t>
            </a:r>
          </a:p>
        </p:txBody>
      </p:sp>
    </p:spTree>
    <p:extLst>
      <p:ext uri="{BB962C8B-B14F-4D97-AF65-F5344CB8AC3E}">
        <p14:creationId xmlns:p14="http://schemas.microsoft.com/office/powerpoint/2010/main" val="3806801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38172-1BCE-4383-9260-0D27B671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16366-0AA5-43C0-8CA6-86FD7F6E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Gallery embeddings và IDs cố định; query chưa có nhãn.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gallery=np.array([[1.,0.],[0.,1.],[1.,1.]])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ids=np.array([10,20,30]); query=np.array([.9,.1])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gallery=gallery/np.linalg.norm(gallery,axis=1,keepdims=True)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query=query/np.linalg.norm(query)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scores=gallery@query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order=np.lexsort((ids,-scores))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print("Scores:",scores.round(4).tolist())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print("Ranking IDs:",ids[order].tolist())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ids[order].tolist()==[10,30,20]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CLIP là một cách tạo embeddings thật; file clip_demo.py chỉ dùng model đã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cấp/cache.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AEE31-A23E-4B73-9BCC-43130F27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9DE80-F936-4AB5-9A28-0DF7AA3F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4.8 · 5/13</a:t>
            </a:r>
          </a:p>
        </p:txBody>
      </p:sp>
    </p:spTree>
    <p:extLst>
      <p:ext uri="{BB962C8B-B14F-4D97-AF65-F5344CB8AC3E}">
        <p14:creationId xmlns:p14="http://schemas.microsoft.com/office/powerpoint/2010/main" val="19813068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44914-2E46-4E46-9027-DFFA37C1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E5EA8-B96B-4486-B7BC-91349843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Scores: [0.9939, 0.1104, 0.7809]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Ranking IDs: [10, 30, 20]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E18DE-E5DE-4C10-8118-58FE2F2E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4.8 · 6/13</a:t>
            </a:r>
          </a:p>
        </p:txBody>
      </p:sp>
    </p:spTree>
    <p:extLst>
      <p:ext uri="{BB962C8B-B14F-4D97-AF65-F5344CB8AC3E}">
        <p14:creationId xmlns:p14="http://schemas.microsoft.com/office/powerpoint/2010/main" val="1450833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36FFF-F5FB-4305-942B-1FD2AF3C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DEEBC-49D1-4E3F-B5C9-5B486AA7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 suy target từfilename hoặc chỉ tìm ảnh nhìn giống nhất màsaiquan hệ.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2337F-64F3-40E4-A3AA-1B25C902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rankingID10,20,30 từ query[.9,.1] và gallery đãcấp.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32502-4C43-4AA0-A432-1DCF2917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4.8 · 7/13</a:t>
            </a:r>
          </a:p>
        </p:txBody>
      </p:sp>
    </p:spTree>
    <p:extLst>
      <p:ext uri="{BB962C8B-B14F-4D97-AF65-F5344CB8AC3E}">
        <p14:creationId xmlns:p14="http://schemas.microsoft.com/office/powerpoint/2010/main" val="4684057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84992-F8CD-4786-B73C-881874E2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1D452-5FC6-42BA-B9EE-B58FD014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Cosinequery/gallery; ranking giảm; tieidinteger nhỏ. Zero-vectorcosine0.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query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[0.9,0.1]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gallery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[[1,0],[0,1],[1,1]]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ids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[10,20,30]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0CB2A-CDC7-4557-88FA-BA2D1549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4.8 · 8/13</a:t>
            </a:r>
          </a:p>
        </p:txBody>
      </p:sp>
    </p:spTree>
    <p:extLst>
      <p:ext uri="{BB962C8B-B14F-4D97-AF65-F5344CB8AC3E}">
        <p14:creationId xmlns:p14="http://schemas.microsoft.com/office/powerpoint/2010/main" val="16264801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259F7-DEE9-41ED-A618-0D934721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EFBD2-D70F-4D57-9B1B-95EBC220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Với1target, firstmatchingrank1-based; Hits@k, nDCG@k=1/log2(rank+1), không có target→0.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ranked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["a","b","c"]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"b"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EA7CD-161F-4B62-8306-D25048C4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4.8 · 9/13</a:t>
            </a:r>
          </a:p>
        </p:txBody>
      </p:sp>
    </p:spTree>
    <p:extLst>
      <p:ext uri="{BB962C8B-B14F-4D97-AF65-F5344CB8AC3E}">
        <p14:creationId xmlns:p14="http://schemas.microsoft.com/office/powerpoint/2010/main" val="571220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AD06D-BD89-4496-9108-E6A0C21C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01C9F-FB11-449E-9791-B3508668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Cosinequery/gallery; ranking giảm; tieidinteger nhỏ. Zero-vectorcosine0.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575E8-3663-4F1A-95AB-B96B505D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query: d; gallery: nxd; ids: nunique;1&lt;=k&lt;=n.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3F317-7CA3-428F-83DB-F1E6B7F6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89CF1-17D8-48D3-83CE-ED69677A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4.8 · 10/13</a:t>
            </a:r>
          </a:p>
        </p:txBody>
      </p:sp>
    </p:spTree>
    <p:extLst>
      <p:ext uri="{BB962C8B-B14F-4D97-AF65-F5344CB8AC3E}">
        <p14:creationId xmlns:p14="http://schemas.microsoft.com/office/powerpoint/2010/main" val="20149348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A8F63-739D-4A9A-BA31-FAD8808B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9CDC1-A342-419B-A1C2-C0DB3B61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Với1target, firstmatchingrank1-based; Hits@k, nDCG@k=1/log2(rank+1), không có target→0.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C86EC-6D80-428B-AC09-D5FF9F98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ranked: listdistinctstrings; target: string; kpositive.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DB7FC-36A2-40C8-A36F-37360056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31DF9-3AB6-4D34-B9C4-245FD579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4.8 · 11/13</a:t>
            </a:r>
          </a:p>
        </p:txBody>
      </p:sp>
    </p:spTree>
    <p:extLst>
      <p:ext uri="{BB962C8B-B14F-4D97-AF65-F5344CB8AC3E}">
        <p14:creationId xmlns:p14="http://schemas.microsoft.com/office/powerpoint/2010/main" val="10058771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24146-1E17-4E73-B4AD-80E19EB7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8D9AA-CE65-4DA3-9A98-872F7AFC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Tìm prototype cùng chữ số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2463F-6443-4FDB-A571-F8FCAD27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retrieval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D94C0-8D7B-4A18-A013-6AD7A41B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Accuracygalleryclass; galleryIDs0..9.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71CF8-BA21-4F7B-AB7A-51F5CDB7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A45DE-E66E-4151-ADF0-1C92853F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4.8 · 12/13</a:t>
            </a:r>
          </a:p>
        </p:txBody>
      </p:sp>
    </p:spTree>
    <p:extLst>
      <p:ext uri="{BB962C8B-B14F-4D97-AF65-F5344CB8AC3E}">
        <p14:creationId xmlns:p14="http://schemas.microsoft.com/office/powerpoint/2010/main" val="14492861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6A7E8-E350-4B44-BD53-11729653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2D41A-9717-4311-8768-2F432CDC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rankingID10,20,30 từ query[.9,.1] và gallery đãcấp.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332B6-24FD-46EA-95C9-79DBB509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IOAI Restroom baseline; syllabus vision-text encoders.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7DA32-B24D-46E7-8FE9-5B0DA776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ioai25restroom: chạy notebook baseline và làm bài bằng training/validation/test đính kèm.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6CC96-DB93-466C-A262-77FB92DB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4.8 · 13/13</a:t>
            </a:r>
          </a:p>
        </p:txBody>
      </p:sp>
    </p:spTree>
    <p:extLst>
      <p:ext uri="{BB962C8B-B14F-4D97-AF65-F5344CB8AC3E}">
        <p14:creationId xmlns:p14="http://schemas.microsoft.com/office/powerpoint/2010/main" val="6675803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2026-10-01T09:01:19.3760000Z</dcterms:created>
  <dcterms:modified xsi:type="dcterms:W3CDTF">2026-10-01T09:01:19.3760000Z</dcterms:modified>
</coreProperties>
</file>