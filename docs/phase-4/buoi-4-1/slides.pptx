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1b0b9adc1a4ee2" /><Relationship Type="http://schemas.openxmlformats.org/officeDocument/2006/relationships/extended-properties" Target="/docProps/app.xml" Id="R8e7e9aa8591449e9" /><Relationship Type="http://schemas.openxmlformats.org/officeDocument/2006/relationships/officeDocument" Target="/ppt/presentation.xml" Id="R5dd85729dc0a43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c890b29be144ba"/>
  </p:sldMasterIdLst>
  <p:notesMasterIdLst>
    <p:notesMasterId xmlns:r="http://schemas.openxmlformats.org/officeDocument/2006/relationships" r:id="R294491a2521444a1"/>
  </p:notesMasterIdLst>
  <p:sldIdLst>
    <p:sldId xmlns:r="http://schemas.openxmlformats.org/officeDocument/2006/relationships" id="256" r:id="R9a2c6791d7ed409e"/>
    <p:sldId xmlns:r="http://schemas.openxmlformats.org/officeDocument/2006/relationships" id="257" r:id="R9ed3fcdb1641418d"/>
    <p:sldId xmlns:r="http://schemas.openxmlformats.org/officeDocument/2006/relationships" id="258" r:id="R4608f71b5d294f56"/>
    <p:sldId xmlns:r="http://schemas.openxmlformats.org/officeDocument/2006/relationships" id="259" r:id="R3df946155cdf4ce6"/>
    <p:sldId xmlns:r="http://schemas.openxmlformats.org/officeDocument/2006/relationships" id="260" r:id="R57eb2a5145ba4843"/>
    <p:sldId xmlns:r="http://schemas.openxmlformats.org/officeDocument/2006/relationships" id="261" r:id="Rda09be5d9e4b41b6"/>
    <p:sldId xmlns:r="http://schemas.openxmlformats.org/officeDocument/2006/relationships" id="262" r:id="Rb0a64bb3187d41fd"/>
    <p:sldId xmlns:r="http://schemas.openxmlformats.org/officeDocument/2006/relationships" id="263" r:id="R7d36a5c3a24a440f"/>
    <p:sldId xmlns:r="http://schemas.openxmlformats.org/officeDocument/2006/relationships" id="264" r:id="R774d5317df20462d"/>
    <p:sldId xmlns:r="http://schemas.openxmlformats.org/officeDocument/2006/relationships" id="265" r:id="R7b1f8fb8a7364fbb"/>
    <p:sldId xmlns:r="http://schemas.openxmlformats.org/officeDocument/2006/relationships" id="266" r:id="R8b80200914894cbb"/>
    <p:sldId xmlns:r="http://schemas.openxmlformats.org/officeDocument/2006/relationships" id="267" r:id="R0a9a3bba8c784115"/>
    <p:sldId xmlns:r="http://schemas.openxmlformats.org/officeDocument/2006/relationships" id="268" r:id="Re244667ea38b40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68760dd2764996" /><Relationship Type="http://schemas.openxmlformats.org/officeDocument/2006/relationships/slideMaster" Target="/ppt/slideMasters/slideMaster1.xml" Id="R64c890b29be144ba" /><Relationship Type="http://schemas.openxmlformats.org/officeDocument/2006/relationships/notesMaster" Target="/ppt/notesMasters/notesMaster1.xml" Id="R294491a2521444a1" /><Relationship Type="http://schemas.openxmlformats.org/officeDocument/2006/relationships/presProps" Target="/ppt/presProps.xml" Id="Rcbeb3d4ed6b84eff" /><Relationship Type="http://schemas.openxmlformats.org/officeDocument/2006/relationships/tableStyles" Target="/ppt/tableStyles.xml" Id="R9e470886f3f344cd" /><Relationship Type="http://schemas.openxmlformats.org/officeDocument/2006/relationships/slide" Target="/ppt/slides/slide1.xml" Id="R9a2c6791d7ed409e" /><Relationship Type="http://schemas.openxmlformats.org/officeDocument/2006/relationships/slide" Target="/ppt/slides/slide2.xml" Id="R9ed3fcdb1641418d" /><Relationship Type="http://schemas.openxmlformats.org/officeDocument/2006/relationships/slide" Target="/ppt/slides/slide3.xml" Id="R4608f71b5d294f56" /><Relationship Type="http://schemas.openxmlformats.org/officeDocument/2006/relationships/slide" Target="/ppt/slides/slide4.xml" Id="R3df946155cdf4ce6" /><Relationship Type="http://schemas.openxmlformats.org/officeDocument/2006/relationships/slide" Target="/ppt/slides/slide5.xml" Id="R57eb2a5145ba4843" /><Relationship Type="http://schemas.openxmlformats.org/officeDocument/2006/relationships/slide" Target="/ppt/slides/slide6.xml" Id="Rda09be5d9e4b41b6" /><Relationship Type="http://schemas.openxmlformats.org/officeDocument/2006/relationships/slide" Target="/ppt/slides/slide7.xml" Id="Rb0a64bb3187d41fd" /><Relationship Type="http://schemas.openxmlformats.org/officeDocument/2006/relationships/slide" Target="/ppt/slides/slide8.xml" Id="R7d36a5c3a24a440f" /><Relationship Type="http://schemas.openxmlformats.org/officeDocument/2006/relationships/slide" Target="/ppt/slides/slide9.xml" Id="R774d5317df20462d" /><Relationship Type="http://schemas.openxmlformats.org/officeDocument/2006/relationships/slide" Target="/ppt/slides/slide10.xml" Id="R7b1f8fb8a7364fbb" /><Relationship Type="http://schemas.openxmlformats.org/officeDocument/2006/relationships/slide" Target="/ppt/slides/slide11.xml" Id="R8b80200914894cbb" /><Relationship Type="http://schemas.openxmlformats.org/officeDocument/2006/relationships/slide" Target="/ppt/slides/slide12.xml" Id="R0a9a3bba8c784115" /><Relationship Type="http://schemas.openxmlformats.org/officeDocument/2006/relationships/slide" Target="/ppt/slides/slide13.xml" Id="Re244667ea38b40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94b1befabe43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2c146b88c14b7a" /><Relationship Type="http://schemas.openxmlformats.org/officeDocument/2006/relationships/notesMaster" Target="/ppt/notesMasters/notesMaster1.xml" Id="Rc57fd432b6e04b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5e118c900f40d9" /><Relationship Type="http://schemas.openxmlformats.org/officeDocument/2006/relationships/notesMaster" Target="/ppt/notesMasters/notesMaster1.xml" Id="Rc6e66ed44b014c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0426ffc70349ad" /><Relationship Type="http://schemas.openxmlformats.org/officeDocument/2006/relationships/notesMaster" Target="/ppt/notesMasters/notesMaster1.xml" Id="Rdd6366b06fc740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b0acb805b94d6a" /><Relationship Type="http://schemas.openxmlformats.org/officeDocument/2006/relationships/notesMaster" Target="/ppt/notesMasters/notesMaster1.xml" Id="R50c4f8ad5eaf4e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5d537dd057404d" /><Relationship Type="http://schemas.openxmlformats.org/officeDocument/2006/relationships/notesMaster" Target="/ppt/notesMasters/notesMaster1.xml" Id="Rb9ead8f279d649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c284e1862b4ffb" /><Relationship Type="http://schemas.openxmlformats.org/officeDocument/2006/relationships/notesMaster" Target="/ppt/notesMasters/notesMaster1.xml" Id="Rda234021d2ba49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1afe388ae74878" /><Relationship Type="http://schemas.openxmlformats.org/officeDocument/2006/relationships/notesMaster" Target="/ppt/notesMasters/notesMaster1.xml" Id="R0c49dade424f46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eddf7557f646f7" /><Relationship Type="http://schemas.openxmlformats.org/officeDocument/2006/relationships/notesMaster" Target="/ppt/notesMasters/notesMaster1.xml" Id="R2ac7ecfe5a2248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46c57b51d049dd" /><Relationship Type="http://schemas.openxmlformats.org/officeDocument/2006/relationships/notesMaster" Target="/ppt/notesMasters/notesMaster1.xml" Id="R6b93eec4434743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df7c5c0363497c" /><Relationship Type="http://schemas.openxmlformats.org/officeDocument/2006/relationships/notesMaster" Target="/ppt/notesMasters/notesMaster1.xml" Id="R9a5ce29577004e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8691d50cbc4157" /><Relationship Type="http://schemas.openxmlformats.org/officeDocument/2006/relationships/notesMaster" Target="/ppt/notesMasters/notesMaster1.xml" Id="R375ed84f23ae44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24f85e1e724455" /><Relationship Type="http://schemas.openxmlformats.org/officeDocument/2006/relationships/notesMaster" Target="/ppt/notesMasters/notesMaster1.xml" Id="R5cfd2abf22f048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795f8ce9a54957" /><Relationship Type="http://schemas.openxmlformats.org/officeDocument/2006/relationships/notesMaster" Target="/ppt/notesMasters/notesMaster1.xml" Id="Rd2c0cf0fdd8244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34.1; KHTN chương 12.. AIO 34.2 Thực hành và34.3 trắc nghiệm.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4.1: Convolution và pooling</a:t>
            </a:r>
          </a:p>
          <a:p xmlns:a="http://schemas.openxmlformats.org/drawingml/2006/main">
            <a:r>
              <a:t>Nguồn giáo trình: AIO 34.1; KHTN chương 12.</a:t>
            </a:r>
          </a:p>
          <a:p xmlns:a="http://schemas.openxmlformats.org/drawingml/2006/main">
            <a:r>
              <a:t>Bài tiếp theo trong nguồn: AIO 34.2 Thực hành và34.3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4.1: Convolution và pooling</a:t>
            </a:r>
          </a:p>
          <a:p xmlns:a="http://schemas.openxmlformats.org/drawingml/2006/main">
            <a:r>
              <a:t>Nguồn giáo trình: AIO 34.1; KHTN chương 12.</a:t>
            </a:r>
          </a:p>
          <a:p xmlns:a="http://schemas.openxmlformats.org/drawingml/2006/main">
            <a:r>
              <a:t>Bài tiếp theo trong nguồn: AIO 34.2 Thực hành và34.3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4.1: Convolution và pooling</a:t>
            </a:r>
          </a:p>
          <a:p xmlns:a="http://schemas.openxmlformats.org/drawingml/2006/main">
            <a:r>
              <a:t>Nguồn giáo trình: AIO 34.1; KHTN chương 12.</a:t>
            </a:r>
          </a:p>
          <a:p xmlns:a="http://schemas.openxmlformats.org/drawingml/2006/main">
            <a:r>
              <a:t>Bài tiếp theo trong nguồn: AIO 34.2 Thực hành và34.3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4.1: Convolution và pooling</a:t>
            </a:r>
          </a:p>
          <a:p xmlns:a="http://schemas.openxmlformats.org/drawingml/2006/main">
            <a:r>
              <a:t>Nguồn giáo trình: AIO 34.1; KHTN chương 12.</a:t>
            </a:r>
          </a:p>
          <a:p xmlns:a="http://schemas.openxmlformats.org/drawingml/2006/main">
            <a:r>
              <a:t>Bài tiếp theo trong nguồn: AIO 34.2 Thực hành và34.3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4.1: Convolution và pooling</a:t>
            </a:r>
          </a:p>
          <a:p xmlns:a="http://schemas.openxmlformats.org/drawingml/2006/main">
            <a:r>
              <a:t>Nguồn giáo trình: AIO 34.1; KHTN chương 12.</a:t>
            </a:r>
          </a:p>
          <a:p xmlns:a="http://schemas.openxmlformats.org/drawingml/2006/main">
            <a:r>
              <a:t>Bài tiếp theo trong nguồn: AIO 34.2 Thực hành và34.3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4.1: Convolution và pooling</a:t>
            </a:r>
          </a:p>
          <a:p xmlns:a="http://schemas.openxmlformats.org/drawingml/2006/main">
            <a:r>
              <a:t>Nguồn giáo trình: AIO 34.1; KHTN chương 12.</a:t>
            </a:r>
          </a:p>
          <a:p xmlns:a="http://schemas.openxmlformats.org/drawingml/2006/main">
            <a:r>
              <a:t>Bài tiếp theo trong nguồn: AIO 34.2 Thực hành và34.3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[3,3]</a:t>
            </a:r>
          </a:p>
          <a:p xmlns:a="http://schemas.openxmlformats.org/drawingml/2006/main">
            <a:r>
              <a:t>Tham khảo: AIO 34.1; KHTN chương 12.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[[-4,-4],[-4,-4]]</a:t>
            </a:r>
          </a:p>
          <a:p xmlns:a="http://schemas.openxmlformats.org/drawingml/2006/main">
            <a:r>
              <a:t>Tham khảo: AIO 34.1; KHTN chương 12.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4.1: Convolution và pooling</a:t>
            </a:r>
          </a:p>
          <a:p xmlns:a="http://schemas.openxmlformats.org/drawingml/2006/main">
            <a:r>
              <a:t>Nguồn giáo trình: AIO 34.1; KHTN chương 12.</a:t>
            </a:r>
          </a:p>
          <a:p xmlns:a="http://schemas.openxmlformats.org/drawingml/2006/main">
            <a:r>
              <a:t>Bài tiếp theo trong nguồn: AIO 34.2 Thực hành và34.3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4.1: Convolution và pooling</a:t>
            </a:r>
          </a:p>
          <a:p xmlns:a="http://schemas.openxmlformats.org/drawingml/2006/main">
            <a:r>
              <a:t>Nguồn giáo trình: AIO 34.1; KHTN chương 12.</a:t>
            </a:r>
          </a:p>
          <a:p xmlns:a="http://schemas.openxmlformats.org/drawingml/2006/main">
            <a:r>
              <a:t>Bài tiếp theo trong nguồn: AIO 34.2 Thực hành và34.3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4.1: Convolution và pooling</a:t>
            </a:r>
          </a:p>
          <a:p xmlns:a="http://schemas.openxmlformats.org/drawingml/2006/main">
            <a:r>
              <a:t>Nguồn giáo trình: AIO 34.1; KHTN chương 12.</a:t>
            </a:r>
          </a:p>
          <a:p xmlns:a="http://schemas.openxmlformats.org/drawingml/2006/main">
            <a:r>
              <a:t>Bài tiếp theo trong nguồn: AIO 34.2 Thực hành và34.3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4.1: Convolution và pooling</a:t>
            </a:r>
          </a:p>
          <a:p xmlns:a="http://schemas.openxmlformats.org/drawingml/2006/main">
            <a:r>
              <a:t>Nguồn giáo trình: AIO 34.1; KHTN chương 12.</a:t>
            </a:r>
          </a:p>
          <a:p xmlns:a="http://schemas.openxmlformats.org/drawingml/2006/main">
            <a:r>
              <a:t>Bài tiếp theo trong nguồn: AIO 34.2 Thực hành và34.3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2947bc7a040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3790f428c24c04" /><Relationship Type="http://schemas.openxmlformats.org/officeDocument/2006/relationships/slideLayout" Target="/ppt/slideLayouts/slideLayout1.xml" Id="Rcb3e3d4963ed47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3e3d4963ed47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c8366e35c474f" /><Relationship Type="http://schemas.openxmlformats.org/officeDocument/2006/relationships/notesSlide" Target="/ppt/notesSlides/notesSlide1.xml" Id="R5086f89276be4b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a65edf65446fa" /><Relationship Type="http://schemas.openxmlformats.org/officeDocument/2006/relationships/notesSlide" Target="/ppt/notesSlides/notesSlide2.xml" Id="R786168408a6c4e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1790fe4554d3a" /><Relationship Type="http://schemas.openxmlformats.org/officeDocument/2006/relationships/notesSlide" Target="/ppt/notesSlides/notesSlide3.xml" Id="R5928ed765f824f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2ffab1be2481c" /><Relationship Type="http://schemas.openxmlformats.org/officeDocument/2006/relationships/notesSlide" Target="/ppt/notesSlides/notesSlide4.xml" Id="Rffcc3255ab1f4d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97cb07f3743b7" /><Relationship Type="http://schemas.openxmlformats.org/officeDocument/2006/relationships/notesSlide" Target="/ppt/notesSlides/notesSlide5.xml" Id="R3801cd9d788e40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5781a888e463b" /><Relationship Type="http://schemas.openxmlformats.org/officeDocument/2006/relationships/notesSlide" Target="/ppt/notesSlides/notesSlide6.xml" Id="Rcdf98436aac54c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23d1499644ca8" /><Relationship Type="http://schemas.openxmlformats.org/officeDocument/2006/relationships/notesSlide" Target="/ppt/notesSlides/notesSlide7.xml" Id="R604279bcfdfb4a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cfc4d179f4a6f" /><Relationship Type="http://schemas.openxmlformats.org/officeDocument/2006/relationships/notesSlide" Target="/ppt/notesSlides/notesSlide8.xml" Id="R97626bccadce4d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ed82d8d1b4d6d" /><Relationship Type="http://schemas.openxmlformats.org/officeDocument/2006/relationships/notesSlide" Target="/ppt/notesSlides/notesSlide9.xml" Id="Rd8d767966a5140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be4bdd8664cfc" /><Relationship Type="http://schemas.openxmlformats.org/officeDocument/2006/relationships/notesSlide" Target="/ppt/notesSlides/notesSlide10.xml" Id="Rd7610cac3aba4c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aba0ff29c41e1" /><Relationship Type="http://schemas.openxmlformats.org/officeDocument/2006/relationships/notesSlide" Target="/ppt/notesSlides/notesSlide11.xml" Id="R6a7684fb6fd649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e116285a7454a" /><Relationship Type="http://schemas.openxmlformats.org/officeDocument/2006/relationships/notesSlide" Target="/ppt/notesSlides/notesSlide12.xml" Id="Rde252bab5d8940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541cce2e44f71" /><Relationship Type="http://schemas.openxmlformats.org/officeDocument/2006/relationships/notesSlide" Target="/ppt/notesSlides/notesSlide13.xml" Id="R49bfe50216644e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81462-5371-4880-951F-13CFA8A1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4.1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1D2A1-653E-4051-A1BF-C41FE5B1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Convolution và pooling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83C5F-7E9C-43CE-9713-01DABE5B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Kernel2× 2 nhìn một phần ảnh3× 3 ra sao?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83BD2-3ACB-4382-A97D-52BDE42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 · 1/13</a:t>
            </a:r>
          </a:p>
        </p:txBody>
      </p:sp>
    </p:spTree>
    <p:extLst>
      <p:ext uri="{BB962C8B-B14F-4D97-AF65-F5344CB8AC3E}">
        <p14:creationId xmlns:p14="http://schemas.microsoft.com/office/powerpoint/2010/main" val="397257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DB4D7-328F-46C8-8902-2D45A62D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3D2BA-7FE0-4058-8CF2-8DE3380E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Convolution/cross-correlation kết hợp vùng cục bộ; stride/padding đổi shape.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2768D-B1A5-455D-83F8-7F1FA11F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Channels là loại thông tin, không cùng ý nghĩa với batch dimension.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51026-5120-41D3-9DD9-7B60B0E3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Pooling gom vùng; max và average giữ thông tin khác nhau.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D77B6-618F-4628-A29C-F866EC56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Hout=floor((H+2P-K)/S)+1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FC6F9-6F29-4F32-BA1B-8B62F594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 · 2/13</a:t>
            </a:r>
          </a:p>
        </p:txBody>
      </p:sp>
    </p:spTree>
    <p:extLst>
      <p:ext uri="{BB962C8B-B14F-4D97-AF65-F5344CB8AC3E}">
        <p14:creationId xmlns:p14="http://schemas.microsoft.com/office/powerpoint/2010/main" val="18663072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CDE11-114F-45CD-AD22-A4BBFAE6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kh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kw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stride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padding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178F3-CEDD-4A92-AA66-C0C63593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 · 3/13</a:t>
            </a:r>
          </a:p>
        </p:txBody>
      </p:sp>
    </p:spTree>
    <p:extLst>
      <p:ext uri="{BB962C8B-B14F-4D97-AF65-F5344CB8AC3E}">
        <p14:creationId xmlns:p14="http://schemas.microsoft.com/office/powerpoint/2010/main" val="612897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E2FA5-4267-4EBE-B130-5A116483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9D027-2240-4F4F-B201-C9704E35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3,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3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AF5B8-C232-4564-A871-5FF8F0D2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 · 4/13</a:t>
            </a:r>
          </a:p>
        </p:txBody>
      </p:sp>
    </p:spTree>
    <p:extLst>
      <p:ext uri="{BB962C8B-B14F-4D97-AF65-F5344CB8AC3E}">
        <p14:creationId xmlns:p14="http://schemas.microsoft.com/office/powerpoint/2010/main" val="18974219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7ACFC-0C98-4D3C-B207-00A7119F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5B904-077A-4386-BC5F-74698B9F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 import nn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torch.arange(1,10,dtype=torch.float32).reshape(1,1,3,3)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conv = nn.Conv2d(1,1,kernel_size=2,bias=False)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with torch.no_grad(): conv.weight.copy_(torch.tensor([[[[1.,0.],[0.,-1.]]]]))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output = conv(X)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print("Input:",X[0,0].tolist())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print("Kernel:",conv.weight[0,0].detach().tolist())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print("Output:",output[0,0].detach().tolist())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print("MaxPool2x2:",nn.MaxPool2d(2)(X)[0,0].tolist())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torch.equal(output,torch.full((1,1,2,2),-4.))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Conv2d thực hiện cross-correlation; không lật kernel ở ví dụ này.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1AB0A-CB6C-4EBF-A941-D94A6E52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BE02F-C4B6-4BBD-B97D-D9D273F2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4.1 · 5/13</a:t>
            </a:r>
          </a:p>
        </p:txBody>
      </p:sp>
    </p:spTree>
    <p:extLst>
      <p:ext uri="{BB962C8B-B14F-4D97-AF65-F5344CB8AC3E}">
        <p14:creationId xmlns:p14="http://schemas.microsoft.com/office/powerpoint/2010/main" val="1100416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80AD2-2082-40B6-8D45-425875B1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6E778-7FBD-4570-8FA1-1D232DA9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Input: [[1.0, 2.0, 3.0], [4.0, 5.0, 6.0], [7.0, 8.0, 9.0]]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Kernel: [[1.0, 0.0], [0.0, -1.0]]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Output: [[-4.0, -4.0], [-4.0, -4.0]]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MaxPool2x2: [[5.0]]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B6550-CC22-48BF-8FE8-35318347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 · 6/13</a:t>
            </a:r>
          </a:p>
        </p:txBody>
      </p:sp>
    </p:spTree>
    <p:extLst>
      <p:ext uri="{BB962C8B-B14F-4D97-AF65-F5344CB8AC3E}">
        <p14:creationId xmlns:p14="http://schemas.microsoft.com/office/powerpoint/2010/main" val="18813745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C6E36-CED5-41CB-B901-E9E63533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6358C-6C44-4561-AD55-4AA97D23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Conv2d của PyTorch không lật kernel trong thao tác cross-correlation.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55C21-83B4-439F-BAB8-97D3394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ô đầu output của kernel[[1,0],[0,-1]] bằng tay.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F7459-2981-4287-89FA-9D25CDDF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 · 7/13</a:t>
            </a:r>
          </a:p>
        </p:txBody>
      </p:sp>
    </p:spTree>
    <p:extLst>
      <p:ext uri="{BB962C8B-B14F-4D97-AF65-F5344CB8AC3E}">
        <p14:creationId xmlns:p14="http://schemas.microsoft.com/office/powerpoint/2010/main" val="13191196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A37DC-DF12-4A13-9BF4-3F42133B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CFFA4-2527-4E1A-B6CC-0E4C4AD2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floor((input+2padding-kernel)/stride)+1 cho H/W, không dilation.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4694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4694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kh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kw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stride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padding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E04BA-34E7-47A6-8A1A-2F1833E1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 · 8/13</a:t>
            </a:r>
          </a:p>
        </p:txBody>
      </p:sp>
    </p:spTree>
    <p:extLst>
      <p:ext uri="{BB962C8B-B14F-4D97-AF65-F5344CB8AC3E}">
        <p14:creationId xmlns:p14="http://schemas.microsoft.com/office/powerpoint/2010/main" val="6233011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4AFEB-2547-47FB-B83B-0ECE6845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1EE3D-82C5-4F7E-99C5-53080FC3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2D valid cross-correlation, stride1, padding0; KHÔNG lật kernel.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image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[[1,2,3],[4,5,6],[7,8,9]]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kernel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[[1,0],[0,-1]]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C1C5F-27E8-4B6E-8A38-5A1D4DF6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 · 9/13</a:t>
            </a:r>
          </a:p>
        </p:txBody>
      </p:sp>
    </p:spTree>
    <p:extLst>
      <p:ext uri="{BB962C8B-B14F-4D97-AF65-F5344CB8AC3E}">
        <p14:creationId xmlns:p14="http://schemas.microsoft.com/office/powerpoint/2010/main" val="17027655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46F9D-7E0C-4F64-87F7-5F3FC932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26D54-13BF-443D-ACB5-DA5761F1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Output floor((input+2padding-kernel)/stride)+1 cho H/W, không dilation.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DD587-4911-4F2E-BB76-ED8E9888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h, w, kh, kw, stride positive; padding&gt;=0; output positive.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1ABF0-28AD-4FC0-A65E-015C27B8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8FF2F-0154-410D-9FD9-E2E2DC14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 · 10/13</a:t>
            </a:r>
          </a:p>
        </p:txBody>
      </p:sp>
    </p:spTree>
    <p:extLst>
      <p:ext uri="{BB962C8B-B14F-4D97-AF65-F5344CB8AC3E}">
        <p14:creationId xmlns:p14="http://schemas.microsoft.com/office/powerpoint/2010/main" val="21103668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34C91-2BFB-4FFD-AAEF-9059B3CF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0BC05-67D1-4158-9CEA-231E9930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2D valid cross-correlation, stride1, padding0; KHÔNG lật kernel.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21EE9-205E-4E79-8B64-DE9B27FF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image/kernel: matrices; kernel không lớn hơnimage.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0DF18-2BE9-45AA-ABE4-51C0F60F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45F59-1B3F-4860-B0B5-447AA4AD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 · 11/13</a:t>
            </a:r>
          </a:p>
        </p:txBody>
      </p:sp>
    </p:spTree>
    <p:extLst>
      <p:ext uri="{BB962C8B-B14F-4D97-AF65-F5344CB8AC3E}">
        <p14:creationId xmlns:p14="http://schemas.microsoft.com/office/powerpoint/2010/main" val="10710659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F5C2B-D167-485B-8847-DE7E58A8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00E59-A349-463D-A6FB-C78E1AFB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Đọc ảnh và dùng filters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75A4D-9331-41C2-9357-51E3A7D6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digits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FD79A-A23A-46AE-AF9E-CAF70C6E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Accuracy, labels0..9.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C686C-2516-47BD-9490-72F8C165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4A870-543E-4668-9F56-2D4CAED8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 · 12/13</a:t>
            </a:r>
          </a:p>
        </p:txBody>
      </p:sp>
    </p:spTree>
    <p:extLst>
      <p:ext uri="{BB962C8B-B14F-4D97-AF65-F5344CB8AC3E}">
        <p14:creationId xmlns:p14="http://schemas.microsoft.com/office/powerpoint/2010/main" val="10816110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BF3AE-77DB-4B5E-A589-2AE0861B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4CC23-12A6-4B0E-AAD5-D4646251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ô đầu output của kernel[[1,0],[0,-1]] bằng tay.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C9C4C-E8D5-4848-8E2E-D196465E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34.1; KHTN chương 12.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F508A-13E3-4134-A26C-7307BF9C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34.2 Thực hành và34.3 trắc nghiệm.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DA664-018C-4704-8B6A-7A0D6357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 · 13/13</a:t>
            </a:r>
          </a:p>
        </p:txBody>
      </p:sp>
    </p:spTree>
    <p:extLst>
      <p:ext uri="{BB962C8B-B14F-4D97-AF65-F5344CB8AC3E}">
        <p14:creationId xmlns:p14="http://schemas.microsoft.com/office/powerpoint/2010/main" val="360774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2026-10-01T09:00:14.7200000Z</dcterms:created>
  <dcterms:modified xsi:type="dcterms:W3CDTF">2026-10-01T09:00:14.7200000Z</dcterms:modified>
</coreProperties>
</file>