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48db99abcb4476" /><Relationship Type="http://schemas.openxmlformats.org/officeDocument/2006/relationships/extended-properties" Target="/docProps/app.xml" Id="R9c47a8a9275b4654" /><Relationship Type="http://schemas.openxmlformats.org/officeDocument/2006/relationships/officeDocument" Target="/ppt/presentation.xml" Id="R62179ce8102646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a7579c45b84c96"/>
  </p:sldMasterIdLst>
  <p:notesMasterIdLst>
    <p:notesMasterId xmlns:r="http://schemas.openxmlformats.org/officeDocument/2006/relationships" r:id="R8d622ce8c0704060"/>
  </p:notesMasterIdLst>
  <p:sldIdLst>
    <p:sldId xmlns:r="http://schemas.openxmlformats.org/officeDocument/2006/relationships" id="256" r:id="Rbdaa4e3c2f2a4e25"/>
    <p:sldId xmlns:r="http://schemas.openxmlformats.org/officeDocument/2006/relationships" id="257" r:id="R07fb550eeea64fbc"/>
    <p:sldId xmlns:r="http://schemas.openxmlformats.org/officeDocument/2006/relationships" id="258" r:id="R7c2959c13c5e49ce"/>
    <p:sldId xmlns:r="http://schemas.openxmlformats.org/officeDocument/2006/relationships" id="259" r:id="R9549590d79f541d9"/>
    <p:sldId xmlns:r="http://schemas.openxmlformats.org/officeDocument/2006/relationships" id="260" r:id="R0b3b7d35a2304f8c"/>
    <p:sldId xmlns:r="http://schemas.openxmlformats.org/officeDocument/2006/relationships" id="261" r:id="Racd00b232e764a9b"/>
    <p:sldId xmlns:r="http://schemas.openxmlformats.org/officeDocument/2006/relationships" id="262" r:id="Ra940a5bb3a6443d2"/>
    <p:sldId xmlns:r="http://schemas.openxmlformats.org/officeDocument/2006/relationships" id="263" r:id="R95ee556fec914a8b"/>
    <p:sldId xmlns:r="http://schemas.openxmlformats.org/officeDocument/2006/relationships" id="264" r:id="R24945cbd04d34723"/>
    <p:sldId xmlns:r="http://schemas.openxmlformats.org/officeDocument/2006/relationships" id="265" r:id="Rdc665e9402864460"/>
    <p:sldId xmlns:r="http://schemas.openxmlformats.org/officeDocument/2006/relationships" id="266" r:id="Ra6866d9f0c8045da"/>
    <p:sldId xmlns:r="http://schemas.openxmlformats.org/officeDocument/2006/relationships" id="267" r:id="R6a2f89a1673341c8"/>
    <p:sldId xmlns:r="http://schemas.openxmlformats.org/officeDocument/2006/relationships" id="268" r:id="Rcaf466fa73964c88"/>
    <p:sldId xmlns:r="http://schemas.openxmlformats.org/officeDocument/2006/relationships" id="269" r:id="Ra218c0457d7340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22efdd81a24912" /><Relationship Type="http://schemas.openxmlformats.org/officeDocument/2006/relationships/slideMaster" Target="/ppt/slideMasters/slideMaster1.xml" Id="Rf5a7579c45b84c96" /><Relationship Type="http://schemas.openxmlformats.org/officeDocument/2006/relationships/notesMaster" Target="/ppt/notesMasters/notesMaster1.xml" Id="R8d622ce8c0704060" /><Relationship Type="http://schemas.openxmlformats.org/officeDocument/2006/relationships/presProps" Target="/ppt/presProps.xml" Id="R230866b8f66c43c1" /><Relationship Type="http://schemas.openxmlformats.org/officeDocument/2006/relationships/tableStyles" Target="/ppt/tableStyles.xml" Id="Rfac77b2110ad4f05" /><Relationship Type="http://schemas.openxmlformats.org/officeDocument/2006/relationships/slide" Target="/ppt/slides/slide1.xml" Id="Rbdaa4e3c2f2a4e25" /><Relationship Type="http://schemas.openxmlformats.org/officeDocument/2006/relationships/slide" Target="/ppt/slides/slide2.xml" Id="R07fb550eeea64fbc" /><Relationship Type="http://schemas.openxmlformats.org/officeDocument/2006/relationships/slide" Target="/ppt/slides/slide3.xml" Id="R7c2959c13c5e49ce" /><Relationship Type="http://schemas.openxmlformats.org/officeDocument/2006/relationships/slide" Target="/ppt/slides/slide4.xml" Id="R9549590d79f541d9" /><Relationship Type="http://schemas.openxmlformats.org/officeDocument/2006/relationships/slide" Target="/ppt/slides/slide5.xml" Id="R0b3b7d35a2304f8c" /><Relationship Type="http://schemas.openxmlformats.org/officeDocument/2006/relationships/slide" Target="/ppt/slides/slide6.xml" Id="Racd00b232e764a9b" /><Relationship Type="http://schemas.openxmlformats.org/officeDocument/2006/relationships/slide" Target="/ppt/slides/slide7.xml" Id="Ra940a5bb3a6443d2" /><Relationship Type="http://schemas.openxmlformats.org/officeDocument/2006/relationships/slide" Target="/ppt/slides/slide8.xml" Id="R95ee556fec914a8b" /><Relationship Type="http://schemas.openxmlformats.org/officeDocument/2006/relationships/slide" Target="/ppt/slides/slide9.xml" Id="R24945cbd04d34723" /><Relationship Type="http://schemas.openxmlformats.org/officeDocument/2006/relationships/slide" Target="/ppt/slides/slide10.xml" Id="Rdc665e9402864460" /><Relationship Type="http://schemas.openxmlformats.org/officeDocument/2006/relationships/slide" Target="/ppt/slides/slide11.xml" Id="Ra6866d9f0c8045da" /><Relationship Type="http://schemas.openxmlformats.org/officeDocument/2006/relationships/slide" Target="/ppt/slides/slide12.xml" Id="R6a2f89a1673341c8" /><Relationship Type="http://schemas.openxmlformats.org/officeDocument/2006/relationships/slide" Target="/ppt/slides/slide13.xml" Id="Rcaf466fa73964c88" /><Relationship Type="http://schemas.openxmlformats.org/officeDocument/2006/relationships/slide" Target="/ppt/slides/slide14.xml" Id="Ra218c0457d73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6dfb71eb334a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13abd6d53748fc" /><Relationship Type="http://schemas.openxmlformats.org/officeDocument/2006/relationships/notesMaster" Target="/ppt/notesMasters/notesMaster1.xml" Id="Re49cc151bdf343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5d1dd973694170" /><Relationship Type="http://schemas.openxmlformats.org/officeDocument/2006/relationships/notesMaster" Target="/ppt/notesMasters/notesMaster1.xml" Id="R9ec126f63b054d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511c2a756943f6" /><Relationship Type="http://schemas.openxmlformats.org/officeDocument/2006/relationships/notesMaster" Target="/ppt/notesMasters/notesMaster1.xml" Id="R3927d224f32049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ae49e3e5324d36" /><Relationship Type="http://schemas.openxmlformats.org/officeDocument/2006/relationships/notesMaster" Target="/ppt/notesMasters/notesMaster1.xml" Id="Rd222483230c941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5dfbb872b14c70" /><Relationship Type="http://schemas.openxmlformats.org/officeDocument/2006/relationships/notesMaster" Target="/ppt/notesMasters/notesMaster1.xml" Id="Rabe7a536ad364a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56a700f2e84eb5" /><Relationship Type="http://schemas.openxmlformats.org/officeDocument/2006/relationships/notesMaster" Target="/ppt/notesMasters/notesMaster1.xml" Id="R71625c5d38df47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0ed89f18f6458c" /><Relationship Type="http://schemas.openxmlformats.org/officeDocument/2006/relationships/notesMaster" Target="/ppt/notesMasters/notesMaster1.xml" Id="R3b286b8ea96d4b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cf0138c23a4dc4" /><Relationship Type="http://schemas.openxmlformats.org/officeDocument/2006/relationships/notesMaster" Target="/ppt/notesMasters/notesMaster1.xml" Id="R62c8ea80080343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5d7e82fdb14c4a" /><Relationship Type="http://schemas.openxmlformats.org/officeDocument/2006/relationships/notesMaster" Target="/ppt/notesMasters/notesMaster1.xml" Id="R10b7279c88814b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953399f353405d" /><Relationship Type="http://schemas.openxmlformats.org/officeDocument/2006/relationships/notesMaster" Target="/ppt/notesMasters/notesMaster1.xml" Id="R688cde36fdee49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760e1ef1b84934" /><Relationship Type="http://schemas.openxmlformats.org/officeDocument/2006/relationships/notesMaster" Target="/ppt/notesMasters/notesMaster1.xml" Id="R489b6c11af2b49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13ebb19f1d4b79" /><Relationship Type="http://schemas.openxmlformats.org/officeDocument/2006/relationships/notesMaster" Target="/ppt/notesMasters/notesMaster1.xml" Id="R94a246381a744c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1f9a94944e4a5c" /><Relationship Type="http://schemas.openxmlformats.org/officeDocument/2006/relationships/notesMaster" Target="/ppt/notesMasters/notesMaster1.xml" Id="Rfbf043b9f53b44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32dcf5404f4278" /><Relationship Type="http://schemas.openxmlformats.org/officeDocument/2006/relationships/notesMaster" Target="/ppt/notesMasters/notesMaster1.xml" Id="Rab0e94836a2d4e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Tài liệu Hugging Face DINOv2.. Chạy ví dụ lấy embeddings trong trang DINOv2; đây là bài thực hành theo code tài liệu, không một competition mới.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0.7071067811865475</a:t>
            </a:r>
          </a:p>
          <a:p xmlns:a="http://schemas.openxmlformats.org/drawingml/2006/main">
            <a:r>
              <a:t>Tham khảo: Tài liệu Hugging Face DINOv2.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0.000045398899217730104</a:t>
            </a:r>
          </a:p>
          <a:p xmlns:a="http://schemas.openxmlformats.org/drawingml/2006/main">
            <a:r>
              <a:t>Tham khảo: Tài liệu Hugging Face DINOv2.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4.7: Self-supervised vision</a:t>
            </a:r>
          </a:p>
          <a:p xmlns:a="http://schemas.openxmlformats.org/drawingml/2006/main">
            <a:r>
              <a:t>Nguồn giáo trình: Tài liệu Hugging Face DINOv2.</a:t>
            </a:r>
          </a:p>
          <a:p xmlns:a="http://schemas.openxmlformats.org/drawingml/2006/main">
            <a:r>
              <a:t>Bài tiếp theo trong nguồn: Chạy ví dụ lấy embeddings trong trang DINOv2; đây là bài thực hành theo code tài liệu, không một competition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029daf1224f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0296df1a5649a6" /><Relationship Type="http://schemas.openxmlformats.org/officeDocument/2006/relationships/slideLayout" Target="/ppt/slideLayouts/slideLayout1.xml" Id="R04a881ee51ec40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881ee51ec40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06556a9d14372" /><Relationship Type="http://schemas.openxmlformats.org/officeDocument/2006/relationships/notesSlide" Target="/ppt/notesSlides/notesSlide1.xml" Id="R151536473bf146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e8e47311c437c" /><Relationship Type="http://schemas.openxmlformats.org/officeDocument/2006/relationships/notesSlide" Target="/ppt/notesSlides/notesSlide2.xml" Id="R07d7bb6af76341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65d5a60f94996" /><Relationship Type="http://schemas.openxmlformats.org/officeDocument/2006/relationships/notesSlide" Target="/ppt/notesSlides/notesSlide3.xml" Id="R03b31b0d0be54c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08cf97fdf4177" /><Relationship Type="http://schemas.openxmlformats.org/officeDocument/2006/relationships/notesSlide" Target="/ppt/notesSlides/notesSlide4.xml" Id="R08d3bd78c85c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26896a6484373" /><Relationship Type="http://schemas.openxmlformats.org/officeDocument/2006/relationships/notesSlide" Target="/ppt/notesSlides/notesSlide5.xml" Id="Ree4cfe80149844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079f721474ada" /><Relationship Type="http://schemas.openxmlformats.org/officeDocument/2006/relationships/notesSlide" Target="/ppt/notesSlides/notesSlide6.xml" Id="R82c42354d3504f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85fdb6f5b446a" /><Relationship Type="http://schemas.openxmlformats.org/officeDocument/2006/relationships/notesSlide" Target="/ppt/notesSlides/notesSlide7.xml" Id="Rf8bceeda11a545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cfc91d7d34fc1" /><Relationship Type="http://schemas.openxmlformats.org/officeDocument/2006/relationships/notesSlide" Target="/ppt/notesSlides/notesSlide8.xml" Id="R95e04f5e209b49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0de72232c4053" /><Relationship Type="http://schemas.openxmlformats.org/officeDocument/2006/relationships/notesSlide" Target="/ppt/notesSlides/notesSlide9.xml" Id="R1987fa3548654d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95360e060472c" /><Relationship Type="http://schemas.openxmlformats.org/officeDocument/2006/relationships/notesSlide" Target="/ppt/notesSlides/notesSlide10.xml" Id="R7f4d8ce9f91b4f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9639af71044b6" /><Relationship Type="http://schemas.openxmlformats.org/officeDocument/2006/relationships/notesSlide" Target="/ppt/notesSlides/notesSlide11.xml" Id="R5ae054ede5114a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6950e0660484e" /><Relationship Type="http://schemas.openxmlformats.org/officeDocument/2006/relationships/notesSlide" Target="/ppt/notesSlides/notesSlide12.xml" Id="R43e5c0b3361f4e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d32417a344f9c" /><Relationship Type="http://schemas.openxmlformats.org/officeDocument/2006/relationships/notesSlide" Target="/ppt/notesSlides/notesSlide13.xml" Id="R06556d8980f847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a7d8da9814c2c" /><Relationship Type="http://schemas.openxmlformats.org/officeDocument/2006/relationships/notesSlide" Target="/ppt/notesSlides/notesSlide14.xml" Id="Re4d18d0a71574e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D68B1-6C3D-4235-B313-FBD61C8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4.7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4A204-393D-4929-9C7D-9165D5F8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Self-supervised 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5FBC7-4B90-49D4-9544-78D2090D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Dữ liệu không nhãn tạo cặp positive/negative bằng cách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2D853-C20D-4E72-887F-BA640662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1/14</a:t>
            </a:r>
          </a:p>
        </p:txBody>
      </p:sp>
    </p:spTree>
    <p:extLst>
      <p:ext uri="{BB962C8B-B14F-4D97-AF65-F5344CB8AC3E}">
        <p14:creationId xmlns:p14="http://schemas.microsoft.com/office/powerpoint/2010/main" val="1286751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4C9D5-F72C-4E10-BE6F-466A4EF0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508DB-7D92-461B-8D5D-3589097F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Self-supervised tạo mục tiêu từ dữ liệu; không đồng nhất supervised pretrained vớiSSL.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81C04-F702-4958-952A-B83CBCEA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Contrastive học views liên quan gần nhau, quản lý false negatives.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A661C-5DB8-4F97-A963-BE71C79B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DINOv2 làencoderSSL cósẵn; thực hành trích features đúng processor/checkpoint.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85B99-A39E-4557-829F-B9382E88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contrastive loss=-log softmax(similarity/temperature)[positive]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24AE6-7F18-415D-A196-AF4B596F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2/14</a:t>
            </a:r>
          </a:p>
        </p:txBody>
      </p:sp>
    </p:spTree>
    <p:extLst>
      <p:ext uri="{BB962C8B-B14F-4D97-AF65-F5344CB8AC3E}">
        <p14:creationId xmlns:p14="http://schemas.microsoft.com/office/powerpoint/2010/main" val="199647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1B2C9-41A4-49F7-9801-53CBD3E8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267E4-C983-486A-8D9F-AAA06758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3/14</a:t>
            </a:r>
          </a:p>
        </p:txBody>
      </p:sp>
    </p:spTree>
    <p:extLst>
      <p:ext uri="{BB962C8B-B14F-4D97-AF65-F5344CB8AC3E}">
        <p14:creationId xmlns:p14="http://schemas.microsoft.com/office/powerpoint/2010/main" val="38687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47AAC-8155-44B7-8211-4722909A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2A1B4-212E-48DB-826E-BC5CF3D5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0.707107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773EA-0B60-4DFD-B825-4DF51FDA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4/14</a:t>
            </a:r>
          </a:p>
        </p:txBody>
      </p:sp>
    </p:spTree>
    <p:extLst>
      <p:ext uri="{BB962C8B-B14F-4D97-AF65-F5344CB8AC3E}">
        <p14:creationId xmlns:p14="http://schemas.microsoft.com/office/powerpoint/2010/main" val="102225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5F1C1-0684-471B-9005-3C9CCAAC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3E6EB-1C38-4DBA-814E-9D05B451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torch.nn.functional as 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Giả sử encoder tạo hai views cùng ảnh và một view ảnh khác.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Đây là embeddings fixture để hiểu contrastive score, không output DINO thật.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anchor=torch.tensor([[1.,0.]])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views=torch.tensor([[.9,.1],[0.,1.]])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anchor=F.normalize(anchor,dim=1); views=F.normalize(views,dim=1)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similarity=anchor@views.T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logits=similarity/.1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loss=F.cross_entropy(logits,torch.tensor([0]))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print("Similarities:",similarity.round(decimals=4).tolist())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print("Contrastive CE:",round(loss.item(),6))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similarity[0,0]&gt;similarity[0,1]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Thực hành pretrained SSL thật theo DINOv2 docs trong bài, không nhầm fixture với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F6BF4-C93F-4AFA-ADC8-E5E2E65F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9FBF1-00BB-4206-9C00-56EC0C60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4.7 · 5/14</a:t>
            </a:r>
          </a:p>
        </p:txBody>
      </p:sp>
    </p:spTree>
    <p:extLst>
      <p:ext uri="{BB962C8B-B14F-4D97-AF65-F5344CB8AC3E}">
        <p14:creationId xmlns:p14="http://schemas.microsoft.com/office/powerpoint/2010/main" val="1650550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83A9B-C2DC-4BDA-808B-4A9288D6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8ED9D-56B4-4E48-91A8-26422080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checkpoint.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9190B-25F0-434F-8D78-DB18FFAF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F6244-4C81-453D-8CDF-B2A5A466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4.7 · 6/14</a:t>
            </a:r>
          </a:p>
        </p:txBody>
      </p:sp>
    </p:spTree>
    <p:extLst>
      <p:ext uri="{BB962C8B-B14F-4D97-AF65-F5344CB8AC3E}">
        <p14:creationId xmlns:p14="http://schemas.microsoft.com/office/powerpoint/2010/main" val="1657549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A4045-BE95-48BC-BEBE-81F0CA60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F84AD-6625-42AC-BB9C-0A403443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Similarities: [[0.9939000010490417, 0.0]]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Contrastive CE: 4.8e-05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CCB0C-84E9-4171-95BB-BE440311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7/14</a:t>
            </a:r>
          </a:p>
        </p:txBody>
      </p:sp>
    </p:spTree>
    <p:extLst>
      <p:ext uri="{BB962C8B-B14F-4D97-AF65-F5344CB8AC3E}">
        <p14:creationId xmlns:p14="http://schemas.microsoft.com/office/powerpoint/2010/main" val="1350992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60B56-5DF2-4F25-B0C1-D50F1B18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7116C-44F4-4DAE-926D-4A2570F8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Một loss nhỏ trên fixture không là kết quả huấn luyệnSSL ảnh thật.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DDF6C-F0C0-4466-8A94-26BB2D19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Giảm temperature và đọc thay đổi weights cho positive/negative.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23B5F-6660-4771-B228-E9F46107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8/14</a:t>
            </a:r>
          </a:p>
        </p:txBody>
      </p:sp>
    </p:spTree>
    <p:extLst>
      <p:ext uri="{BB962C8B-B14F-4D97-AF65-F5344CB8AC3E}">
        <p14:creationId xmlns:p14="http://schemas.microsoft.com/office/powerpoint/2010/main" val="96762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FF717-402D-405B-8329-0D04A225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1E818-1C6D-4BB9-AAF5-6F8888D9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cosine của hai vector; có norm0 thì trả 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0D4CF-671F-473F-8B4B-EF7BD17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9/14</a:t>
            </a:r>
          </a:p>
        </p:txBody>
      </p:sp>
    </p:spTree>
    <p:extLst>
      <p:ext uri="{BB962C8B-B14F-4D97-AF65-F5344CB8AC3E}">
        <p14:creationId xmlns:p14="http://schemas.microsoft.com/office/powerpoint/2010/main" val="10809761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C243C-DCFC-49BE-ADCA-E4343E19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9BB28-CF71-4A59-9F49-85BC72BB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Crossentropy chọnpositiveindex từsimilarity scores/temperature.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similarities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temperature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positive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1156C-1872-45B4-A269-C2AEA97A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10/14</a:t>
            </a:r>
          </a:p>
        </p:txBody>
      </p:sp>
    </p:spTree>
    <p:extLst>
      <p:ext uri="{BB962C8B-B14F-4D97-AF65-F5344CB8AC3E}">
        <p14:creationId xmlns:p14="http://schemas.microsoft.com/office/powerpoint/2010/main" val="16838789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07A02-05FD-47A4-A762-B9F94ADF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366A6-C6B7-405E-9C68-BB7B21E8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cosine của hai vector; có norm0 thì trả 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826D1-5DDA-40DB-9294-BF77AE76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a/b: list số cùng chiều dài&gt;0.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66FDA-AEF7-43BD-BF20-B6166AA6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A715D-305D-4033-9141-CE193D68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11/14</a:t>
            </a:r>
          </a:p>
        </p:txBody>
      </p:sp>
    </p:spTree>
    <p:extLst>
      <p:ext uri="{BB962C8B-B14F-4D97-AF65-F5344CB8AC3E}">
        <p14:creationId xmlns:p14="http://schemas.microsoft.com/office/powerpoint/2010/main" val="9988577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04D80-E16B-4EA8-9CC4-6A059F10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DCA38-4106-478E-9BD9-A0717478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Crossentropy chọnpositiveindex từsimilarity scores/temperature.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BD6A7-134D-4A5D-AB6E-7CAE0E0C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similarities: listfinite; temperature&gt;0; positivevalidindex.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D5B7B-2958-4AC5-8BB7-E25BD88F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0A355-57C2-4A98-B6EE-84F13784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12/14</a:t>
            </a:r>
          </a:p>
        </p:txBody>
      </p:sp>
    </p:spTree>
    <p:extLst>
      <p:ext uri="{BB962C8B-B14F-4D97-AF65-F5344CB8AC3E}">
        <p14:creationId xmlns:p14="http://schemas.microsoft.com/office/powerpoint/2010/main" val="4963114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3BFE1-9B23-4041-8F2F-B674ED9A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704DF-C49A-48DF-BC7E-3556E8D9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Đánh giá biểu diễn bằng clustering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4056C-1418-492A-8800-735A88CA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cluster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724AA-C24B-46BA-B078-383B1B06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AdjustedRandIndex, giátrịcó thểâm; score=max(0, ARI).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B9BCF-5F23-4F08-839D-E52CC1ED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9DF2D-7C27-4019-9554-511F60B0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13/14</a:t>
            </a:r>
          </a:p>
        </p:txBody>
      </p:sp>
    </p:spTree>
    <p:extLst>
      <p:ext uri="{BB962C8B-B14F-4D97-AF65-F5344CB8AC3E}">
        <p14:creationId xmlns:p14="http://schemas.microsoft.com/office/powerpoint/2010/main" val="11595445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8374D-4275-4A56-95AF-CCD1C084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A71FF-E918-4272-A9D0-5088CF3A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Giảm temperature và đọc thay đổi weights cho positive/negative.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C6F0F-9087-42A9-B6D4-95F24CC5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Tài liệu Hugging Face DINOv2.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B484E-8AE0-4213-8FAD-6A2BC34A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Chạy ví dụ lấy embeddings trong trang DINOv2; đây là bài thực hành theo code tài liệu, không một competition mới.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1ECF7-95C3-46D3-9D22-135E2F87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4.7 · 14/14</a:t>
            </a:r>
          </a:p>
        </p:txBody>
      </p:sp>
    </p:spTree>
    <p:extLst>
      <p:ext uri="{BB962C8B-B14F-4D97-AF65-F5344CB8AC3E}">
        <p14:creationId xmlns:p14="http://schemas.microsoft.com/office/powerpoint/2010/main" val="1933433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2026-10-01T09:01:11.6670000Z</dcterms:created>
  <dcterms:modified xsi:type="dcterms:W3CDTF">2026-10-01T09:01:11.6670000Z</dcterms:modified>
</coreProperties>
</file>