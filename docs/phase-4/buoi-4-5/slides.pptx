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821253da42492b" /><Relationship Type="http://schemas.openxmlformats.org/officeDocument/2006/relationships/extended-properties" Target="/docProps/app.xml" Id="R8bdf086110464a0c" /><Relationship Type="http://schemas.openxmlformats.org/officeDocument/2006/relationships/officeDocument" Target="/ppt/presentation.xml" Id="R749dc77bbef640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e78a9df35a4d1f"/>
  </p:sldMasterIdLst>
  <p:notesMasterIdLst>
    <p:notesMasterId xmlns:r="http://schemas.openxmlformats.org/officeDocument/2006/relationships" r:id="R01036dc9b052496c"/>
  </p:notesMasterIdLst>
  <p:sldIdLst>
    <p:sldId xmlns:r="http://schemas.openxmlformats.org/officeDocument/2006/relationships" id="256" r:id="Red4b452274f846e9"/>
    <p:sldId xmlns:r="http://schemas.openxmlformats.org/officeDocument/2006/relationships" id="257" r:id="R6361e0f381224b65"/>
    <p:sldId xmlns:r="http://schemas.openxmlformats.org/officeDocument/2006/relationships" id="258" r:id="Rd07ec68065714bc0"/>
    <p:sldId xmlns:r="http://schemas.openxmlformats.org/officeDocument/2006/relationships" id="259" r:id="R269a8a14db6e46e3"/>
    <p:sldId xmlns:r="http://schemas.openxmlformats.org/officeDocument/2006/relationships" id="260" r:id="R336be58d67c14783"/>
    <p:sldId xmlns:r="http://schemas.openxmlformats.org/officeDocument/2006/relationships" id="261" r:id="R07767883095c40d9"/>
    <p:sldId xmlns:r="http://schemas.openxmlformats.org/officeDocument/2006/relationships" id="262" r:id="Rd25c9596f39a49d3"/>
    <p:sldId xmlns:r="http://schemas.openxmlformats.org/officeDocument/2006/relationships" id="263" r:id="Re45cc74f7727418a"/>
    <p:sldId xmlns:r="http://schemas.openxmlformats.org/officeDocument/2006/relationships" id="264" r:id="R1e33c6fce0bd4f45"/>
    <p:sldId xmlns:r="http://schemas.openxmlformats.org/officeDocument/2006/relationships" id="265" r:id="R75db611c745549cd"/>
    <p:sldId xmlns:r="http://schemas.openxmlformats.org/officeDocument/2006/relationships" id="266" r:id="R4ba4cf0727db4618"/>
    <p:sldId xmlns:r="http://schemas.openxmlformats.org/officeDocument/2006/relationships" id="267" r:id="Rbb72e9c57df84e6b"/>
    <p:sldId xmlns:r="http://schemas.openxmlformats.org/officeDocument/2006/relationships" id="268" r:id="R266cf28b8ae64b00"/>
    <p:sldId xmlns:r="http://schemas.openxmlformats.org/officeDocument/2006/relationships" id="269" r:id="R134933185e6344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49608a2db8419e" /><Relationship Type="http://schemas.openxmlformats.org/officeDocument/2006/relationships/slideMaster" Target="/ppt/slideMasters/slideMaster1.xml" Id="R81e78a9df35a4d1f" /><Relationship Type="http://schemas.openxmlformats.org/officeDocument/2006/relationships/notesMaster" Target="/ppt/notesMasters/notesMaster1.xml" Id="R01036dc9b052496c" /><Relationship Type="http://schemas.openxmlformats.org/officeDocument/2006/relationships/presProps" Target="/ppt/presProps.xml" Id="R8912275e80ff4276" /><Relationship Type="http://schemas.openxmlformats.org/officeDocument/2006/relationships/tableStyles" Target="/ppt/tableStyles.xml" Id="Rd61c442e8a224f4b" /><Relationship Type="http://schemas.openxmlformats.org/officeDocument/2006/relationships/slide" Target="/ppt/slides/slide1.xml" Id="Red4b452274f846e9" /><Relationship Type="http://schemas.openxmlformats.org/officeDocument/2006/relationships/slide" Target="/ppt/slides/slide2.xml" Id="R6361e0f381224b65" /><Relationship Type="http://schemas.openxmlformats.org/officeDocument/2006/relationships/slide" Target="/ppt/slides/slide3.xml" Id="Rd07ec68065714bc0" /><Relationship Type="http://schemas.openxmlformats.org/officeDocument/2006/relationships/slide" Target="/ppt/slides/slide4.xml" Id="R269a8a14db6e46e3" /><Relationship Type="http://schemas.openxmlformats.org/officeDocument/2006/relationships/slide" Target="/ppt/slides/slide5.xml" Id="R336be58d67c14783" /><Relationship Type="http://schemas.openxmlformats.org/officeDocument/2006/relationships/slide" Target="/ppt/slides/slide6.xml" Id="R07767883095c40d9" /><Relationship Type="http://schemas.openxmlformats.org/officeDocument/2006/relationships/slide" Target="/ppt/slides/slide7.xml" Id="Rd25c9596f39a49d3" /><Relationship Type="http://schemas.openxmlformats.org/officeDocument/2006/relationships/slide" Target="/ppt/slides/slide8.xml" Id="Re45cc74f7727418a" /><Relationship Type="http://schemas.openxmlformats.org/officeDocument/2006/relationships/slide" Target="/ppt/slides/slide9.xml" Id="R1e33c6fce0bd4f45" /><Relationship Type="http://schemas.openxmlformats.org/officeDocument/2006/relationships/slide" Target="/ppt/slides/slide10.xml" Id="R75db611c745549cd" /><Relationship Type="http://schemas.openxmlformats.org/officeDocument/2006/relationships/slide" Target="/ppt/slides/slide11.xml" Id="R4ba4cf0727db4618" /><Relationship Type="http://schemas.openxmlformats.org/officeDocument/2006/relationships/slide" Target="/ppt/slides/slide12.xml" Id="Rbb72e9c57df84e6b" /><Relationship Type="http://schemas.openxmlformats.org/officeDocument/2006/relationships/slide" Target="/ppt/slides/slide13.xml" Id="R266cf28b8ae64b00" /><Relationship Type="http://schemas.openxmlformats.org/officeDocument/2006/relationships/slide" Target="/ppt/slides/slide14.xml" Id="R134933185e6344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ba23852a774e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71a44766c84c0d" /><Relationship Type="http://schemas.openxmlformats.org/officeDocument/2006/relationships/notesMaster" Target="/ppt/notesMasters/notesMaster1.xml" Id="R3eaf9ccbf01949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a4a76f81034cf6" /><Relationship Type="http://schemas.openxmlformats.org/officeDocument/2006/relationships/notesMaster" Target="/ppt/notesMasters/notesMaster1.xml" Id="Ra581e216432741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379fb6911a4698" /><Relationship Type="http://schemas.openxmlformats.org/officeDocument/2006/relationships/notesMaster" Target="/ppt/notesMasters/notesMaster1.xml" Id="Rf6cb7d00456a48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180ada307c44ca" /><Relationship Type="http://schemas.openxmlformats.org/officeDocument/2006/relationships/notesMaster" Target="/ppt/notesMasters/notesMaster1.xml" Id="Rf7eb5dfb49694d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57f7b707c14328" /><Relationship Type="http://schemas.openxmlformats.org/officeDocument/2006/relationships/notesMaster" Target="/ppt/notesMasters/notesMaster1.xml" Id="Ra6967c6a646b4d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32a357d06ee4c93" /><Relationship Type="http://schemas.openxmlformats.org/officeDocument/2006/relationships/notesMaster" Target="/ppt/notesMasters/notesMaster1.xml" Id="R222f56ba612c4e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673df9cdc29492f" /><Relationship Type="http://schemas.openxmlformats.org/officeDocument/2006/relationships/notesMaster" Target="/ppt/notesMasters/notesMaster1.xml" Id="R23915d12521e4c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1b9e006080c4e53" /><Relationship Type="http://schemas.openxmlformats.org/officeDocument/2006/relationships/notesMaster" Target="/ppt/notesMasters/notesMaster1.xml" Id="R2af84a755de2454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b2f8855c5ae4923" /><Relationship Type="http://schemas.openxmlformats.org/officeDocument/2006/relationships/notesMaster" Target="/ppt/notesMasters/notesMaster1.xml" Id="R1d7584e37112401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3f196751a43455c" /><Relationship Type="http://schemas.openxmlformats.org/officeDocument/2006/relationships/notesMaster" Target="/ppt/notesMasters/notesMaster1.xml" Id="R7b0fe68ee1354e3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68a58f35a594e6a" /><Relationship Type="http://schemas.openxmlformats.org/officeDocument/2006/relationships/notesMaster" Target="/ppt/notesMasters/notesMaster1.xml" Id="R63a05fbb88584e1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e74c0af283a4c1a" /><Relationship Type="http://schemas.openxmlformats.org/officeDocument/2006/relationships/notesMaster" Target="/ppt/notesMasters/notesMaster1.xml" Id="R4ba93a6bdb4242f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fc80642083746f4" /><Relationship Type="http://schemas.openxmlformats.org/officeDocument/2006/relationships/notesMaster" Target="/ppt/notesMasters/notesMaster1.xml" Id="R562dfed600004e9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d8b8409b9c346af" /><Relationship Type="http://schemas.openxmlformats.org/officeDocument/2006/relationships/notesMaster" Target="/ppt/notesMasters/notesMaster1.xml" Id="R9cb418a7eb1148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Khung đã duyệt, AIO41–42; PyTorch TorchVision Object Detection Finetuning tutorial.. AIO41.2 các bài classification+bbox,41.3 trắc nghiệm; tutorial Penn-Fudan có data và code tải sẵn.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4.5: Object detection</a:t>
            </a:r>
          </a:p>
          <a:p xmlns:a="http://schemas.openxmlformats.org/drawingml/2006/main">
            <a:r>
              <a:t>Nguồn giáo trình: AIO41–42; PyTorch TorchVision Object Detection Finetuning tutorial.</a:t>
            </a:r>
          </a:p>
          <a:p xmlns:a="http://schemas.openxmlformats.org/drawingml/2006/main">
            <a:r>
              <a:t>Bài tiếp theo trong nguồn: AIO41.2 các bài classification+bbox,41.3 trắc nghiệm; tutorial Penn-Fudan có data và code tải sẵn.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4.5: Object detection</a:t>
            </a:r>
          </a:p>
          <a:p xmlns:a="http://schemas.openxmlformats.org/drawingml/2006/main">
            <a:r>
              <a:t>Nguồn giáo trình: AIO41–42; PyTorch TorchVision Object Detection Finetuning tutorial.</a:t>
            </a:r>
          </a:p>
          <a:p xmlns:a="http://schemas.openxmlformats.org/drawingml/2006/main">
            <a:r>
              <a:t>Bài tiếp theo trong nguồn: AIO41.2 các bài classification+bbox,41.3 trắc nghiệm; tutorial Penn-Fudan có data và code tải sẵn.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4.5: Object detection</a:t>
            </a:r>
          </a:p>
          <a:p xmlns:a="http://schemas.openxmlformats.org/drawingml/2006/main">
            <a:r>
              <a:t>Nguồn giáo trình: AIO41–42; PyTorch TorchVision Object Detection Finetuning tutorial.</a:t>
            </a:r>
          </a:p>
          <a:p xmlns:a="http://schemas.openxmlformats.org/drawingml/2006/main">
            <a:r>
              <a:t>Bài tiếp theo trong nguồn: AIO41.2 các bài classification+bbox,41.3 trắc nghiệm; tutorial Penn-Fudan có data và code tải sẵn.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4.5: Object detection</a:t>
            </a:r>
          </a:p>
          <a:p xmlns:a="http://schemas.openxmlformats.org/drawingml/2006/main">
            <a:r>
              <a:t>Nguồn giáo trình: AIO41–42; PyTorch TorchVision Object Detection Finetuning tutorial.</a:t>
            </a:r>
          </a:p>
          <a:p xmlns:a="http://schemas.openxmlformats.org/drawingml/2006/main">
            <a:r>
              <a:t>Bài tiếp theo trong nguồn: AIO41.2 các bài classification+bbox,41.3 trắc nghiệm; tutorial Penn-Fudan có data và code tải sẵn.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4.5: Object detection</a:t>
            </a:r>
          </a:p>
          <a:p xmlns:a="http://schemas.openxmlformats.org/drawingml/2006/main">
            <a:r>
              <a:t>Nguồn giáo trình: AIO41–42; PyTorch TorchVision Object Detection Finetuning tutorial.</a:t>
            </a:r>
          </a:p>
          <a:p xmlns:a="http://schemas.openxmlformats.org/drawingml/2006/main">
            <a:r>
              <a:t>Bài tiếp theo trong nguồn: AIO41.2 các bài classification+bbox,41.3 trắc nghiệm; tutorial Penn-Fudan có data và code tải sẵn.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4.5: Object detection</a:t>
            </a:r>
          </a:p>
          <a:p xmlns:a="http://schemas.openxmlformats.org/drawingml/2006/main">
            <a:r>
              <a:t>Nguồn giáo trình: AIO41–42; PyTorch TorchVision Object Detection Finetuning tutorial.</a:t>
            </a:r>
          </a:p>
          <a:p xmlns:a="http://schemas.openxmlformats.org/drawingml/2006/main">
            <a:r>
              <a:t>Bài tiếp theo trong nguồn: AIO41.2 các bài classification+bbox,41.3 trắc nghiệm; tutorial Penn-Fudan có data và code tải sẵn.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4.5: Object detection</a:t>
            </a:r>
          </a:p>
          <a:p xmlns:a="http://schemas.openxmlformats.org/drawingml/2006/main">
            <a:r>
              <a:t>Nguồn giáo trình: AIO41–42; PyTorch TorchVision Object Detection Finetuning tutorial.</a:t>
            </a:r>
          </a:p>
          <a:p xmlns:a="http://schemas.openxmlformats.org/drawingml/2006/main">
            <a:r>
              <a:t>Bài tiếp theo trong nguồn: AIO41.2 các bài classification+bbox,41.3 trắc nghiệm; tutorial Penn-Fudan có data và code tải sẵn.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0.14285714285714285</a:t>
            </a:r>
          </a:p>
          <a:p xmlns:a="http://schemas.openxmlformats.org/drawingml/2006/main">
            <a:r>
              <a:t>Tham khảo: AIO41–42; PyTorch TorchVision Object Detection Finetuning tutorial.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[0,2]</a:t>
            </a:r>
          </a:p>
          <a:p xmlns:a="http://schemas.openxmlformats.org/drawingml/2006/main">
            <a:r>
              <a:t>Tham khảo: AIO41–42; PyTorch TorchVision Object Detection Finetuning tutorial.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4.5: Object detection</a:t>
            </a:r>
          </a:p>
          <a:p xmlns:a="http://schemas.openxmlformats.org/drawingml/2006/main">
            <a:r>
              <a:t>Nguồn giáo trình: AIO41–42; PyTorch TorchVision Object Detection Finetuning tutorial.</a:t>
            </a:r>
          </a:p>
          <a:p xmlns:a="http://schemas.openxmlformats.org/drawingml/2006/main">
            <a:r>
              <a:t>Bài tiếp theo trong nguồn: AIO41.2 các bài classification+bbox,41.3 trắc nghiệm; tutorial Penn-Fudan có data và code tải sẵn.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4.5: Object detection</a:t>
            </a:r>
          </a:p>
          <a:p xmlns:a="http://schemas.openxmlformats.org/drawingml/2006/main">
            <a:r>
              <a:t>Nguồn giáo trình: AIO41–42; PyTorch TorchVision Object Detection Finetuning tutorial.</a:t>
            </a:r>
          </a:p>
          <a:p xmlns:a="http://schemas.openxmlformats.org/drawingml/2006/main">
            <a:r>
              <a:t>Bài tiếp theo trong nguồn: AIO41.2 các bài classification+bbox,41.3 trắc nghiệm; tutorial Penn-Fudan có data và code tải sẵn.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4.5: Object detection</a:t>
            </a:r>
          </a:p>
          <a:p xmlns:a="http://schemas.openxmlformats.org/drawingml/2006/main">
            <a:r>
              <a:t>Nguồn giáo trình: AIO41–42; PyTorch TorchVision Object Detection Finetuning tutorial.</a:t>
            </a:r>
          </a:p>
          <a:p xmlns:a="http://schemas.openxmlformats.org/drawingml/2006/main">
            <a:r>
              <a:t>Bài tiếp theo trong nguồn: AIO41.2 các bài classification+bbox,41.3 trắc nghiệm; tutorial Penn-Fudan có data và code tải sẵn.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4.5: Object detection</a:t>
            </a:r>
          </a:p>
          <a:p xmlns:a="http://schemas.openxmlformats.org/drawingml/2006/main">
            <a:r>
              <a:t>Nguồn giáo trình: AIO41–42; PyTorch TorchVision Object Detection Finetuning tutorial.</a:t>
            </a:r>
          </a:p>
          <a:p xmlns:a="http://schemas.openxmlformats.org/drawingml/2006/main">
            <a:r>
              <a:t>Bài tiếp theo trong nguồn: AIO41.2 các bài classification+bbox,41.3 trắc nghiệm; tutorial Penn-Fudan có data và code tải sẵn.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c7e7084cac46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1b8c0b75774fa1" /><Relationship Type="http://schemas.openxmlformats.org/officeDocument/2006/relationships/slideLayout" Target="/ppt/slideLayouts/slideLayout1.xml" Id="Rcad674345f8f45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d674345f8f45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f661e01c6643b9" /><Relationship Type="http://schemas.openxmlformats.org/officeDocument/2006/relationships/notesSlide" Target="/ppt/notesSlides/notesSlide1.xml" Id="Rf540332c466d4a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46c297305842d0" /><Relationship Type="http://schemas.openxmlformats.org/officeDocument/2006/relationships/notesSlide" Target="/ppt/notesSlides/notesSlide2.xml" Id="R08a19ee7504d43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98928774e04a98" /><Relationship Type="http://schemas.openxmlformats.org/officeDocument/2006/relationships/notesSlide" Target="/ppt/notesSlides/notesSlide3.xml" Id="Rbee039d879e642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a3776866d84f93" /><Relationship Type="http://schemas.openxmlformats.org/officeDocument/2006/relationships/notesSlide" Target="/ppt/notesSlides/notesSlide4.xml" Id="R5ed92109dde740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f9423be84c4b3c" /><Relationship Type="http://schemas.openxmlformats.org/officeDocument/2006/relationships/notesSlide" Target="/ppt/notesSlides/notesSlide5.xml" Id="Rb989a775a8b845f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b7f43f33bc4d5d" /><Relationship Type="http://schemas.openxmlformats.org/officeDocument/2006/relationships/notesSlide" Target="/ppt/notesSlides/notesSlide6.xml" Id="R43535f7980cf4c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cfe02121354c0f" /><Relationship Type="http://schemas.openxmlformats.org/officeDocument/2006/relationships/notesSlide" Target="/ppt/notesSlides/notesSlide7.xml" Id="Rc19daa254148471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2bddb77bd44f77" /><Relationship Type="http://schemas.openxmlformats.org/officeDocument/2006/relationships/notesSlide" Target="/ppt/notesSlides/notesSlide8.xml" Id="R3f644788aa7945b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fc7a409daf4481" /><Relationship Type="http://schemas.openxmlformats.org/officeDocument/2006/relationships/notesSlide" Target="/ppt/notesSlides/notesSlide9.xml" Id="R77f9aba27b7a495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4c340735dd4905" /><Relationship Type="http://schemas.openxmlformats.org/officeDocument/2006/relationships/notesSlide" Target="/ppt/notesSlides/notesSlide10.xml" Id="R3f90cf1d5d50410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41e7176343444c" /><Relationship Type="http://schemas.openxmlformats.org/officeDocument/2006/relationships/notesSlide" Target="/ppt/notesSlides/notesSlide11.xml" Id="R5e5f1890b5df4c3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c3d31a30a0442a" /><Relationship Type="http://schemas.openxmlformats.org/officeDocument/2006/relationships/notesSlide" Target="/ppt/notesSlides/notesSlide12.xml" Id="Rb52a3ba451f441e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7146506b8849dc" /><Relationship Type="http://schemas.openxmlformats.org/officeDocument/2006/relationships/notesSlide" Target="/ppt/notesSlides/notesSlide13.xml" Id="R567a19e1c41341c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6e696a0c2344c7" /><Relationship Type="http://schemas.openxmlformats.org/officeDocument/2006/relationships/notesSlide" Target="/ppt/notesSlides/notesSlide14.xml" Id="R62bcf4c4e49d4a8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F13762-D6F1-47C7-83C3-43AE7860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Buổi 4.5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D98FAA-4F2D-4077-AF40-1DC77944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Object detection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A6AFB4-6FB0-4A87-940E-758F9B6F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Hai boxes chồng lên nhau đã đủ coi là cùng detection?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759AA5-52A0-463C-BC66-56E26E5D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4.5 · 1/14</a:t>
            </a:r>
          </a:p>
        </p:txBody>
      </p:sp>
    </p:spTree>
    <p:extLst>
      <p:ext uri="{BB962C8B-B14F-4D97-AF65-F5344CB8AC3E}">
        <p14:creationId xmlns:p14="http://schemas.microsoft.com/office/powerpoint/2010/main" val="11415590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1FB964-B116-415F-B15A-EDD173D5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Ý tưởng cần hiểu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D6853B-8F2A-4CB7-BD1F-AFA3C5C1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Detector trả nhiều boxes và scores; match ground truth theo scorer của đề.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7999A9-20B9-4508-9399-1F9699A2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IoU đo giao/hợp; NMS loại dự đoán lặp có overlap cao.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338AA6-A63A-4467-941C-57DFB10B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xyxy khác xywh; confidence threshold khác IoU threshold.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14A25E-40E5-4867-98CB-DA0939D3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IoU=intersection_area/union_area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E36A5F-DEB9-4B28-88B3-22A7BB9A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4.5 · 2/14</a:t>
            </a:r>
          </a:p>
        </p:txBody>
      </p:sp>
    </p:spTree>
    <p:extLst>
      <p:ext uri="{BB962C8B-B14F-4D97-AF65-F5344CB8AC3E}">
        <p14:creationId xmlns:p14="http://schemas.microsoft.com/office/powerpoint/2010/main" val="18948836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E2827F-1B5D-4C11-B5A8-92173F84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Ví dụ: đọc input trước khi tính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[0,0,2,2]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[1,1,3,3]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7124A1-290D-4A08-8305-81A75843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4.5 · 3/14</a:t>
            </a:r>
          </a:p>
        </p:txBody>
      </p:sp>
    </p:spTree>
    <p:extLst>
      <p:ext uri="{BB962C8B-B14F-4D97-AF65-F5344CB8AC3E}">
        <p14:creationId xmlns:p14="http://schemas.microsoft.com/office/powerpoint/2010/main" val="2878503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780F84-F2EA-44B2-B3CE-D8B564A8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Đối chiếu phép tính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0E2B6B-CCBD-4E3B-81E4-A54C39C6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0.142857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D6575C-13C1-4C95-8EB0-317091CE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4.5 · 4/14</a:t>
            </a:r>
          </a:p>
        </p:txBody>
      </p:sp>
    </p:spTree>
    <p:extLst>
      <p:ext uri="{BB962C8B-B14F-4D97-AF65-F5344CB8AC3E}">
        <p14:creationId xmlns:p14="http://schemas.microsoft.com/office/powerpoint/2010/main" val="6529637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385AD0-29F1-4475-9C1E-E21746DB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4E8834-7B26-41F2-A9EB-39BBF37F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def iou(a,b):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x1=max(a[0],b[0]); y1=max(a[1],b[1])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x2=min(a[2],b[2]); y2=min(a[3],b[3])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intersection=max(0,x2-x1)*max(0,y2-y1)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area_a=(a[2]-a[0])*(a[3]-a[1])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area_b=(b[2]-b[0])*(b[3]-b[1])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return intersection/(area_a+area_b-intersection)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A=[0,0,2,2]; B=[1,1,3,3]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print("IoU:",round(iou(A,B),6))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boxes=[(0,.9,A),(1,.8,B),(2,.7,[5,5,7,7])]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kept=[]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for ident,score,box in sorted(boxes,key=lambda row:(-row[1],row[0])):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if all(iou(box,previous[2])&lt;=.1 for previous in kept):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kept.append((ident,score,box))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print("NMS giữ IDs:",[row[0] for row in kept])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F4EE06-16A9-4C03-8B1F-AEFD1FE0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5D3BB4-7BC2-490A-B269-26D46939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4.5 · 5/14</a:t>
            </a:r>
          </a:p>
        </p:txBody>
      </p:sp>
    </p:spTree>
    <p:extLst>
      <p:ext uri="{BB962C8B-B14F-4D97-AF65-F5344CB8AC3E}">
        <p14:creationId xmlns:p14="http://schemas.microsoft.com/office/powerpoint/2010/main" val="3612114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201516-F72C-48CD-BFF6-81A1C01E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4FFB1B-8AF7-4B7A-919D-6B862081E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assert [row[0] for row in kept]==[0,2]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E04718-C672-4149-9C0A-B840785A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84C657-DA1C-4492-BDB4-093AB892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4.5 · 6/14</a:t>
            </a:r>
          </a:p>
        </p:txBody>
      </p:sp>
    </p:spTree>
    <p:extLst>
      <p:ext uri="{BB962C8B-B14F-4D97-AF65-F5344CB8AC3E}">
        <p14:creationId xmlns:p14="http://schemas.microsoft.com/office/powerpoint/2010/main" val="13642277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7A4C70-1C1D-4001-AB06-B61BE819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Output của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95F7DE-01FC-4501-B816-890C13BE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IoU: 0.142857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NMS giữ IDs: [0, 2]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652FC2-E8E3-4C05-9D3B-89CF43FA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4.5 · 7/14</a:t>
            </a:r>
          </a:p>
        </p:txBody>
      </p:sp>
    </p:spTree>
    <p:extLst>
      <p:ext uri="{BB962C8B-B14F-4D97-AF65-F5344CB8AC3E}">
        <p14:creationId xmlns:p14="http://schemas.microsoft.com/office/powerpoint/2010/main" val="14578176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956D75-5042-49D7-9055-3F412950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Điểm dễ nhầm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4501F2-783A-446B-80D2-3E2626CB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Không dùng classification accuracy thay detection metric.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3278D4-CB49-4761-8EBF-C6052F21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Tính IoU1/7 rồi đoán NMS giữboxnào vớithreshold0.1.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8A0238-569C-47C0-AF3D-33627FFD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4.5 · 8/14</a:t>
            </a:r>
          </a:p>
        </p:txBody>
      </p:sp>
    </p:spTree>
    <p:extLst>
      <p:ext uri="{BB962C8B-B14F-4D97-AF65-F5344CB8AC3E}">
        <p14:creationId xmlns:p14="http://schemas.microsoft.com/office/powerpoint/2010/main" val="15149864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E74199-8C4E-45D1-AFA5-F029F29D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BCF222-6D1B-499E-A4F4-7D558F6A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Tính IoU hai boxescontinuousxyxy; zero-union→1.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[0,0,2,2]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[1,1,3,3]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027486-F66D-4E67-8DBD-841DBB96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4.5 · 9/14</a:t>
            </a:r>
          </a:p>
        </p:txBody>
      </p:sp>
    </p:spTree>
    <p:extLst>
      <p:ext uri="{BB962C8B-B14F-4D97-AF65-F5344CB8AC3E}">
        <p14:creationId xmlns:p14="http://schemas.microsoft.com/office/powerpoint/2010/main" val="15417522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3481E6-DB8A-4687-8696-8D29014A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3068F7-101B-428E-AE73-D8BF3E22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NMSscore giảm, tiesindex tăng; suppresskhiIoU&gt;threshold, khôngsuppresskhibằng.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boxes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[[0,0,2,2],[1,1,3,3],[5,5,7,7]]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scores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[0.9,0.8,0.7]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threshold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0.1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DD79BC-EDFE-43FB-9E3D-21609751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4.5 · 10/14</a:t>
            </a:r>
          </a:p>
        </p:txBody>
      </p:sp>
    </p:spTree>
    <p:extLst>
      <p:ext uri="{BB962C8B-B14F-4D97-AF65-F5344CB8AC3E}">
        <p14:creationId xmlns:p14="http://schemas.microsoft.com/office/powerpoint/2010/main" val="6822597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C7211C-FCB6-4CC1-94E9-D2EA7849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1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0304B1-C839-4915-9FE0-B8E2933A5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Tính IoU hai boxescontinuousxyxy; zero-union→1.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44ED31-A432-47F3-8751-CE2A8E00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a/b: xyxy withx1&lt;=x2, y1&lt;=y2.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0F95EE-EEDB-49D8-ACAE-45309FEE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BTVN_01.txt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B564B3-21F7-49D6-8C9F-A4634B76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4.5 · 11/14</a:t>
            </a:r>
          </a:p>
        </p:txBody>
      </p:sp>
    </p:spTree>
    <p:extLst>
      <p:ext uri="{BB962C8B-B14F-4D97-AF65-F5344CB8AC3E}">
        <p14:creationId xmlns:p14="http://schemas.microsoft.com/office/powerpoint/2010/main" val="14088704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305B0D-2DF2-4D13-ACDD-3FCD9B8F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2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DF511E-EB1D-479F-80AA-C72CFACA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NMSscore giảm, tiesindex tăng; suppresskhiIoU&gt;threshold, khôngsuppresskhibằng.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7B035B-390B-4E8F-92FD-3632D7CB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boxes/scores: samelength; threshold[0,1].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F1691A-A2A6-46A6-AFC7-A826CDC71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BTVN_02.txt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C76DAD-0257-4625-86A6-B1765613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4.5 · 12/14</a:t>
            </a:r>
          </a:p>
        </p:txBody>
      </p:sp>
    </p:spTree>
    <p:extLst>
      <p:ext uri="{BB962C8B-B14F-4D97-AF65-F5344CB8AC3E}">
        <p14:creationId xmlns:p14="http://schemas.microsoft.com/office/powerpoint/2010/main" val="77810602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ACEAA9-8DAE-4881-B4C1-4AA9C640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3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8C0CF1-ABA9-46A9-B849-A41C195E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Một chữ số, một bounding box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2A97EA-FACC-44DF-B95D-9591AA97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Data: boxes · {"train":500,"valid":120,"test":200}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97DFF7-171F-416F-BA90-A54A3F53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Chấm: MeanIoUcontinuousxyxy; coords0..24, x1&lt;=x2, y1&lt;=y2.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446C92-63A8-4838-BFA9-ED3AAB00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Mở BTVN_03.txt, DATA_NOTE và sample_submission trước khi làm.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174171-DC6B-45B0-B82C-7C39D8A2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4.5 · 13/14</a:t>
            </a:r>
          </a:p>
        </p:txBody>
      </p:sp>
    </p:spTree>
    <p:extLst>
      <p:ext uri="{BB962C8B-B14F-4D97-AF65-F5344CB8AC3E}">
        <p14:creationId xmlns:p14="http://schemas.microsoft.com/office/powerpoint/2010/main" val="79324842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726169-0F69-4C54-BAB3-C627FF9D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Chốt bài và nguồn học tiếp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FBE6AA-DF38-4CC0-97CA-498EC036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Tính IoU1/7 rồi đoán NMS giữboxnào vớithreshold0.1.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D5583B-AD1C-452D-B734-C0C9A39A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AIO41–42; PyTorch TorchVision Object Detection Finetuning tutorial.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A1919C-885F-4527-B67F-AF3FDDD7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66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AIO41.2 các bài classification+bbox,41.3 trắc nghiệm; tutorial Penn-Fudan có data và code tải sẵn.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2EFC5B-5A84-4322-BC5C-6EE10322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4.5 · 14/14</a:t>
            </a:r>
          </a:p>
        </p:txBody>
      </p:sp>
    </p:spTree>
    <p:extLst>
      <p:ext uri="{BB962C8B-B14F-4D97-AF65-F5344CB8AC3E}">
        <p14:creationId xmlns:p14="http://schemas.microsoft.com/office/powerpoint/2010/main" val="6743097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2026-10-01T09:00:55.6040000Z</dcterms:created>
  <dcterms:modified xsi:type="dcterms:W3CDTF">2026-10-01T09:00:55.6040000Z</dcterms:modified>
</coreProperties>
</file>