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dd103bc239c4c61" /><Relationship Type="http://schemas.openxmlformats.org/officeDocument/2006/relationships/extended-properties" Target="/docProps/app.xml" Id="R6385213fb6754d12" /><Relationship Type="http://schemas.openxmlformats.org/officeDocument/2006/relationships/officeDocument" Target="/ppt/presentation.xml" Id="R76bb8a0220ef4d4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3cfad8dde464b5a"/>
  </p:sldMasterIdLst>
  <p:notesMasterIdLst>
    <p:notesMasterId xmlns:r="http://schemas.openxmlformats.org/officeDocument/2006/relationships" r:id="R08d5db94b6b0405e"/>
  </p:notesMasterIdLst>
  <p:sldIdLst>
    <p:sldId xmlns:r="http://schemas.openxmlformats.org/officeDocument/2006/relationships" id="256" r:id="R21b09bc7be024fe6"/>
    <p:sldId xmlns:r="http://schemas.openxmlformats.org/officeDocument/2006/relationships" id="257" r:id="Rb368eba5a5274b84"/>
    <p:sldId xmlns:r="http://schemas.openxmlformats.org/officeDocument/2006/relationships" id="258" r:id="R4a02683674f546e6"/>
    <p:sldId xmlns:r="http://schemas.openxmlformats.org/officeDocument/2006/relationships" id="259" r:id="Rbc2172a8a3b3463e"/>
    <p:sldId xmlns:r="http://schemas.openxmlformats.org/officeDocument/2006/relationships" id="260" r:id="Rf9a5156d1c734568"/>
    <p:sldId xmlns:r="http://schemas.openxmlformats.org/officeDocument/2006/relationships" id="261" r:id="Re95f7fbcabf24d7f"/>
    <p:sldId xmlns:r="http://schemas.openxmlformats.org/officeDocument/2006/relationships" id="262" r:id="Re83b6108bdd84502"/>
    <p:sldId xmlns:r="http://schemas.openxmlformats.org/officeDocument/2006/relationships" id="263" r:id="Rc3ff8fd2444a45d1"/>
    <p:sldId xmlns:r="http://schemas.openxmlformats.org/officeDocument/2006/relationships" id="264" r:id="Rd00a5a4b13d44096"/>
    <p:sldId xmlns:r="http://schemas.openxmlformats.org/officeDocument/2006/relationships" id="265" r:id="R0318be4492c540f0"/>
    <p:sldId xmlns:r="http://schemas.openxmlformats.org/officeDocument/2006/relationships" id="266" r:id="R4108b17ece6643a2"/>
    <p:sldId xmlns:r="http://schemas.openxmlformats.org/officeDocument/2006/relationships" id="267" r:id="Ra9321709aecf4696"/>
    <p:sldId xmlns:r="http://schemas.openxmlformats.org/officeDocument/2006/relationships" id="268" r:id="R67f0ea383968443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4488d85ba2543cc" /><Relationship Type="http://schemas.openxmlformats.org/officeDocument/2006/relationships/slideMaster" Target="/ppt/slideMasters/slideMaster1.xml" Id="R83cfad8dde464b5a" /><Relationship Type="http://schemas.openxmlformats.org/officeDocument/2006/relationships/notesMaster" Target="/ppt/notesMasters/notesMaster1.xml" Id="R08d5db94b6b0405e" /><Relationship Type="http://schemas.openxmlformats.org/officeDocument/2006/relationships/presProps" Target="/ppt/presProps.xml" Id="R745c8cb10f654e2f" /><Relationship Type="http://schemas.openxmlformats.org/officeDocument/2006/relationships/tableStyles" Target="/ppt/tableStyles.xml" Id="R6a5fb86e69c746df" /><Relationship Type="http://schemas.openxmlformats.org/officeDocument/2006/relationships/slide" Target="/ppt/slides/slide1.xml" Id="R21b09bc7be024fe6" /><Relationship Type="http://schemas.openxmlformats.org/officeDocument/2006/relationships/slide" Target="/ppt/slides/slide2.xml" Id="Rb368eba5a5274b84" /><Relationship Type="http://schemas.openxmlformats.org/officeDocument/2006/relationships/slide" Target="/ppt/slides/slide3.xml" Id="R4a02683674f546e6" /><Relationship Type="http://schemas.openxmlformats.org/officeDocument/2006/relationships/slide" Target="/ppt/slides/slide4.xml" Id="Rbc2172a8a3b3463e" /><Relationship Type="http://schemas.openxmlformats.org/officeDocument/2006/relationships/slide" Target="/ppt/slides/slide5.xml" Id="Rf9a5156d1c734568" /><Relationship Type="http://schemas.openxmlformats.org/officeDocument/2006/relationships/slide" Target="/ppt/slides/slide6.xml" Id="Re95f7fbcabf24d7f" /><Relationship Type="http://schemas.openxmlformats.org/officeDocument/2006/relationships/slide" Target="/ppt/slides/slide7.xml" Id="Re83b6108bdd84502" /><Relationship Type="http://schemas.openxmlformats.org/officeDocument/2006/relationships/slide" Target="/ppt/slides/slide8.xml" Id="Rc3ff8fd2444a45d1" /><Relationship Type="http://schemas.openxmlformats.org/officeDocument/2006/relationships/slide" Target="/ppt/slides/slide9.xml" Id="Rd00a5a4b13d44096" /><Relationship Type="http://schemas.openxmlformats.org/officeDocument/2006/relationships/slide" Target="/ppt/slides/slide10.xml" Id="R0318be4492c540f0" /><Relationship Type="http://schemas.openxmlformats.org/officeDocument/2006/relationships/slide" Target="/ppt/slides/slide11.xml" Id="R4108b17ece6643a2" /><Relationship Type="http://schemas.openxmlformats.org/officeDocument/2006/relationships/slide" Target="/ppt/slides/slide12.xml" Id="Ra9321709aecf4696" /><Relationship Type="http://schemas.openxmlformats.org/officeDocument/2006/relationships/slide" Target="/ppt/slides/slide13.xml" Id="R67f0ea383968443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99a2a8102e3447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ad6e56732f043f7" /><Relationship Type="http://schemas.openxmlformats.org/officeDocument/2006/relationships/notesMaster" Target="/ppt/notesMasters/notesMaster1.xml" Id="Rb48583a9b08e4ee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a460c613edc4ae0" /><Relationship Type="http://schemas.openxmlformats.org/officeDocument/2006/relationships/notesMaster" Target="/ppt/notesMasters/notesMaster1.xml" Id="R60afe2c0218c440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0e3fdef64ce4746" /><Relationship Type="http://schemas.openxmlformats.org/officeDocument/2006/relationships/notesMaster" Target="/ppt/notesMasters/notesMaster1.xml" Id="R3072189a6540404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d5d0528ce5f48bc" /><Relationship Type="http://schemas.openxmlformats.org/officeDocument/2006/relationships/notesMaster" Target="/ppt/notesMasters/notesMaster1.xml" Id="R171709a3c0ff4e7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33f693ddbbe4c41" /><Relationship Type="http://schemas.openxmlformats.org/officeDocument/2006/relationships/notesMaster" Target="/ppt/notesMasters/notesMaster1.xml" Id="Rb8b8d915111f4a4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5a8c20a6b92402a" /><Relationship Type="http://schemas.openxmlformats.org/officeDocument/2006/relationships/notesMaster" Target="/ppt/notesMasters/notesMaster1.xml" Id="Rcf379647d2344b2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76244f4a4a941f5" /><Relationship Type="http://schemas.openxmlformats.org/officeDocument/2006/relationships/notesMaster" Target="/ppt/notesMasters/notesMaster1.xml" Id="R1886cd576539439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325b354f64c4061" /><Relationship Type="http://schemas.openxmlformats.org/officeDocument/2006/relationships/notesMaster" Target="/ppt/notesMasters/notesMaster1.xml" Id="R06d1c54e1a434e5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0046368094c4f3c" /><Relationship Type="http://schemas.openxmlformats.org/officeDocument/2006/relationships/notesMaster" Target="/ppt/notesMasters/notesMaster1.xml" Id="Ra3325d7438044ca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7ecfe1851fb4ed3" /><Relationship Type="http://schemas.openxmlformats.org/officeDocument/2006/relationships/notesMaster" Target="/ppt/notesMasters/notesMaster1.xml" Id="R5e884cfd7fac40e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996134fc82a4f38" /><Relationship Type="http://schemas.openxmlformats.org/officeDocument/2006/relationships/notesMaster" Target="/ppt/notesMasters/notesMaster1.xml" Id="R64e9d6a3753940b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79198c8a06a4554" /><Relationship Type="http://schemas.openxmlformats.org/officeDocument/2006/relationships/notesMaster" Target="/ppt/notesMasters/notesMaster1.xml" Id="Reaba376c477944c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89a20d7d7bb4d9a" /><Relationship Type="http://schemas.openxmlformats.org/officeDocument/2006/relationships/notesMaster" Target="/ppt/notesMasters/notesMaster1.xml" Id="Rd4c64cd116f2460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Khung đã duyệt, PyTorch transfer learning/data transforms; AIO40.. Chạy transforms trong tutorial Transfer Learning; làm phần augmentation của bài tập AIO40.2 theo chương.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4.4: Image augmentation</a:t>
            </a:r>
          </a:p>
          <a:p xmlns:a="http://schemas.openxmlformats.org/drawingml/2006/main">
            <a:r>
              <a:t>Nguồn giáo trình: PyTorch transfer learning/data transforms; AIO40.</a:t>
            </a:r>
          </a:p>
          <a:p xmlns:a="http://schemas.openxmlformats.org/drawingml/2006/main">
            <a:r>
              <a:t>Bài tiếp theo trong nguồn: Chạy transforms trong tutorial Transfer Learning; làm phần augmentation của bài tập AIO40.2 theo chương.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4.4: Image augmentation</a:t>
            </a:r>
          </a:p>
          <a:p xmlns:a="http://schemas.openxmlformats.org/drawingml/2006/main">
            <a:r>
              <a:t>Nguồn giáo trình: PyTorch transfer learning/data transforms; AIO40.</a:t>
            </a:r>
          </a:p>
          <a:p xmlns:a="http://schemas.openxmlformats.org/drawingml/2006/main">
            <a:r>
              <a:t>Bài tiếp theo trong nguồn: Chạy transforms trong tutorial Transfer Learning; làm phần augmentation của bài tập AIO40.2 theo chương.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4.4: Image augmentation</a:t>
            </a:r>
          </a:p>
          <a:p xmlns:a="http://schemas.openxmlformats.org/drawingml/2006/main">
            <a:r>
              <a:t>Nguồn giáo trình: PyTorch transfer learning/data transforms; AIO40.</a:t>
            </a:r>
          </a:p>
          <a:p xmlns:a="http://schemas.openxmlformats.org/drawingml/2006/main">
            <a:r>
              <a:t>Bài tiếp theo trong nguồn: Chạy transforms trong tutorial Transfer Learning; làm phần augmentation của bài tập AIO40.2 theo chương.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4.4: Image augmentation</a:t>
            </a:r>
          </a:p>
          <a:p xmlns:a="http://schemas.openxmlformats.org/drawingml/2006/main">
            <a:r>
              <a:t>Nguồn giáo trình: PyTorch transfer learning/data transforms; AIO40.</a:t>
            </a:r>
          </a:p>
          <a:p xmlns:a="http://schemas.openxmlformats.org/drawingml/2006/main">
            <a:r>
              <a:t>Bài tiếp theo trong nguồn: Chạy transforms trong tutorial Transfer Learning; làm phần augmentation của bài tập AIO40.2 theo chương.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4.4: Image augmentation</a:t>
            </a:r>
          </a:p>
          <a:p xmlns:a="http://schemas.openxmlformats.org/drawingml/2006/main">
            <a:r>
              <a:t>Nguồn giáo trình: PyTorch transfer learning/data transforms; AIO40.</a:t>
            </a:r>
          </a:p>
          <a:p xmlns:a="http://schemas.openxmlformats.org/drawingml/2006/main">
            <a:r>
              <a:t>Bài tiếp theo trong nguồn: Chạy transforms trong tutorial Transfer Learning; làm phần augmentation của bài tập AIO40.2 theo chương.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4.4: Image augmentation</a:t>
            </a:r>
          </a:p>
          <a:p xmlns:a="http://schemas.openxmlformats.org/drawingml/2006/main">
            <a:r>
              <a:t>Nguồn giáo trình: PyTorch transfer learning/data transforms; AIO40.</a:t>
            </a:r>
          </a:p>
          <a:p xmlns:a="http://schemas.openxmlformats.org/drawingml/2006/main">
            <a:r>
              <a:t>Bài tiếp theo trong nguồn: Chạy transforms trong tutorial Transfer Learning; làm phần augmentation của bài tập AIO40.2 theo chương.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Đối chiếu sau khi học sinh làm: [[70,20,90,40]]</a:t>
            </a:r>
          </a:p>
          <a:p xmlns:a="http://schemas.openxmlformats.org/drawingml/2006/main">
            <a:r>
              <a:t>Tham khảo: PyTorch transfer learning/data transforms; AIO40.</a:t>
            </a:r>
          </a:p>
          <a:p xmlns:a="http://schemas.openxmlformats.org/drawingml/2006/main">
            <a:r>
              <a:t>Nếu input dài, mở BAI_HOC.html để xem đủ. Không cắt data trong bài tập gốc.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Đối chiếu sau khi học sinh làm: [[0,0,1],[0,0,1]]</a:t>
            </a:r>
          </a:p>
          <a:p xmlns:a="http://schemas.openxmlformats.org/drawingml/2006/main">
            <a:r>
              <a:t>Tham khảo: PyTorch transfer learning/data transforms; AIO40.</a:t>
            </a:r>
          </a:p>
          <a:p xmlns:a="http://schemas.openxmlformats.org/drawingml/2006/main">
            <a:r>
              <a:t>Nếu input dài, mở BAI_HOC.html để xem đủ. Không cắt data trong bài tập gốc.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4.4: Image augmentation</a:t>
            </a:r>
          </a:p>
          <a:p xmlns:a="http://schemas.openxmlformats.org/drawingml/2006/main">
            <a:r>
              <a:t>Nguồn giáo trình: PyTorch transfer learning/data transforms; AIO40.</a:t>
            </a:r>
          </a:p>
          <a:p xmlns:a="http://schemas.openxmlformats.org/drawingml/2006/main">
            <a:r>
              <a:t>Bài tiếp theo trong nguồn: Chạy transforms trong tutorial Transfer Learning; làm phần augmentation của bài tập AIO40.2 theo chương.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4.4: Image augmentation</a:t>
            </a:r>
          </a:p>
          <a:p xmlns:a="http://schemas.openxmlformats.org/drawingml/2006/main">
            <a:r>
              <a:t>Nguồn giáo trình: PyTorch transfer learning/data transforms; AIO40.</a:t>
            </a:r>
          </a:p>
          <a:p xmlns:a="http://schemas.openxmlformats.org/drawingml/2006/main">
            <a:r>
              <a:t>Bài tiếp theo trong nguồn: Chạy transforms trong tutorial Transfer Learning; làm phần augmentation của bài tập AIO40.2 theo chương.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4.4: Image augmentation</a:t>
            </a:r>
          </a:p>
          <a:p xmlns:a="http://schemas.openxmlformats.org/drawingml/2006/main">
            <a:r>
              <a:t>Nguồn giáo trình: PyTorch transfer learning/data transforms; AIO40.</a:t>
            </a:r>
          </a:p>
          <a:p xmlns:a="http://schemas.openxmlformats.org/drawingml/2006/main">
            <a:r>
              <a:t>Bài tiếp theo trong nguồn: Chạy transforms trong tutorial Transfer Learning; làm phần augmentation của bài tập AIO40.2 theo chương.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4.4: Image augmentation</a:t>
            </a:r>
          </a:p>
          <a:p xmlns:a="http://schemas.openxmlformats.org/drawingml/2006/main">
            <a:r>
              <a:t>Nguồn giáo trình: PyTorch transfer learning/data transforms; AIO40.</a:t>
            </a:r>
          </a:p>
          <a:p xmlns:a="http://schemas.openxmlformats.org/drawingml/2006/main">
            <a:r>
              <a:t>Bài tiếp theo trong nguồn: Chạy transforms trong tutorial Transfer Learning; làm phần augmentation của bài tập AIO40.2 theo chương.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3a15b60ea7432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f35e59ba2f74235" /><Relationship Type="http://schemas.openxmlformats.org/officeDocument/2006/relationships/slideLayout" Target="/ppt/slideLayouts/slideLayout1.xml" Id="Ra9b49e29e745480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9b49e29e745480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bcdd834bfe462e" /><Relationship Type="http://schemas.openxmlformats.org/officeDocument/2006/relationships/notesSlide" Target="/ppt/notesSlides/notesSlide1.xml" Id="R83c1207cb52546f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1fd452db1d4dcc" /><Relationship Type="http://schemas.openxmlformats.org/officeDocument/2006/relationships/notesSlide" Target="/ppt/notesSlides/notesSlide2.xml" Id="R66e72921ea34412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f34fdf2b3e4907" /><Relationship Type="http://schemas.openxmlformats.org/officeDocument/2006/relationships/notesSlide" Target="/ppt/notesSlides/notesSlide3.xml" Id="Rdff72ec30cb74f9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fdd2cbde724b18" /><Relationship Type="http://schemas.openxmlformats.org/officeDocument/2006/relationships/notesSlide" Target="/ppt/notesSlides/notesSlide4.xml" Id="R35048efb650f470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c69f1182fc46f3" /><Relationship Type="http://schemas.openxmlformats.org/officeDocument/2006/relationships/notesSlide" Target="/ppt/notesSlides/notesSlide5.xml" Id="R764b7b1e6d8f423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4d549bfeae45a7" /><Relationship Type="http://schemas.openxmlformats.org/officeDocument/2006/relationships/notesSlide" Target="/ppt/notesSlides/notesSlide6.xml" Id="Rc5586c21e01f4cc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5d7c714c634f4f" /><Relationship Type="http://schemas.openxmlformats.org/officeDocument/2006/relationships/notesSlide" Target="/ppt/notesSlides/notesSlide7.xml" Id="R6c250216c98b4e0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626d7cd2aa444c" /><Relationship Type="http://schemas.openxmlformats.org/officeDocument/2006/relationships/notesSlide" Target="/ppt/notesSlides/notesSlide8.xml" Id="Rbd91a8606c7742b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b45b0735b04e00" /><Relationship Type="http://schemas.openxmlformats.org/officeDocument/2006/relationships/notesSlide" Target="/ppt/notesSlides/notesSlide9.xml" Id="Rf9639de1caeb457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4f96ba1911488a" /><Relationship Type="http://schemas.openxmlformats.org/officeDocument/2006/relationships/notesSlide" Target="/ppt/notesSlides/notesSlide10.xml" Id="Rca4a0e0344544ac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94f6cf431c459a" /><Relationship Type="http://schemas.openxmlformats.org/officeDocument/2006/relationships/notesSlide" Target="/ppt/notesSlides/notesSlide11.xml" Id="Rd55788b4c73048f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6afdbe4d4f4f82" /><Relationship Type="http://schemas.openxmlformats.org/officeDocument/2006/relationships/notesSlide" Target="/ppt/notesSlides/notesSlide12.xml" Id="R6034465b79764b8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bb70f3e307403f" /><Relationship Type="http://schemas.openxmlformats.org/officeDocument/2006/relationships/notesSlide" Target="/ppt/notesSlides/notesSlide13.xml" Id="Rac4e397d44d745b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DB29D5-867A-4EAF-99D1-221A7F949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Buổi 4.4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755D00-E94D-44EA-A1E1-E59D197A3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68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Image augmentation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EDC568-65AA-4F05-8C6B-CD8CE72F4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Flip ảnh có cần flip box và mask không?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852B0D-2F86-44ED-AC4E-76950A4B4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4.4 · 1/13</a:t>
            </a:r>
          </a:p>
        </p:txBody>
      </p:sp>
    </p:spTree>
    <p:extLst>
      <p:ext uri="{BB962C8B-B14F-4D97-AF65-F5344CB8AC3E}">
        <p14:creationId xmlns:p14="http://schemas.microsoft.com/office/powerpoint/2010/main" val="3742925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6C6F89-F36B-4F3C-9DCB-A32D5653D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Ý tưởng cần hiểu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9BD0FF-F5AD-45A3-BE21-C69E31E65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Augmentation phải giữ task semantics; ảnh chữ số/hướng không dùng mọi phép biến đổi.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8A1F53-17F0-4DA4-9D63-0C4C383EE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Box/mask phải biến đổi đồng bộ; labels mask resize bằng nearest-neighbor.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8AF4AD-8672-48AD-B6DE-43D3D84A0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Augment chỉ train; split theo ảnh gốc trước tạo views.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00532C-3DBE-4C1B-B0F6-9276C7873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horizontal box flip: x1_new=W-x2, x2_new=W-x1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FA2465-6B63-4891-A286-2C97D6236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4.4 · 2/13</a:t>
            </a:r>
          </a:p>
        </p:txBody>
      </p:sp>
    </p:spTree>
    <p:extLst>
      <p:ext uri="{BB962C8B-B14F-4D97-AF65-F5344CB8AC3E}">
        <p14:creationId xmlns:p14="http://schemas.microsoft.com/office/powerpoint/2010/main" val="90378828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3E69EE-52A6-4072-AB1F-4BA689CF1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Ví dụ: đọc input trước khi tính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72800" cy="1885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width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100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boxes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[[10,20,30,40]]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AC570E-853D-4ABC-8D65-9C3E66008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4.4 · 3/13</a:t>
            </a:r>
          </a:p>
        </p:txBody>
      </p:sp>
    </p:spTree>
    <p:extLst>
      <p:ext uri="{BB962C8B-B14F-4D97-AF65-F5344CB8AC3E}">
        <p14:creationId xmlns:p14="http://schemas.microsoft.com/office/powerpoint/2010/main" val="5503667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712362-35DB-4175-AD54-D61D020F9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Đối chiếu phép tính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374ABC-2B09-493C-91F9-19788117B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[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[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  70,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  20,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  90,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  40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]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B71921-C82B-452B-8EEA-6ADBBF25A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4.4 · 4/13</a:t>
            </a:r>
          </a:p>
        </p:txBody>
      </p:sp>
    </p:spTree>
    <p:extLst>
      <p:ext uri="{BB962C8B-B14F-4D97-AF65-F5344CB8AC3E}">
        <p14:creationId xmlns:p14="http://schemas.microsoft.com/office/powerpoint/2010/main" val="18315542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27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395DFB-7CCC-44C1-8F6A-70F980CC8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Code minh họa — đoạn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393481-A3B5-449B-B330-1AA7B8802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import numpy as np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# Ảnh nhỏ và mask có cùng vị trí đối tượng; flip cả hai cùng nhau.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image=np.array([[10,20,30],[40,50,60]])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mask=np.array([[1,0,0],[1,0,0]])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image_flip=np.fliplr(image); mask_flip=np.fliplr(mask)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print("Image:",image.tolist(),"flipped:",image_flip.tolist())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print("Mask flipped:",mask_flip.tolist())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width=100; x1,x2=10,30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print("Box mới khi flip ngang:",[width-x2,width-x1])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assert np.array_equal(mask_flip,np.array([[0,0,1],[0,0,1]]))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# Mask resize dùng nearest-neighbor; không tạo nhãn trung gian bằng bilinear.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271467-DCD4-4ADD-A4A8-BA55C9639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BDCE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BDCE3"/>
                </a:solidFill>
                <a:latin typeface="Arial"/>
                <a:ea typeface="Arial"/>
                <a:cs typeface="Arial"/>
              </a:rPr>
              <a:t>Code đầy đủ: code_minh_hoa.py / code_minh_hoa.ipynb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8441A5-8455-4701-ADC7-E54DCC848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DCDD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CDD4"/>
                </a:solidFill>
                <a:latin typeface="Arial"/>
                <a:ea typeface="Arial"/>
                <a:cs typeface="Arial"/>
              </a:rPr>
              <a:t>AI Canuc80k · Buổi 4.4 · 5/13</a:t>
            </a:r>
          </a:p>
        </p:txBody>
      </p:sp>
    </p:spTree>
    <p:extLst>
      <p:ext uri="{BB962C8B-B14F-4D97-AF65-F5344CB8AC3E}">
        <p14:creationId xmlns:p14="http://schemas.microsoft.com/office/powerpoint/2010/main" val="27907628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52AC99-4E85-4C32-BDCC-7E5AF0299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Output của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D6737D-B776-492B-9780-15F5FBAA4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Image: [[10, 20, 30], [40, 50, 60]] flipped: [[30, 20, 10], [60, 50, 40]]</a:t>
            </a:r>
          </a:p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Mask flipped: [[0, 0, 1], [0, 0, 1]]</a:t>
            </a:r>
          </a:p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Box mới khi flip ngang: [70, 90]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5DA5A7-508F-4C2C-9721-090FFFFBD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4.4 · 6/13</a:t>
            </a:r>
          </a:p>
        </p:txBody>
      </p:sp>
    </p:spTree>
    <p:extLst>
      <p:ext uri="{BB962C8B-B14F-4D97-AF65-F5344CB8AC3E}">
        <p14:creationId xmlns:p14="http://schemas.microsoft.com/office/powerpoint/2010/main" val="111712678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4EEECC-744D-4EE8-9110-2266F7B0A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Điểm dễ nhầm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9B343F-658D-4855-B8EA-6C5B67867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668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Không đưa các views cùng ảnh vào cả train và validation.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E49545-065B-499C-A5BC-E928C08CC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10668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Flip box10..30 trongwidth100, rồi vẽ vị trí mask mới.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E56330-EB09-4E6A-AFAB-3D269ED4E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4.4 · 7/13</a:t>
            </a:r>
          </a:p>
        </p:txBody>
      </p:sp>
    </p:spTree>
    <p:extLst>
      <p:ext uri="{BB962C8B-B14F-4D97-AF65-F5344CB8AC3E}">
        <p14:creationId xmlns:p14="http://schemas.microsoft.com/office/powerpoint/2010/main" val="160812674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D7566F-CD78-47A3-94F6-46EC14C8C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Bài trên lớp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7ABAC8-CA41-45E8-8A67-66F08CC2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Flip ngang boxxyxy trongwidthW: [W-x2, y1, W-x1, y2].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2714625"/>
          <a:ext xmlns:a="http://schemas.openxmlformats.org/drawingml/2006/main" cx="10972800" cy="1885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width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100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boxes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[[10,20,30,40]]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3916F2-0DD7-45C0-B3E0-D2C58C2DE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4.4 · 8/13</a:t>
            </a:r>
          </a:p>
        </p:txBody>
      </p:sp>
    </p:spTree>
    <p:extLst>
      <p:ext uri="{BB962C8B-B14F-4D97-AF65-F5344CB8AC3E}">
        <p14:creationId xmlns:p14="http://schemas.microsoft.com/office/powerpoint/2010/main" val="196747335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445D28-6E00-44DC-8B0F-6E87472F1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Bài trên lớp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6CFA44-3D04-4D74-945B-B3F6E8270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Flip ngang mỗi row của mask, giữ dtype integer labels.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2714625"/>
          <a:ext xmlns:a="http://schemas.openxmlformats.org/drawingml/2006/main" cx="10972800" cy="1714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857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857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mask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[[1,0,0],[1,0,0]]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377C30-749E-4A4A-8B43-842ECD0AA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4.4 · 9/13</a:t>
            </a:r>
          </a:p>
        </p:txBody>
      </p:sp>
    </p:spTree>
    <p:extLst>
      <p:ext uri="{BB962C8B-B14F-4D97-AF65-F5344CB8AC3E}">
        <p14:creationId xmlns:p14="http://schemas.microsoft.com/office/powerpoint/2010/main" val="7465788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9FA34F-0805-4B56-B1A1-C7ED29974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1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CC05B8-1BDE-4FE7-AA20-0846B189B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Flip ngang boxxyxy trongwidthW: [W-x2, y1, W-x1, y2].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1BD45F-AA4B-4467-A2E7-356D38DA6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Input: width&gt;0; boxes: list validxyxy trong ảnh.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80782E-DF2B-475B-BBDE-F2F6BE150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Output: một JSON value; xem đầy đủ ví dụ, quy ước và giới hạn trong BTVN_01.txt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6B3E02-E7A7-4114-9021-E958F817D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4.4 · 10/13</a:t>
            </a:r>
          </a:p>
        </p:txBody>
      </p:sp>
    </p:spTree>
    <p:extLst>
      <p:ext uri="{BB962C8B-B14F-4D97-AF65-F5344CB8AC3E}">
        <p14:creationId xmlns:p14="http://schemas.microsoft.com/office/powerpoint/2010/main" val="162888963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5EF98D-6794-468C-9D9E-04F84ABA5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2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B0E036-32A5-448D-83E3-BEE57260D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Flip ngang mỗi row của mask, giữ dtype integer labels.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4259D4-0906-4179-BD4B-7FDF15852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Input: mask: rectangularmatrixinteger.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771A62-E4C0-49C1-BB89-37E2A1B53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Output: một JSON value; xem đầy đủ ví dụ, quy ước và giới hạn trong BTVN_02.txt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743348-D243-4DF1-8413-1F8B89307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4.4 · 11/13</a:t>
            </a:r>
          </a:p>
        </p:txBody>
      </p:sp>
    </p:spTree>
    <p:extLst>
      <p:ext uri="{BB962C8B-B14F-4D97-AF65-F5344CB8AC3E}">
        <p14:creationId xmlns:p14="http://schemas.microsoft.com/office/powerpoint/2010/main" val="81901764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A31FA9-A431-465B-A97D-69C3B96A1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3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C7E120-EE75-4C0A-BD5F-127EB90EC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Augmentation giữ đúng nhãn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8EA57B-90AC-4014-81DD-C7399BA9E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1066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Data: digits · {"train":500,"valid":120,"test":200}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3E4D8B-DBE2-4C29-86F2-8B3C44541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668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Chấm: Accuracy, labels0..9.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0E74AE-9205-479C-8DFC-491240761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05475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Mở BTVN_03.txt, DATA_NOTE và sample_submission trước khi làm.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6DEBEB-6098-4B84-B556-001451592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4.4 · 12/13</a:t>
            </a:r>
          </a:p>
        </p:txBody>
      </p:sp>
    </p:spTree>
    <p:extLst>
      <p:ext uri="{BB962C8B-B14F-4D97-AF65-F5344CB8AC3E}">
        <p14:creationId xmlns:p14="http://schemas.microsoft.com/office/powerpoint/2010/main" val="54918294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C12728-F3E5-43FC-9B3F-A9A5803E8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Chốt bài và nguồn học tiếp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A6CF4E-2ECB-4140-911A-FD4F0894F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68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Flip box10..30 trongwidth100, rồi vẽ vị trí mask mới.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EE13D4-3148-42E2-AECF-A21DDB9E1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PyTorch transfer learning/data transforms; AIO40.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05B553-98BA-480B-BB94-1E12F5BD8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10668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Chạy transforms trong tutorial Transfer Learning; làm phần augmentation của bài tập AIO40.2 theo chương.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3BF3F9-47C5-4F1B-B592-433AD909D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4.4 · 13/13</a:t>
            </a:r>
          </a:p>
        </p:txBody>
      </p:sp>
    </p:spTree>
    <p:extLst>
      <p:ext uri="{BB962C8B-B14F-4D97-AF65-F5344CB8AC3E}">
        <p14:creationId xmlns:p14="http://schemas.microsoft.com/office/powerpoint/2010/main" val="2816704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2026-10-01T09:00:45.5270000Z</dcterms:created>
  <dcterms:modified xsi:type="dcterms:W3CDTF">2026-10-01T09:00:45.5270000Z</dcterms:modified>
</coreProperties>
</file>