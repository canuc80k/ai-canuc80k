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5f25ecef7b4029" /><Relationship Type="http://schemas.openxmlformats.org/officeDocument/2006/relationships/extended-properties" Target="/docProps/app.xml" Id="Rdf9afdddacc74c41" /><Relationship Type="http://schemas.openxmlformats.org/officeDocument/2006/relationships/officeDocument" Target="/ppt/presentation.xml" Id="R3a49fcd6993749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8bf6bd269841ca"/>
  </p:sldMasterIdLst>
  <p:notesMasterIdLst>
    <p:notesMasterId xmlns:r="http://schemas.openxmlformats.org/officeDocument/2006/relationships" r:id="R832980ccc91246e3"/>
  </p:notesMasterIdLst>
  <p:sldIdLst>
    <p:sldId xmlns:r="http://schemas.openxmlformats.org/officeDocument/2006/relationships" id="256" r:id="R6e93ddbdf42c478b"/>
    <p:sldId xmlns:r="http://schemas.openxmlformats.org/officeDocument/2006/relationships" id="257" r:id="R1b53b8b9182b48f4"/>
    <p:sldId xmlns:r="http://schemas.openxmlformats.org/officeDocument/2006/relationships" id="258" r:id="Rd8106f526ab8439e"/>
    <p:sldId xmlns:r="http://schemas.openxmlformats.org/officeDocument/2006/relationships" id="259" r:id="R39c3c06351f24c5c"/>
    <p:sldId xmlns:r="http://schemas.openxmlformats.org/officeDocument/2006/relationships" id="260" r:id="R0f033d0ad45440c6"/>
    <p:sldId xmlns:r="http://schemas.openxmlformats.org/officeDocument/2006/relationships" id="261" r:id="R4af06d8bd3c0441d"/>
    <p:sldId xmlns:r="http://schemas.openxmlformats.org/officeDocument/2006/relationships" id="262" r:id="R40c21f6504534977"/>
    <p:sldId xmlns:r="http://schemas.openxmlformats.org/officeDocument/2006/relationships" id="263" r:id="Rc5096c36ceb44a70"/>
    <p:sldId xmlns:r="http://schemas.openxmlformats.org/officeDocument/2006/relationships" id="264" r:id="Rd2147a39da194714"/>
    <p:sldId xmlns:r="http://schemas.openxmlformats.org/officeDocument/2006/relationships" id="265" r:id="Rd1f3fc74e39f480b"/>
    <p:sldId xmlns:r="http://schemas.openxmlformats.org/officeDocument/2006/relationships" id="266" r:id="R0cefafd4d1be4911"/>
    <p:sldId xmlns:r="http://schemas.openxmlformats.org/officeDocument/2006/relationships" id="267" r:id="R54495a4c9e7c416f"/>
    <p:sldId xmlns:r="http://schemas.openxmlformats.org/officeDocument/2006/relationships" id="268" r:id="R99f70a5ea2bd4154"/>
    <p:sldId xmlns:r="http://schemas.openxmlformats.org/officeDocument/2006/relationships" id="269" r:id="R18b487c0c930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ca048c805c4a03" /><Relationship Type="http://schemas.openxmlformats.org/officeDocument/2006/relationships/slideMaster" Target="/ppt/slideMasters/slideMaster1.xml" Id="R9f8bf6bd269841ca" /><Relationship Type="http://schemas.openxmlformats.org/officeDocument/2006/relationships/notesMaster" Target="/ppt/notesMasters/notesMaster1.xml" Id="R832980ccc91246e3" /><Relationship Type="http://schemas.openxmlformats.org/officeDocument/2006/relationships/presProps" Target="/ppt/presProps.xml" Id="R6c3d918dcffc4c49" /><Relationship Type="http://schemas.openxmlformats.org/officeDocument/2006/relationships/tableStyles" Target="/ppt/tableStyles.xml" Id="R2832d59c6ab04dbe" /><Relationship Type="http://schemas.openxmlformats.org/officeDocument/2006/relationships/slide" Target="/ppt/slides/slide1.xml" Id="R6e93ddbdf42c478b" /><Relationship Type="http://schemas.openxmlformats.org/officeDocument/2006/relationships/slide" Target="/ppt/slides/slide2.xml" Id="R1b53b8b9182b48f4" /><Relationship Type="http://schemas.openxmlformats.org/officeDocument/2006/relationships/slide" Target="/ppt/slides/slide3.xml" Id="Rd8106f526ab8439e" /><Relationship Type="http://schemas.openxmlformats.org/officeDocument/2006/relationships/slide" Target="/ppt/slides/slide4.xml" Id="R39c3c06351f24c5c" /><Relationship Type="http://schemas.openxmlformats.org/officeDocument/2006/relationships/slide" Target="/ppt/slides/slide5.xml" Id="R0f033d0ad45440c6" /><Relationship Type="http://schemas.openxmlformats.org/officeDocument/2006/relationships/slide" Target="/ppt/slides/slide6.xml" Id="R4af06d8bd3c0441d" /><Relationship Type="http://schemas.openxmlformats.org/officeDocument/2006/relationships/slide" Target="/ppt/slides/slide7.xml" Id="R40c21f6504534977" /><Relationship Type="http://schemas.openxmlformats.org/officeDocument/2006/relationships/slide" Target="/ppt/slides/slide8.xml" Id="Rc5096c36ceb44a70" /><Relationship Type="http://schemas.openxmlformats.org/officeDocument/2006/relationships/slide" Target="/ppt/slides/slide9.xml" Id="Rd2147a39da194714" /><Relationship Type="http://schemas.openxmlformats.org/officeDocument/2006/relationships/slide" Target="/ppt/slides/slide10.xml" Id="Rd1f3fc74e39f480b" /><Relationship Type="http://schemas.openxmlformats.org/officeDocument/2006/relationships/slide" Target="/ppt/slides/slide11.xml" Id="R0cefafd4d1be4911" /><Relationship Type="http://schemas.openxmlformats.org/officeDocument/2006/relationships/slide" Target="/ppt/slides/slide12.xml" Id="R54495a4c9e7c416f" /><Relationship Type="http://schemas.openxmlformats.org/officeDocument/2006/relationships/slide" Target="/ppt/slides/slide13.xml" Id="R99f70a5ea2bd4154" /><Relationship Type="http://schemas.openxmlformats.org/officeDocument/2006/relationships/slide" Target="/ppt/slides/slide14.xml" Id="R18b487c0c930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8dd5b968f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7a0fb8a474bd1" /><Relationship Type="http://schemas.openxmlformats.org/officeDocument/2006/relationships/notesMaster" Target="/ppt/notesMasters/notesMaster1.xml" Id="Rd2a8e9b76f634e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ded0a9844e4ebd" /><Relationship Type="http://schemas.openxmlformats.org/officeDocument/2006/relationships/notesMaster" Target="/ppt/notesMasters/notesMaster1.xml" Id="R6fbc71889212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8807b394c34729" /><Relationship Type="http://schemas.openxmlformats.org/officeDocument/2006/relationships/notesMaster" Target="/ppt/notesMasters/notesMaster1.xml" Id="R7367c5524fca45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c74206af644521" /><Relationship Type="http://schemas.openxmlformats.org/officeDocument/2006/relationships/notesMaster" Target="/ppt/notesMasters/notesMaster1.xml" Id="Ra17a0d8e178f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7e870f24aa45fd" /><Relationship Type="http://schemas.openxmlformats.org/officeDocument/2006/relationships/notesMaster" Target="/ppt/notesMasters/notesMaster1.xml" Id="Raf56894cea80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71e3664d154ecc" /><Relationship Type="http://schemas.openxmlformats.org/officeDocument/2006/relationships/notesMaster" Target="/ppt/notesMasters/notesMaster1.xml" Id="R0f87ee96bbfb47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d36bdcea5d4382" /><Relationship Type="http://schemas.openxmlformats.org/officeDocument/2006/relationships/notesMaster" Target="/ppt/notesMasters/notesMaster1.xml" Id="R6e06271d3607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4ff8e927b64b4f" /><Relationship Type="http://schemas.openxmlformats.org/officeDocument/2006/relationships/notesMaster" Target="/ppt/notesMasters/notesMaster1.xml" Id="Rc3e493ab806a44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d5526179454f9e" /><Relationship Type="http://schemas.openxmlformats.org/officeDocument/2006/relationships/notesMaster" Target="/ppt/notesMasters/notesMaster1.xml" Id="R937f96e6309840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2ef35c46454dd8" /><Relationship Type="http://schemas.openxmlformats.org/officeDocument/2006/relationships/notesMaster" Target="/ppt/notesMasters/notesMaster1.xml" Id="Rba4ed252198645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da9f9d56fe480b" /><Relationship Type="http://schemas.openxmlformats.org/officeDocument/2006/relationships/notesMaster" Target="/ppt/notesMasters/notesMaster1.xml" Id="Rf005eed855ed4c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1865e435844faf" /><Relationship Type="http://schemas.openxmlformats.org/officeDocument/2006/relationships/notesMaster" Target="/ppt/notesMasters/notesMaster1.xml" Id="R2e96f81ef679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bf83baffe54ca2" /><Relationship Type="http://schemas.openxmlformats.org/officeDocument/2006/relationships/notesMaster" Target="/ppt/notesMasters/notesMaster1.xml" Id="R3bed5ea22aec47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fb117458be4d13" /><Relationship Type="http://schemas.openxmlformats.org/officeDocument/2006/relationships/notesMaster" Target="/ppt/notesMasters/notesMaster1.xml" Id="R982a0d3c784645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34–35.. AIO 35.2 Bài tập: phần lập trình và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[[4]]</a:t>
            </a:r>
          </a:p>
          <a:p xmlns:a="http://schemas.openxmlformats.org/drawingml/2006/main">
            <a:r>
              <a:t>Tham khảo: AIO chương 34–35.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9</a:t>
            </a:r>
          </a:p>
          <a:p xmlns:a="http://schemas.openxmlformats.org/drawingml/2006/main">
            <a:r>
              <a:t>Tham khảo: AIO chương 34–35.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4.2: CNN và image classification</a:t>
            </a:r>
          </a:p>
          <a:p xmlns:a="http://schemas.openxmlformats.org/drawingml/2006/main">
            <a:r>
              <a:t>Nguồn giáo trình: AIO chương 34–35.</a:t>
            </a:r>
          </a:p>
          <a:p xmlns:a="http://schemas.openxmlformats.org/drawingml/2006/main">
            <a:r>
              <a:t>Bài tiếp theo trong nguồn: AIO 35.2 Bài tập: phần lập trình và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1ea5a7413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ead8334284a87" /><Relationship Type="http://schemas.openxmlformats.org/officeDocument/2006/relationships/slideLayout" Target="/ppt/slideLayouts/slideLayout1.xml" Id="Rca6ab56065ad4f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6ab56065ad4f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163e684d0487d" /><Relationship Type="http://schemas.openxmlformats.org/officeDocument/2006/relationships/notesSlide" Target="/ppt/notesSlides/notesSlide1.xml" Id="Rc9c62af68ce8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6f400768446c8" /><Relationship Type="http://schemas.openxmlformats.org/officeDocument/2006/relationships/notesSlide" Target="/ppt/notesSlides/notesSlide2.xml" Id="R7c6f8d65ecc941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e1603cac7460d" /><Relationship Type="http://schemas.openxmlformats.org/officeDocument/2006/relationships/notesSlide" Target="/ppt/notesSlides/notesSlide3.xml" Id="Rbe23b1a1dc5340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f4008e4ac4e5c" /><Relationship Type="http://schemas.openxmlformats.org/officeDocument/2006/relationships/notesSlide" Target="/ppt/notesSlides/notesSlide4.xml" Id="R4a74ad39c096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8b532a9a24a0f" /><Relationship Type="http://schemas.openxmlformats.org/officeDocument/2006/relationships/notesSlide" Target="/ppt/notesSlides/notesSlide5.xml" Id="Ree219f75449e4a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e434c8ff84f45" /><Relationship Type="http://schemas.openxmlformats.org/officeDocument/2006/relationships/notesSlide" Target="/ppt/notesSlides/notesSlide6.xml" Id="Ra649e865d59f49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c0ce46b7467f" /><Relationship Type="http://schemas.openxmlformats.org/officeDocument/2006/relationships/notesSlide" Target="/ppt/notesSlides/notesSlide7.xml" Id="R1f7b658afce845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abad89d784863" /><Relationship Type="http://schemas.openxmlformats.org/officeDocument/2006/relationships/notesSlide" Target="/ppt/notesSlides/notesSlide8.xml" Id="R476818a8881a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474af1fb04915" /><Relationship Type="http://schemas.openxmlformats.org/officeDocument/2006/relationships/notesSlide" Target="/ppt/notesSlides/notesSlide9.xml" Id="Rb3e088d6617e46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7b336cab84cdb" /><Relationship Type="http://schemas.openxmlformats.org/officeDocument/2006/relationships/notesSlide" Target="/ppt/notesSlides/notesSlide10.xml" Id="R32fea848e82042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82919d7b345ae" /><Relationship Type="http://schemas.openxmlformats.org/officeDocument/2006/relationships/notesSlide" Target="/ppt/notesSlides/notesSlide11.xml" Id="R1d76a0439a5d4b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4e59a3e954d62" /><Relationship Type="http://schemas.openxmlformats.org/officeDocument/2006/relationships/notesSlide" Target="/ppt/notesSlides/notesSlide12.xml" Id="R17a6bbfb02ba44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94a33e9964da1" /><Relationship Type="http://schemas.openxmlformats.org/officeDocument/2006/relationships/notesSlide" Target="/ppt/notesSlides/notesSlide13.xml" Id="Rafd14f54eccb40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c3c5917a41e9" /><Relationship Type="http://schemas.openxmlformats.org/officeDocument/2006/relationships/notesSlide" Target="/ppt/notesSlides/notesSlide14.xml" Id="R0a36166782cf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8E71D-AC38-4A87-92E6-F24C887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46361-A2F4-44BA-AEAC-01A90C45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CNN và image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237E1-994A-49CE-BA62-B4B605D3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CNN khác MLP trên ảnh ở cách dùng cấu trúc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123F1-5C5B-42D4-A088-A4D9DFD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1/14</a:t>
            </a:r>
          </a:p>
        </p:txBody>
      </p:sp>
    </p:spTree>
    <p:extLst>
      <p:ext uri="{BB962C8B-B14F-4D97-AF65-F5344CB8AC3E}">
        <p14:creationId xmlns:p14="http://schemas.microsoft.com/office/powerpoint/2010/main" val="173070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5536E-BB27-4C00-B24F-724352E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F2BE-3E43-40D4-93CB-8EDB500F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CNN tái dùng kernels theo vị trí, tận dụng cấu trúc không gian.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C3432-D539-488E-9626-19E25BB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Conv→activation→pool→head; phải theo dõi shape qua từng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4B5E2-091F-4D53-A52A-4691DFE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Xem lỗi từng lớp/ảnh; train accuracy chỉ giúp debug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4CD15-E57D-45B5-9327-863D774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Input(B,C,H,W) → logits(B,n_classes)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FF9A4-C8F5-46C9-A0B6-7AD5134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2/14</a:t>
            </a:r>
          </a:p>
        </p:txBody>
      </p:sp>
    </p:spTree>
    <p:extLst>
      <p:ext uri="{BB962C8B-B14F-4D97-AF65-F5344CB8AC3E}">
        <p14:creationId xmlns:p14="http://schemas.microsoft.com/office/powerpoint/2010/main" val="1648506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9AB71-5B51-4575-8ED2-E24CCFD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[[1,3],[2,4]]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5C5E3-7DF6-410E-9B4B-EB4CA6F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3/14</a:t>
            </a:r>
          </a:p>
        </p:txBody>
      </p:sp>
    </p:spTree>
    <p:extLst>
      <p:ext uri="{BB962C8B-B14F-4D97-AF65-F5344CB8AC3E}">
        <p14:creationId xmlns:p14="http://schemas.microsoft.com/office/powerpoint/2010/main" val="96371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1CCA1-1253-45FA-ABA6-763670B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F6ED4-2D93-4F2E-8FF3-5B48FB49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DE534-3E1E-4E11-950E-B62A1D8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4/14</a:t>
            </a:r>
          </a:p>
        </p:txBody>
      </p:sp>
    </p:spTree>
    <p:extLst>
      <p:ext uri="{BB962C8B-B14F-4D97-AF65-F5344CB8AC3E}">
        <p14:creationId xmlns:p14="http://schemas.microsoft.com/office/powerpoint/2010/main" val="1051979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5C599-D657-419B-80EA-545805F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09F9B-2EF8-4C33-BF27-962067D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load_digits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digits=load_digits();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X=torch.tensor(digits.images[:200]/16,dtype=torch.float32).unsqueeze(1)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y=torch.tensor(digits.target[:200],dtype=torch.long)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model=nn.Sequential(nn.Conv2d(1,8,3,padding=1),nn.ReLU(),nn.MaxPool2d(2),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nn.Flatten(),nn.Linear(8*4*4,10))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optimizer=torch.optim.Adam(model.parameters(),lr=.02)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step in range(20):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optimizer.zero_grad(); logits=model(X)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loss=nn.CrossEntropyLoss()(logits,y); loss.backward(); optimizer.step()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ADA9-B5FF-48FB-AA8D-5AB57B1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B4F2B-53D9-44D1-BCD2-C394A6C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4.2 · 5/14</a:t>
            </a:r>
          </a:p>
        </p:txBody>
      </p:sp>
    </p:spTree>
    <p:extLst>
      <p:ext uri="{BB962C8B-B14F-4D97-AF65-F5344CB8AC3E}">
        <p14:creationId xmlns:p14="http://schemas.microsoft.com/office/powerpoint/2010/main" val="522673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D26C5-FF2F-44C4-A442-6E75F7CA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E8BFE-79C4-4D82-92EE-3CA3493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 pred=model(X).argmax(1)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print("Input:",tuple(X.shape),"logits:",tuple(logits.shape))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print("Training accuracy:",round((pred==y).float().mean().item(),4))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Accuracy trên train chỉ kiểm loop; muốn so model cần split độc lập.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AA3BA-7A4E-46BA-9EB0-FD2DAD3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FD5B6-808E-4F39-9D80-E6756EB4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4.2 · 6/14</a:t>
            </a:r>
          </a:p>
        </p:txBody>
      </p:sp>
    </p:spTree>
    <p:extLst>
      <p:ext uri="{BB962C8B-B14F-4D97-AF65-F5344CB8AC3E}">
        <p14:creationId xmlns:p14="http://schemas.microsoft.com/office/powerpoint/2010/main" val="1023665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FFF5-9720-49E6-BB14-C6DE81F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21AA-2A45-45BD-BD36-6EE79812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Input: (200, 1, 8, 8) logits: (200, 10)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Training accuracy: 0.97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37FF9-5CC4-4320-A486-D9E948F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7/14</a:t>
            </a:r>
          </a:p>
        </p:txBody>
      </p:sp>
    </p:spTree>
    <p:extLst>
      <p:ext uri="{BB962C8B-B14F-4D97-AF65-F5344CB8AC3E}">
        <p14:creationId xmlns:p14="http://schemas.microsoft.com/office/powerpoint/2010/main" val="42968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A4D91-CC7B-4C26-8D34-A26403A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D4C46-ABDD-43F2-88DE-FC80E1F3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Flatten size sai thường chỉ lộ khi đổi resolution.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A30D2-C0CB-41B0-9DBF-16819DC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vector length saupool ảnh8× 8 có 8channels.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B9FB7-2D05-400D-9147-38EAA6E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8/14</a:t>
            </a:r>
          </a:p>
        </p:txBody>
      </p:sp>
    </p:spTree>
    <p:extLst>
      <p:ext uri="{BB962C8B-B14F-4D97-AF65-F5344CB8AC3E}">
        <p14:creationId xmlns:p14="http://schemas.microsoft.com/office/powerpoint/2010/main" val="2066254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9E805-F301-460A-ADD3-4E5A332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7E1E7-2CE0-4FE1-81A3-74A7B13A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Max pool kíchthước kxk, stride=k, bỏphần dư.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[[1,3],[2,4]]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54612-4ADA-4600-82BF-5E655BF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9/14</a:t>
            </a:r>
          </a:p>
        </p:txBody>
      </p:sp>
    </p:spTree>
    <p:extLst>
      <p:ext uri="{BB962C8B-B14F-4D97-AF65-F5344CB8AC3E}">
        <p14:creationId xmlns:p14="http://schemas.microsoft.com/office/powerpoint/2010/main" val="702716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CC31-95CA-401B-87F8-FC2F59A6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892A7-B7A4-42D3-90C4-CDB8E787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parameter count Linear(in, out), gồm bias nếuuse_bias=true.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use_bias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DA5D4-9806-429A-990F-9E8F1A12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10/14</a:t>
            </a:r>
          </a:p>
        </p:txBody>
      </p:sp>
    </p:spTree>
    <p:extLst>
      <p:ext uri="{BB962C8B-B14F-4D97-AF65-F5344CB8AC3E}">
        <p14:creationId xmlns:p14="http://schemas.microsoft.com/office/powerpoint/2010/main" val="1714635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F6ED4-F0C1-4573-AA76-FCF626B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ED7FB-4BC3-437C-952B-892D79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Max pool kíchthước kxk, stride=k, bỏphần dư.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10D56-34CF-4607-B9C8-01AC5A45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image: matrix;1&lt;=k&lt;=min(H, W).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E8206-6D05-4D10-B8B5-3D28A11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6CD8-9F4B-4142-A57F-B302303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11/14</a:t>
            </a:r>
          </a:p>
        </p:txBody>
      </p:sp>
    </p:spTree>
    <p:extLst>
      <p:ext uri="{BB962C8B-B14F-4D97-AF65-F5344CB8AC3E}">
        <p14:creationId xmlns:p14="http://schemas.microsoft.com/office/powerpoint/2010/main" val="560924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7AAAD-89D7-45B6-8C4E-DC61691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D101-A05B-4EE4-9FB7-3E6EF08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parameter count Linear(in, out), gồm bias nếuuse_bias=true.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3FFEF-B538-4AF1-9848-E1EFC3F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in/out positiveintegers; use_bias: boolean.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75BBE-FCA1-4190-94AD-EF27C8B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6BBF7-DA7B-4584-BCF4-B00F41E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12/14</a:t>
            </a:r>
          </a:p>
        </p:txBody>
      </p:sp>
    </p:spTree>
    <p:extLst>
      <p:ext uri="{BB962C8B-B14F-4D97-AF65-F5344CB8AC3E}">
        <p14:creationId xmlns:p14="http://schemas.microsoft.com/office/powerpoint/2010/main" val="20625672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05560-47DE-481F-9FB2-A0ABE8A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A0A8B-46AA-4E61-8A1C-91EE2AE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CNN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8F295-495A-4EBC-BBC4-600E235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97B12-B746-403E-92CB-573DC8B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15005-4C5A-488D-87D5-B3E9F3F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6D12D-E57E-46B0-8494-4F308BC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13/14</a:t>
            </a:r>
          </a:p>
        </p:txBody>
      </p:sp>
    </p:spTree>
    <p:extLst>
      <p:ext uri="{BB962C8B-B14F-4D97-AF65-F5344CB8AC3E}">
        <p14:creationId xmlns:p14="http://schemas.microsoft.com/office/powerpoint/2010/main" val="8856649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E290D-2772-4FF7-8355-314A4A2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A6512-D815-40CD-BC27-59C20E49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vector length saupool ảnh8× 8 có 8channels.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A824-DBEB-437F-A8B2-E8D7970C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34–35.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A8D66-529E-4D7E-ACAE-F79E9BB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35.2 Bài tập: phần lập trình và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9AE6F-0435-4070-A1F0-0FBAB24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4.2 · 14/14</a:t>
            </a:r>
          </a:p>
        </p:txBody>
      </p:sp>
    </p:spTree>
    <p:extLst>
      <p:ext uri="{BB962C8B-B14F-4D97-AF65-F5344CB8AC3E}">
        <p14:creationId xmlns:p14="http://schemas.microsoft.com/office/powerpoint/2010/main" val="100459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2026-10-01T09:00:25.8400000Z</dcterms:created>
  <dcterms:modified xsi:type="dcterms:W3CDTF">2026-10-01T09:00:25.8400000Z</dcterms:modified>
</coreProperties>
</file>