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0b529f7cdf4cab" /><Relationship Type="http://schemas.openxmlformats.org/officeDocument/2006/relationships/extended-properties" Target="/docProps/app.xml" Id="R333a2a770e5642d1" /><Relationship Type="http://schemas.openxmlformats.org/officeDocument/2006/relationships/officeDocument" Target="/ppt/presentation.xml" Id="R8bde1664240e4b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7f0ac5e714449"/>
  </p:sldMasterIdLst>
  <p:notesMasterIdLst>
    <p:notesMasterId xmlns:r="http://schemas.openxmlformats.org/officeDocument/2006/relationships" r:id="Rc98772e6783747d2"/>
  </p:notesMasterIdLst>
  <p:sldIdLst>
    <p:sldId xmlns:r="http://schemas.openxmlformats.org/officeDocument/2006/relationships" id="256" r:id="R6388c4ac68e64684"/>
    <p:sldId xmlns:r="http://schemas.openxmlformats.org/officeDocument/2006/relationships" id="257" r:id="R9437153daa4d4c0a"/>
    <p:sldId xmlns:r="http://schemas.openxmlformats.org/officeDocument/2006/relationships" id="258" r:id="R280f53897d144d57"/>
    <p:sldId xmlns:r="http://schemas.openxmlformats.org/officeDocument/2006/relationships" id="259" r:id="R996c7bf54e0d4cd2"/>
    <p:sldId xmlns:r="http://schemas.openxmlformats.org/officeDocument/2006/relationships" id="260" r:id="R5bc64535a90b41c4"/>
    <p:sldId xmlns:r="http://schemas.openxmlformats.org/officeDocument/2006/relationships" id="261" r:id="R27d04a83765f4483"/>
    <p:sldId xmlns:r="http://schemas.openxmlformats.org/officeDocument/2006/relationships" id="262" r:id="Rf321ef996bb74997"/>
    <p:sldId xmlns:r="http://schemas.openxmlformats.org/officeDocument/2006/relationships" id="263" r:id="R9da8e515dbef4045"/>
    <p:sldId xmlns:r="http://schemas.openxmlformats.org/officeDocument/2006/relationships" id="264" r:id="Rb1b4a1d259f04401"/>
    <p:sldId xmlns:r="http://schemas.openxmlformats.org/officeDocument/2006/relationships" id="265" r:id="R5b36c637ce5c4a8f"/>
    <p:sldId xmlns:r="http://schemas.openxmlformats.org/officeDocument/2006/relationships" id="266" r:id="R0457124f3a354300"/>
    <p:sldId xmlns:r="http://schemas.openxmlformats.org/officeDocument/2006/relationships" id="267" r:id="R3cf735ef579c43ec"/>
    <p:sldId xmlns:r="http://schemas.openxmlformats.org/officeDocument/2006/relationships" id="268" r:id="R32adfa1be4f743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e4a6df408d4c33" /><Relationship Type="http://schemas.openxmlformats.org/officeDocument/2006/relationships/slideMaster" Target="/ppt/slideMasters/slideMaster1.xml" Id="Re1f7f0ac5e714449" /><Relationship Type="http://schemas.openxmlformats.org/officeDocument/2006/relationships/notesMaster" Target="/ppt/notesMasters/notesMaster1.xml" Id="Rc98772e6783747d2" /><Relationship Type="http://schemas.openxmlformats.org/officeDocument/2006/relationships/presProps" Target="/ppt/presProps.xml" Id="Rcfdcafc328024a55" /><Relationship Type="http://schemas.openxmlformats.org/officeDocument/2006/relationships/tableStyles" Target="/ppt/tableStyles.xml" Id="Rc722aad27f764766" /><Relationship Type="http://schemas.openxmlformats.org/officeDocument/2006/relationships/slide" Target="/ppt/slides/slide1.xml" Id="R6388c4ac68e64684" /><Relationship Type="http://schemas.openxmlformats.org/officeDocument/2006/relationships/slide" Target="/ppt/slides/slide2.xml" Id="R9437153daa4d4c0a" /><Relationship Type="http://schemas.openxmlformats.org/officeDocument/2006/relationships/slide" Target="/ppt/slides/slide3.xml" Id="R280f53897d144d57" /><Relationship Type="http://schemas.openxmlformats.org/officeDocument/2006/relationships/slide" Target="/ppt/slides/slide4.xml" Id="R996c7bf54e0d4cd2" /><Relationship Type="http://schemas.openxmlformats.org/officeDocument/2006/relationships/slide" Target="/ppt/slides/slide5.xml" Id="R5bc64535a90b41c4" /><Relationship Type="http://schemas.openxmlformats.org/officeDocument/2006/relationships/slide" Target="/ppt/slides/slide6.xml" Id="R27d04a83765f4483" /><Relationship Type="http://schemas.openxmlformats.org/officeDocument/2006/relationships/slide" Target="/ppt/slides/slide7.xml" Id="Rf321ef996bb74997" /><Relationship Type="http://schemas.openxmlformats.org/officeDocument/2006/relationships/slide" Target="/ppt/slides/slide8.xml" Id="R9da8e515dbef4045" /><Relationship Type="http://schemas.openxmlformats.org/officeDocument/2006/relationships/slide" Target="/ppt/slides/slide9.xml" Id="Rb1b4a1d259f04401" /><Relationship Type="http://schemas.openxmlformats.org/officeDocument/2006/relationships/slide" Target="/ppt/slides/slide10.xml" Id="R5b36c637ce5c4a8f" /><Relationship Type="http://schemas.openxmlformats.org/officeDocument/2006/relationships/slide" Target="/ppt/slides/slide11.xml" Id="R0457124f3a354300" /><Relationship Type="http://schemas.openxmlformats.org/officeDocument/2006/relationships/slide" Target="/ppt/slides/slide12.xml" Id="R3cf735ef579c43ec" /><Relationship Type="http://schemas.openxmlformats.org/officeDocument/2006/relationships/slide" Target="/ppt/slides/slide13.xml" Id="R32adfa1be4f743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b3690fd5b849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3274ef2d64035" /><Relationship Type="http://schemas.openxmlformats.org/officeDocument/2006/relationships/notesMaster" Target="/ppt/notesMasters/notesMaster1.xml" Id="R0d649e6996a740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04d893783f4664" /><Relationship Type="http://schemas.openxmlformats.org/officeDocument/2006/relationships/notesMaster" Target="/ppt/notesMasters/notesMaster1.xml" Id="R1a87ac2bf0fd4e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6bd499b074434c" /><Relationship Type="http://schemas.openxmlformats.org/officeDocument/2006/relationships/notesMaster" Target="/ppt/notesMasters/notesMaster1.xml" Id="Ra430c66f719f4a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3e7287b0424892" /><Relationship Type="http://schemas.openxmlformats.org/officeDocument/2006/relationships/notesMaster" Target="/ppt/notesMasters/notesMaster1.xml" Id="Rce1cfc831b13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e01334b4a348f8" /><Relationship Type="http://schemas.openxmlformats.org/officeDocument/2006/relationships/notesMaster" Target="/ppt/notesMasters/notesMaster1.xml" Id="Rb7e9bd20be664e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67a3e4f8d843c9" /><Relationship Type="http://schemas.openxmlformats.org/officeDocument/2006/relationships/notesMaster" Target="/ppt/notesMasters/notesMaster1.xml" Id="R2580564bf861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f86a04c72a4e29" /><Relationship Type="http://schemas.openxmlformats.org/officeDocument/2006/relationships/notesMaster" Target="/ppt/notesMasters/notesMaster1.xml" Id="Rc697c211b4a946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cc1448a3324992" /><Relationship Type="http://schemas.openxmlformats.org/officeDocument/2006/relationships/notesMaster" Target="/ppt/notesMasters/notesMaster1.xml" Id="Rdecc0d63db494a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b0e71fdc284736" /><Relationship Type="http://schemas.openxmlformats.org/officeDocument/2006/relationships/notesMaster" Target="/ppt/notesMasters/notesMaster1.xml" Id="R0382c9e634a745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bc5e8216a0450d" /><Relationship Type="http://schemas.openxmlformats.org/officeDocument/2006/relationships/notesMaster" Target="/ppt/notesMasters/notesMaster1.xml" Id="Rc529df190c2f4d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b0d12eb3994e17" /><Relationship Type="http://schemas.openxmlformats.org/officeDocument/2006/relationships/notesMaster" Target="/ppt/notesMasters/notesMaster1.xml" Id="R71e57ba6e4c34d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21e0c75d584734" /><Relationship Type="http://schemas.openxmlformats.org/officeDocument/2006/relationships/notesMaster" Target="/ppt/notesMasters/notesMaster1.xml" Id="R9aaa9c157a574e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c12ef021e6473e" /><Relationship Type="http://schemas.openxmlformats.org/officeDocument/2006/relationships/notesMaster" Target="/ppt/notesMasters/notesMaster1.xml" Id="Ra2303ca629ea41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12.2.. AIO 12.2 thực hành thuật toán KNN, 12.4 trắc nghiệm; NT 9.6 phần KNN.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0.7071067811865475</a:t>
            </a:r>
          </a:p>
          <a:p xmlns:a="http://schemas.openxmlformats.org/drawingml/2006/main">
            <a:r>
              <a:t>Tham khảo: AIO 12.2.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</a:t>
            </a:r>
          </a:p>
          <a:p xmlns:a="http://schemas.openxmlformats.org/drawingml/2006/main">
            <a:r>
              <a:t>Tham khảo: AIO 12.2.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2.4: K-Nearest Neighbors</a:t>
            </a:r>
          </a:p>
          <a:p xmlns:a="http://schemas.openxmlformats.org/drawingml/2006/main">
            <a:r>
              <a:t>Nguồn giáo trình: AIO 12.2.</a:t>
            </a:r>
          </a:p>
          <a:p xmlns:a="http://schemas.openxmlformats.org/drawingml/2006/main">
            <a:r>
              <a:t>Bài tiếp theo trong nguồn: AIO 12.2 thực hành thuật toán KNN, 12.4 trắc nghiệm; NT 9.6 phần KNN.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0f011c5f540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3e52e097804d8b" /><Relationship Type="http://schemas.openxmlformats.org/officeDocument/2006/relationships/slideLayout" Target="/ppt/slideLayouts/slideLayout1.xml" Id="Rbc704ed2613d42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704ed2613d42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7e8fd8a87462e" /><Relationship Type="http://schemas.openxmlformats.org/officeDocument/2006/relationships/notesSlide" Target="/ppt/notesSlides/notesSlide1.xml" Id="R6527118b76d246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33f8c63354e2d" /><Relationship Type="http://schemas.openxmlformats.org/officeDocument/2006/relationships/notesSlide" Target="/ppt/notesSlides/notesSlide2.xml" Id="R34d62c65d6f941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8ef5145814042" /><Relationship Type="http://schemas.openxmlformats.org/officeDocument/2006/relationships/notesSlide" Target="/ppt/notesSlides/notesSlide3.xml" Id="R5646769a23bb4b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6d8dfd99c4837" /><Relationship Type="http://schemas.openxmlformats.org/officeDocument/2006/relationships/notesSlide" Target="/ppt/notesSlides/notesSlide4.xml" Id="Red746da62cf742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52065045e437a" /><Relationship Type="http://schemas.openxmlformats.org/officeDocument/2006/relationships/notesSlide" Target="/ppt/notesSlides/notesSlide5.xml" Id="Rb32744db15b545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6f477c8064006" /><Relationship Type="http://schemas.openxmlformats.org/officeDocument/2006/relationships/notesSlide" Target="/ppt/notesSlides/notesSlide6.xml" Id="Rc16bc9bf04e541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a43b321d249bd" /><Relationship Type="http://schemas.openxmlformats.org/officeDocument/2006/relationships/notesSlide" Target="/ppt/notesSlides/notesSlide7.xml" Id="R98682921fcd44a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cf13e3ddc45a1" /><Relationship Type="http://schemas.openxmlformats.org/officeDocument/2006/relationships/notesSlide" Target="/ppt/notesSlides/notesSlide8.xml" Id="Rc12b2c38ceaf49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da260b80843db" /><Relationship Type="http://schemas.openxmlformats.org/officeDocument/2006/relationships/notesSlide" Target="/ppt/notesSlides/notesSlide9.xml" Id="R0609242d6b8f44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5802463834044" /><Relationship Type="http://schemas.openxmlformats.org/officeDocument/2006/relationships/notesSlide" Target="/ppt/notesSlides/notesSlide10.xml" Id="R1a7ce1a246f848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d91c6f22648f2" /><Relationship Type="http://schemas.openxmlformats.org/officeDocument/2006/relationships/notesSlide" Target="/ppt/notesSlides/notesSlide11.xml" Id="Rf08de345c7454d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ab0d443d14c21" /><Relationship Type="http://schemas.openxmlformats.org/officeDocument/2006/relationships/notesSlide" Target="/ppt/notesSlides/notesSlide12.xml" Id="Rafc7b79ab24440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5dae254ba4276" /><Relationship Type="http://schemas.openxmlformats.org/officeDocument/2006/relationships/notesSlide" Target="/ppt/notesSlides/notesSlide13.xml" Id="R08f195fe2bcc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E082A-5169-4D9E-9DF2-D1122CCD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10885-D52F-485B-8F50-7E6D9866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K-Nearest Neighbors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5971B-8089-464F-98E0-F3AE4C58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Đổi đơn vị một feature có làm đổi hàng xóm gần nhất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FA733-FCFC-490E-AEA9-38FDAED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1/13</a:t>
            </a:r>
          </a:p>
        </p:txBody>
      </p:sp>
    </p:spTree>
    <p:extLst>
      <p:ext uri="{BB962C8B-B14F-4D97-AF65-F5344CB8AC3E}">
        <p14:creationId xmlns:p14="http://schemas.microsoft.com/office/powerpoint/2010/main" val="980163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AA17E-FE75-4F18-8A57-804DA92A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9611C-4CDF-40AD-87AE-5ECEDBA3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kNN tìm k mẫu gần query và bỏ phiếu hoặc lấy trung bình.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3F5F4-C9FB-42B8-916C-F3F6BB1C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Khoảng cách phụ thuộc scale features; cần preprocessing học từ 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55734-6A96-4DFA-B9CB-015A8E07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 nhỏ nhạy chi tiết; k lớn có thể làm mờ ranh giới.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6917C-1ED1-4BD9-AB98-65540A08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distance²(x,q)=sum_j(x_j-q_j)²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21332-E024-44AE-B6EA-9A83435E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2/13</a:t>
            </a:r>
          </a:p>
        </p:txBody>
      </p:sp>
    </p:spTree>
    <p:extLst>
      <p:ext uri="{BB962C8B-B14F-4D97-AF65-F5344CB8AC3E}">
        <p14:creationId xmlns:p14="http://schemas.microsoft.com/office/powerpoint/2010/main" val="1405748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2774D-F106-43C8-9F32-12DAD523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7A63D-85CE-4ECA-A1D7-D616CB60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3/13</a:t>
            </a:r>
          </a:p>
        </p:txBody>
      </p:sp>
    </p:spTree>
    <p:extLst>
      <p:ext uri="{BB962C8B-B14F-4D97-AF65-F5344CB8AC3E}">
        <p14:creationId xmlns:p14="http://schemas.microsoft.com/office/powerpoint/2010/main" val="1876242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6074E-314D-4BFA-9E02-48CC0C6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7BE94-7935-42D0-B2C5-E86554F2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0.707107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98E3B-913E-4D4C-8F8C-B7DB54F1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4/13</a:t>
            </a:r>
          </a:p>
        </p:txBody>
      </p:sp>
    </p:spTree>
    <p:extLst>
      <p:ext uri="{BB962C8B-B14F-4D97-AF65-F5344CB8AC3E}">
        <p14:creationId xmlns:p14="http://schemas.microsoft.com/office/powerpoint/2010/main" val="1377122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B41BB-E256-434E-8C14-E3527E92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16268-D607-4F26-A1F6-8327272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sklearn.neighbors import KNeighborsClassifier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np.array([[0],[2],[10]],dtype=float)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np.array([0,0,1])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query = np.array([[3.0]])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k in [1,3]: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 = KNeighborsClassifier(n_neighbors=k).fit(X,y)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distance,index = model.kneighbors(query)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print("k",k,"neighbors",index[0].tolist(),"distance",distance[0].tolist())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print("class:",int(model.predict(query)[0]))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KNeighborsClassifier(1).fit(X,y).predict(query)[0]==0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FEF69-A3BF-4DB2-81BE-05250214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7E7A0-3C00-4443-B2D8-766B490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2.4 · 5/13</a:t>
            </a:r>
          </a:p>
        </p:txBody>
      </p:sp>
    </p:spTree>
    <p:extLst>
      <p:ext uri="{BB962C8B-B14F-4D97-AF65-F5344CB8AC3E}">
        <p14:creationId xmlns:p14="http://schemas.microsoft.com/office/powerpoint/2010/main" val="857909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B47B4-AAD0-4E28-8C7B-EA1A71D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E4E24-6597-49EB-96DB-D01AC2BF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k 1 neighbors [1] distance [1.0]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class: 0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k 3 neighbors [1, 0, 2] distance [1.0, 3.0, 7.0]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class: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2E170-C7BF-4EC3-B4F6-DD168AF0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6/13</a:t>
            </a:r>
          </a:p>
        </p:txBody>
      </p:sp>
    </p:spTree>
    <p:extLst>
      <p:ext uri="{BB962C8B-B14F-4D97-AF65-F5344CB8AC3E}">
        <p14:creationId xmlns:p14="http://schemas.microsoft.com/office/powerpoint/2010/main" val="1960338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7E926-2363-4522-9717-90DE048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8E92B-231B-46FD-8DA1-1CFB210F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Ties cần quy ước; fit kNN nhẹ nhưng predict có thể tốn thời gian.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970AD-56EF-4FFD-B2E5-133A3546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distances từ query3 đến0,2,10; so k1 vàk3.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7DE8D-023D-480C-822C-1A06143C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7/13</a:t>
            </a:r>
          </a:p>
        </p:txBody>
      </p:sp>
    </p:spTree>
    <p:extLst>
      <p:ext uri="{BB962C8B-B14F-4D97-AF65-F5344CB8AC3E}">
        <p14:creationId xmlns:p14="http://schemas.microsoft.com/office/powerpoint/2010/main" val="1999491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ED48E-CDF6-4352-B375-71FE593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563AA-C12F-4731-8DAF-2ECDD256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cosine của hai vector; có norm0 thì trả 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0F9C5-2CD1-4A0A-BA02-5CD3E8B6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8/13</a:t>
            </a:r>
          </a:p>
        </p:txBody>
      </p:sp>
    </p:spTree>
    <p:extLst>
      <p:ext uri="{BB962C8B-B14F-4D97-AF65-F5344CB8AC3E}">
        <p14:creationId xmlns:p14="http://schemas.microsoft.com/office/powerpoint/2010/main" val="7112190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46CB5-2B27-436E-876A-51599BAF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2E188-9D55-42C3-8C86-4ABEDE6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Euclidean squared, ties neighbor theo index nhỏ; k voters, ties label nhỏ.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[[0],[2],[10]]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7297B-B0C8-4DCD-BC1D-F8A591B6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9/13</a:t>
            </a:r>
          </a:p>
        </p:txBody>
      </p:sp>
    </p:spTree>
    <p:extLst>
      <p:ext uri="{BB962C8B-B14F-4D97-AF65-F5344CB8AC3E}">
        <p14:creationId xmlns:p14="http://schemas.microsoft.com/office/powerpoint/2010/main" val="1526528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E4DA0-0E27-4025-8965-A44038A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51DAE-2E4A-4988-8023-5106C2AB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cosine của hai vector; có norm0 thì trả 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84C39-5313-4CE4-8D23-2C1A7FC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list số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22162-0E83-4103-B79F-D4B40C39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B5CC5-C008-4D0C-A2F4-C7B82BFD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10/13</a:t>
            </a:r>
          </a:p>
        </p:txBody>
      </p:sp>
    </p:spTree>
    <p:extLst>
      <p:ext uri="{BB962C8B-B14F-4D97-AF65-F5344CB8AC3E}">
        <p14:creationId xmlns:p14="http://schemas.microsoft.com/office/powerpoint/2010/main" val="8450942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F7B77-F38A-4456-AA1A-C343B7E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331ED-702E-46EC-8CB9-84C0BAC1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Euclidean squared, ties neighbor theo index nhỏ; k voters, ties label nhỏ.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17D68-89D0-4D73-9567-8CCC683E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nxd; y: n integer; query: d;1&lt;=k&lt;=n.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90C76-6D33-49F9-95CB-8966D1DE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68FD7-785B-456B-8BB3-A37D0FA1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11/13</a:t>
            </a:r>
          </a:p>
        </p:txBody>
      </p:sp>
    </p:spTree>
    <p:extLst>
      <p:ext uri="{BB962C8B-B14F-4D97-AF65-F5344CB8AC3E}">
        <p14:creationId xmlns:p14="http://schemas.microsoft.com/office/powerpoint/2010/main" val="537476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3BE95-1F78-4DD3-A60F-4B0A375C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4F0D1-F115-45B6-9B9B-75480DB8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kNN trên dữ liệu nhiều thang đo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DA935-57C5-48BE-852A-1B1F63B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5A45E-0E62-4E74-BF8F-8A0BA8D8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F1830-96FF-4229-8EDD-F776D883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78FE4-2EBD-4ACA-903D-D238F85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12/13</a:t>
            </a:r>
          </a:p>
        </p:txBody>
      </p:sp>
    </p:spTree>
    <p:extLst>
      <p:ext uri="{BB962C8B-B14F-4D97-AF65-F5344CB8AC3E}">
        <p14:creationId xmlns:p14="http://schemas.microsoft.com/office/powerpoint/2010/main" val="12724812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26689-73B4-489A-BA42-45B30CE4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D0385-69B7-4848-A2B1-2630975D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distances từ query3 đến0,2,10; so k1 vàk3.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7E0BB-1106-4824-A772-BD53F981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12.2.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11A1F-CFEA-4408-BDE8-A4EC4E83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12.2 thực hành thuật toán KNN, 12.4 trắc nghiệm; NT 9.6 phần KNN.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1C9A-B739-4403-A169-8F8D8BA7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2.4 · 13/13</a:t>
            </a:r>
          </a:p>
        </p:txBody>
      </p:sp>
    </p:spTree>
    <p:extLst>
      <p:ext uri="{BB962C8B-B14F-4D97-AF65-F5344CB8AC3E}">
        <p14:creationId xmlns:p14="http://schemas.microsoft.com/office/powerpoint/2010/main" val="853207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2026-10-01T09:00:37.2020000Z</dcterms:created>
  <dcterms:modified xsi:type="dcterms:W3CDTF">2026-10-01T09:00:37.2020000Z</dcterms:modified>
</coreProperties>
</file>