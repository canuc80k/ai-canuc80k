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5cfdd8929d4190" /><Relationship Type="http://schemas.openxmlformats.org/officeDocument/2006/relationships/extended-properties" Target="/docProps/app.xml" Id="Rfd95874d93824670" /><Relationship Type="http://schemas.openxmlformats.org/officeDocument/2006/relationships/officeDocument" Target="/ppt/presentation.xml" Id="Rc893dc72d3714b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0f7bc852e44baa"/>
  </p:sldMasterIdLst>
  <p:notesMasterIdLst>
    <p:notesMasterId xmlns:r="http://schemas.openxmlformats.org/officeDocument/2006/relationships" r:id="Rde99e312802e4faf"/>
  </p:notesMasterIdLst>
  <p:sldIdLst>
    <p:sldId xmlns:r="http://schemas.openxmlformats.org/officeDocument/2006/relationships" id="256" r:id="R2c0e7106243a4254"/>
    <p:sldId xmlns:r="http://schemas.openxmlformats.org/officeDocument/2006/relationships" id="257" r:id="R4f38e4ea636248da"/>
    <p:sldId xmlns:r="http://schemas.openxmlformats.org/officeDocument/2006/relationships" id="258" r:id="R5de26a093e324f29"/>
    <p:sldId xmlns:r="http://schemas.openxmlformats.org/officeDocument/2006/relationships" id="259" r:id="Re59018d6968a4e7c"/>
    <p:sldId xmlns:r="http://schemas.openxmlformats.org/officeDocument/2006/relationships" id="260" r:id="R5357e1f403a34e90"/>
    <p:sldId xmlns:r="http://schemas.openxmlformats.org/officeDocument/2006/relationships" id="261" r:id="Rab69c9b7ed064825"/>
    <p:sldId xmlns:r="http://schemas.openxmlformats.org/officeDocument/2006/relationships" id="262" r:id="R0b9379f89ee2483b"/>
    <p:sldId xmlns:r="http://schemas.openxmlformats.org/officeDocument/2006/relationships" id="263" r:id="Re1b882d4d53742a2"/>
    <p:sldId xmlns:r="http://schemas.openxmlformats.org/officeDocument/2006/relationships" id="264" r:id="Re40aff8eb1294322"/>
    <p:sldId xmlns:r="http://schemas.openxmlformats.org/officeDocument/2006/relationships" id="265" r:id="R59b3a15948f741bc"/>
    <p:sldId xmlns:r="http://schemas.openxmlformats.org/officeDocument/2006/relationships" id="266" r:id="R36663191b04c44a2"/>
    <p:sldId xmlns:r="http://schemas.openxmlformats.org/officeDocument/2006/relationships" id="267" r:id="R2ce4605ff5eb49c2"/>
    <p:sldId xmlns:r="http://schemas.openxmlformats.org/officeDocument/2006/relationships" id="268" r:id="R6d3c6ee7ed124aad"/>
    <p:sldId xmlns:r="http://schemas.openxmlformats.org/officeDocument/2006/relationships" id="269" r:id="Rf5f77af3905441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777a6375144ba1" /><Relationship Type="http://schemas.openxmlformats.org/officeDocument/2006/relationships/slideMaster" Target="/ppt/slideMasters/slideMaster1.xml" Id="R9d0f7bc852e44baa" /><Relationship Type="http://schemas.openxmlformats.org/officeDocument/2006/relationships/notesMaster" Target="/ppt/notesMasters/notesMaster1.xml" Id="Rde99e312802e4faf" /><Relationship Type="http://schemas.openxmlformats.org/officeDocument/2006/relationships/presProps" Target="/ppt/presProps.xml" Id="R70ce6af1c21241fe" /><Relationship Type="http://schemas.openxmlformats.org/officeDocument/2006/relationships/tableStyles" Target="/ppt/tableStyles.xml" Id="R2bb0457240b44bec" /><Relationship Type="http://schemas.openxmlformats.org/officeDocument/2006/relationships/slide" Target="/ppt/slides/slide1.xml" Id="R2c0e7106243a4254" /><Relationship Type="http://schemas.openxmlformats.org/officeDocument/2006/relationships/slide" Target="/ppt/slides/slide2.xml" Id="R4f38e4ea636248da" /><Relationship Type="http://schemas.openxmlformats.org/officeDocument/2006/relationships/slide" Target="/ppt/slides/slide3.xml" Id="R5de26a093e324f29" /><Relationship Type="http://schemas.openxmlformats.org/officeDocument/2006/relationships/slide" Target="/ppt/slides/slide4.xml" Id="Re59018d6968a4e7c" /><Relationship Type="http://schemas.openxmlformats.org/officeDocument/2006/relationships/slide" Target="/ppt/slides/slide5.xml" Id="R5357e1f403a34e90" /><Relationship Type="http://schemas.openxmlformats.org/officeDocument/2006/relationships/slide" Target="/ppt/slides/slide6.xml" Id="Rab69c9b7ed064825" /><Relationship Type="http://schemas.openxmlformats.org/officeDocument/2006/relationships/slide" Target="/ppt/slides/slide7.xml" Id="R0b9379f89ee2483b" /><Relationship Type="http://schemas.openxmlformats.org/officeDocument/2006/relationships/slide" Target="/ppt/slides/slide8.xml" Id="Re1b882d4d53742a2" /><Relationship Type="http://schemas.openxmlformats.org/officeDocument/2006/relationships/slide" Target="/ppt/slides/slide9.xml" Id="Re40aff8eb1294322" /><Relationship Type="http://schemas.openxmlformats.org/officeDocument/2006/relationships/slide" Target="/ppt/slides/slide10.xml" Id="R59b3a15948f741bc" /><Relationship Type="http://schemas.openxmlformats.org/officeDocument/2006/relationships/slide" Target="/ppt/slides/slide11.xml" Id="R36663191b04c44a2" /><Relationship Type="http://schemas.openxmlformats.org/officeDocument/2006/relationships/slide" Target="/ppt/slides/slide12.xml" Id="R2ce4605ff5eb49c2" /><Relationship Type="http://schemas.openxmlformats.org/officeDocument/2006/relationships/slide" Target="/ppt/slides/slide13.xml" Id="R6d3c6ee7ed124aad" /><Relationship Type="http://schemas.openxmlformats.org/officeDocument/2006/relationships/slide" Target="/ppt/slides/slide14.xml" Id="Rf5f77af3905441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18fcacd51946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d48089ccc44851" /><Relationship Type="http://schemas.openxmlformats.org/officeDocument/2006/relationships/notesMaster" Target="/ppt/notesMasters/notesMaster1.xml" Id="Rbc9fe63ada7641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89dbf777bd40d9" /><Relationship Type="http://schemas.openxmlformats.org/officeDocument/2006/relationships/notesMaster" Target="/ppt/notesMasters/notesMaster1.xml" Id="Re38c3a68baa241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5ea9fb4d514b84" /><Relationship Type="http://schemas.openxmlformats.org/officeDocument/2006/relationships/notesMaster" Target="/ppt/notesMasters/notesMaster1.xml" Id="R2004f4a65ac842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116f6560844f38" /><Relationship Type="http://schemas.openxmlformats.org/officeDocument/2006/relationships/notesMaster" Target="/ppt/notesMasters/notesMaster1.xml" Id="Rcfa91573a5d14e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481d3ee1a34801" /><Relationship Type="http://schemas.openxmlformats.org/officeDocument/2006/relationships/notesMaster" Target="/ppt/notesMasters/notesMaster1.xml" Id="Rdd4ec0ceecb94e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c9f06bbad584a21" /><Relationship Type="http://schemas.openxmlformats.org/officeDocument/2006/relationships/notesMaster" Target="/ppt/notesMasters/notesMaster1.xml" Id="Ra26c45d8fd794a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ef6da336024139" /><Relationship Type="http://schemas.openxmlformats.org/officeDocument/2006/relationships/notesMaster" Target="/ppt/notesMasters/notesMaster1.xml" Id="R4e17e9d759cb48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0b3f38fce24f3b" /><Relationship Type="http://schemas.openxmlformats.org/officeDocument/2006/relationships/notesMaster" Target="/ppt/notesMasters/notesMaster1.xml" Id="R6e3c1bc8e63c40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53e1e78fc242f2" /><Relationship Type="http://schemas.openxmlformats.org/officeDocument/2006/relationships/notesMaster" Target="/ppt/notesMasters/notesMaster1.xml" Id="R97ab83d5dc6b47d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a96e18ef4f43a9" /><Relationship Type="http://schemas.openxmlformats.org/officeDocument/2006/relationships/notesMaster" Target="/ppt/notesMasters/notesMaster1.xml" Id="R700d23800a0d4b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f84419464f4e09" /><Relationship Type="http://schemas.openxmlformats.org/officeDocument/2006/relationships/notesMaster" Target="/ppt/notesMasters/notesMaster1.xml" Id="Rc4e49329a53840c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b8eb5e97d024265" /><Relationship Type="http://schemas.openxmlformats.org/officeDocument/2006/relationships/notesMaster" Target="/ppt/notesMasters/notesMaster1.xml" Id="R406d31b19674408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4b25d1833d14c78" /><Relationship Type="http://schemas.openxmlformats.org/officeDocument/2006/relationships/notesMaster" Target="/ppt/notesMasters/notesMaster1.xml" Id="R70a254d4b24844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5f04b1a83264a69" /><Relationship Type="http://schemas.openxmlformats.org/officeDocument/2006/relationships/notesMaster" Target="/ppt/notesMasters/notesMaster1.xml" Id="Rc157fe9698ac42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AIO 12.3; NT 8.3–8.5.. NT 9.8 phần KMeans/DBSCAN; sklearn “Comparing different clustering algorithms on toy datasets” có code và dữ liệu sẵn.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2.9: K-Means và các phương pháp clustering</a:t>
            </a:r>
          </a:p>
          <a:p xmlns:a="http://schemas.openxmlformats.org/drawingml/2006/main">
            <a:r>
              <a:t>Nguồn giáo trình: AIO 12.3; NT 8.3–8.5.</a:t>
            </a:r>
          </a:p>
          <a:p xmlns:a="http://schemas.openxmlformats.org/drawingml/2006/main">
            <a:r>
              <a:t>Bài tiếp theo trong nguồn: NT 9.8 phần KMeans/DBSCAN; sklearn “Comparing different clustering algorithms on toy datasets” có code và dữ liệu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2.9: K-Means và các phương pháp clustering</a:t>
            </a:r>
          </a:p>
          <a:p xmlns:a="http://schemas.openxmlformats.org/drawingml/2006/main">
            <a:r>
              <a:t>Nguồn giáo trình: AIO 12.3; NT 8.3–8.5.</a:t>
            </a:r>
          </a:p>
          <a:p xmlns:a="http://schemas.openxmlformats.org/drawingml/2006/main">
            <a:r>
              <a:t>Bài tiếp theo trong nguồn: NT 9.8 phần KMeans/DBSCAN; sklearn “Comparing different clustering algorithms on toy datasets” có code và dữ liệu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2.9: K-Means và các phương pháp clustering</a:t>
            </a:r>
          </a:p>
          <a:p xmlns:a="http://schemas.openxmlformats.org/drawingml/2006/main">
            <a:r>
              <a:t>Nguồn giáo trình: AIO 12.3; NT 8.3–8.5.</a:t>
            </a:r>
          </a:p>
          <a:p xmlns:a="http://schemas.openxmlformats.org/drawingml/2006/main">
            <a:r>
              <a:t>Bài tiếp theo trong nguồn: NT 9.8 phần KMeans/DBSCAN; sklearn “Comparing different clustering algorithms on toy datasets” có code và dữ liệu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2.9: K-Means và các phương pháp clustering</a:t>
            </a:r>
          </a:p>
          <a:p xmlns:a="http://schemas.openxmlformats.org/drawingml/2006/main">
            <a:r>
              <a:t>Nguồn giáo trình: AIO 12.3; NT 8.3–8.5.</a:t>
            </a:r>
          </a:p>
          <a:p xmlns:a="http://schemas.openxmlformats.org/drawingml/2006/main">
            <a:r>
              <a:t>Bài tiếp theo trong nguồn: NT 9.8 phần KMeans/DBSCAN; sklearn “Comparing different clustering algorithms on toy datasets” có code và dữ liệu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2.9: K-Means và các phương pháp clustering</a:t>
            </a:r>
          </a:p>
          <a:p xmlns:a="http://schemas.openxmlformats.org/drawingml/2006/main">
            <a:r>
              <a:t>Nguồn giáo trình: AIO 12.3; NT 8.3–8.5.</a:t>
            </a:r>
          </a:p>
          <a:p xmlns:a="http://schemas.openxmlformats.org/drawingml/2006/main">
            <a:r>
              <a:t>Bài tiếp theo trong nguồn: NT 9.8 phần KMeans/DBSCAN; sklearn “Comparing different clustering algorithms on toy datasets” có code và dữ liệu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2.9: K-Means và các phương pháp clustering</a:t>
            </a:r>
          </a:p>
          <a:p xmlns:a="http://schemas.openxmlformats.org/drawingml/2006/main">
            <a:r>
              <a:t>Nguồn giáo trình: AIO 12.3; NT 8.3–8.5.</a:t>
            </a:r>
          </a:p>
          <a:p xmlns:a="http://schemas.openxmlformats.org/drawingml/2006/main">
            <a:r>
              <a:t>Bài tiếp theo trong nguồn: NT 9.8 phần KMeans/DBSCAN; sklearn “Comparing different clustering algorithms on toy datasets” có code và dữ liệu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2.9: K-Means và các phương pháp clustering</a:t>
            </a:r>
          </a:p>
          <a:p xmlns:a="http://schemas.openxmlformats.org/drawingml/2006/main">
            <a:r>
              <a:t>Nguồn giáo trình: AIO 12.3; NT 8.3–8.5.</a:t>
            </a:r>
          </a:p>
          <a:p xmlns:a="http://schemas.openxmlformats.org/drawingml/2006/main">
            <a:r>
              <a:t>Bài tiếp theo trong nguồn: NT 9.8 phần KMeans/DBSCAN; sklearn “Comparing different clustering algorithms on toy datasets” có code và dữ liệu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[[1],[9]]</a:t>
            </a:r>
          </a:p>
          <a:p xmlns:a="http://schemas.openxmlformats.org/drawingml/2006/main">
            <a:r>
              <a:t>Tham khảo: AIO 12.3; NT 8.3–8.5.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4</a:t>
            </a:r>
          </a:p>
          <a:p xmlns:a="http://schemas.openxmlformats.org/drawingml/2006/main">
            <a:r>
              <a:t>Tham khảo: AIO 12.3; NT 8.3–8.5.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2.9: K-Means và các phương pháp clustering</a:t>
            </a:r>
          </a:p>
          <a:p xmlns:a="http://schemas.openxmlformats.org/drawingml/2006/main">
            <a:r>
              <a:t>Nguồn giáo trình: AIO 12.3; NT 8.3–8.5.</a:t>
            </a:r>
          </a:p>
          <a:p xmlns:a="http://schemas.openxmlformats.org/drawingml/2006/main">
            <a:r>
              <a:t>Bài tiếp theo trong nguồn: NT 9.8 phần KMeans/DBSCAN; sklearn “Comparing different clustering algorithms on toy datasets” có code và dữ liệu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2.9: K-Means và các phương pháp clustering</a:t>
            </a:r>
          </a:p>
          <a:p xmlns:a="http://schemas.openxmlformats.org/drawingml/2006/main">
            <a:r>
              <a:t>Nguồn giáo trình: AIO 12.3; NT 8.3–8.5.</a:t>
            </a:r>
          </a:p>
          <a:p xmlns:a="http://schemas.openxmlformats.org/drawingml/2006/main">
            <a:r>
              <a:t>Bài tiếp theo trong nguồn: NT 9.8 phần KMeans/DBSCAN; sklearn “Comparing different clustering algorithms on toy datasets” có code và dữ liệu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2.9: K-Means và các phương pháp clustering</a:t>
            </a:r>
          </a:p>
          <a:p xmlns:a="http://schemas.openxmlformats.org/drawingml/2006/main">
            <a:r>
              <a:t>Nguồn giáo trình: AIO 12.3; NT 8.3–8.5.</a:t>
            </a:r>
          </a:p>
          <a:p xmlns:a="http://schemas.openxmlformats.org/drawingml/2006/main">
            <a:r>
              <a:t>Bài tiếp theo trong nguồn: NT 9.8 phần KMeans/DBSCAN; sklearn “Comparing different clustering algorithms on toy datasets” có code và dữ liệu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2.9: K-Means và các phương pháp clustering</a:t>
            </a:r>
          </a:p>
          <a:p xmlns:a="http://schemas.openxmlformats.org/drawingml/2006/main">
            <a:r>
              <a:t>Nguồn giáo trình: AIO 12.3; NT 8.3–8.5.</a:t>
            </a:r>
          </a:p>
          <a:p xmlns:a="http://schemas.openxmlformats.org/drawingml/2006/main">
            <a:r>
              <a:t>Bài tiếp theo trong nguồn: NT 9.8 phần KMeans/DBSCAN; sklearn “Comparing different clustering algorithms on toy datasets” có code và dữ liệu sẵn.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09ac9b5981493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4ea8a1e13e46b1" /><Relationship Type="http://schemas.openxmlformats.org/officeDocument/2006/relationships/slideLayout" Target="/ppt/slideLayouts/slideLayout1.xml" Id="Rea122e9a30874a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122e9a30874a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45440d698f4088" /><Relationship Type="http://schemas.openxmlformats.org/officeDocument/2006/relationships/notesSlide" Target="/ppt/notesSlides/notesSlide1.xml" Id="R54c6ce01fbfe4d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d6242d91e4f0b" /><Relationship Type="http://schemas.openxmlformats.org/officeDocument/2006/relationships/notesSlide" Target="/ppt/notesSlides/notesSlide2.xml" Id="R5b8a13958b894b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682fe03d8447a" /><Relationship Type="http://schemas.openxmlformats.org/officeDocument/2006/relationships/notesSlide" Target="/ppt/notesSlides/notesSlide3.xml" Id="R7901828bd6dd4e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47d1248d54523" /><Relationship Type="http://schemas.openxmlformats.org/officeDocument/2006/relationships/notesSlide" Target="/ppt/notesSlides/notesSlide4.xml" Id="R6087e5579b0e42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b2c2f47914b82" /><Relationship Type="http://schemas.openxmlformats.org/officeDocument/2006/relationships/notesSlide" Target="/ppt/notesSlides/notesSlide5.xml" Id="Rf6d19ab7ee8541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ecdc99ff34db6" /><Relationship Type="http://schemas.openxmlformats.org/officeDocument/2006/relationships/notesSlide" Target="/ppt/notesSlides/notesSlide6.xml" Id="R31d4ed4c78284f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fa331c2c64d50" /><Relationship Type="http://schemas.openxmlformats.org/officeDocument/2006/relationships/notesSlide" Target="/ppt/notesSlides/notesSlide7.xml" Id="Rfff18519ba7c475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f8064dc524dfc" /><Relationship Type="http://schemas.openxmlformats.org/officeDocument/2006/relationships/notesSlide" Target="/ppt/notesSlides/notesSlide8.xml" Id="R1d65cc4a5b3642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ac536db0f4158" /><Relationship Type="http://schemas.openxmlformats.org/officeDocument/2006/relationships/notesSlide" Target="/ppt/notesSlides/notesSlide9.xml" Id="Re1e8b850e3644d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c222f4a9a442b" /><Relationship Type="http://schemas.openxmlformats.org/officeDocument/2006/relationships/notesSlide" Target="/ppt/notesSlides/notesSlide10.xml" Id="R441b8808920f42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846e050cf4830" /><Relationship Type="http://schemas.openxmlformats.org/officeDocument/2006/relationships/notesSlide" Target="/ppt/notesSlides/notesSlide11.xml" Id="R6acb9e48e8344c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df356ff0647a8" /><Relationship Type="http://schemas.openxmlformats.org/officeDocument/2006/relationships/notesSlide" Target="/ppt/notesSlides/notesSlide12.xml" Id="Rd58cc9232bdf43f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cc447adca4ed1" /><Relationship Type="http://schemas.openxmlformats.org/officeDocument/2006/relationships/notesSlide" Target="/ppt/notesSlides/notesSlide13.xml" Id="R3152f012dba74be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8fea2ed2bc4e65" /><Relationship Type="http://schemas.openxmlformats.org/officeDocument/2006/relationships/notesSlide" Target="/ppt/notesSlides/notesSlide14.xml" Id="R3b1b719039654b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C7D3B-5A3D-4FD1-B248-01A0709E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2.9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82974-09E9-4B5A-A601-858FBD8F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K-Means và các phương pháp clustering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D9A9C-5D9C-4A15-AC14-9BE1A0A5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Hai vòng tròn lồng nhau có phải hai cụm hình cầu?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390DA6-A836-4697-AD98-D4EA9D76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2.9 · 1/14</a:t>
            </a:r>
          </a:p>
        </p:txBody>
      </p:sp>
    </p:spTree>
    <p:extLst>
      <p:ext uri="{BB962C8B-B14F-4D97-AF65-F5344CB8AC3E}">
        <p14:creationId xmlns:p14="http://schemas.microsoft.com/office/powerpoint/2010/main" val="4483009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528133-D1B6-4A8B-B7B7-5C4353E0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90E73-2696-4C01-84DD-24452943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KMeans giả định clusters thuận theo khoảng cách đến center.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00460D-E0DA-458F-8067-74871527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DBSCAN dùng density và có noise=-1; hierarchical/spectral có giả định khác.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BFBAA-F8A3-4207-85EC-E4B6F1B1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Cluster IDs có thể hoán vị; đánh giá bằng ARI/silhouette phù hợp.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1FB21-9EBA-4FE7-8458-CD8F7B06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center_new = mean(points assigned to cluster)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92BFF-188A-4DE5-BE64-AF27F157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2.9 · 2/14</a:t>
            </a:r>
          </a:p>
        </p:txBody>
      </p:sp>
    </p:spTree>
    <p:extLst>
      <p:ext uri="{BB962C8B-B14F-4D97-AF65-F5344CB8AC3E}">
        <p14:creationId xmlns:p14="http://schemas.microsoft.com/office/powerpoint/2010/main" val="2207699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04E61-AB02-4F5C-81E2-E494E6BA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points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[[0],[2],[8],[10]]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centers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[[0],[10]]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21E05-E59C-404B-AF6C-2D8700666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2.9 · 3/14</a:t>
            </a:r>
          </a:p>
        </p:txBody>
      </p:sp>
    </p:spTree>
    <p:extLst>
      <p:ext uri="{BB962C8B-B14F-4D97-AF65-F5344CB8AC3E}">
        <p14:creationId xmlns:p14="http://schemas.microsoft.com/office/powerpoint/2010/main" val="5045335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36F576-51BD-40B7-A0E9-CA0AC7D2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AA2B62-692C-436E-8A41-3C0E93653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1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],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  9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]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235F2-5829-4E73-824C-FF36EE49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2.9 · 4/14</a:t>
            </a:r>
          </a:p>
        </p:txBody>
      </p:sp>
    </p:spTree>
    <p:extLst>
      <p:ext uri="{BB962C8B-B14F-4D97-AF65-F5344CB8AC3E}">
        <p14:creationId xmlns:p14="http://schemas.microsoft.com/office/powerpoint/2010/main" val="16779591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1446F-54F4-438C-958F-9554C64F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0C264-BA1B-4CC5-9561-FA06F738E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import numpy as np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sklearn.datasets import make_moons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sklearn.cluster import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KMeans,DBSCAN,AgglomerativeClustering,SpectralClustering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sklearn.metrics import adjusted_rand_score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X,y = make_moons(n_samples=120,noise=.05,random_state=42)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models = [KMeans(n_clusters=2,n_init=10,random_state=42),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  DBSCAN(eps=.25,min_samples=4),AgglomerativeClustering(n_clusters=2),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  SpectralClustering(2,affinity="nearest_neighbors",random_state=42)]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for model in models: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labels = model.fit_predict(X)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# y chỉ dùng sau khi fit, không đưa vào thuật toán.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print(type(model).__name__,"clusters",len(set(labels)-{-1}),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  "noise",int((labels==-1).sum()),"ARI",round(adjusted_rand_score(y,labels)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B4908-2F8A-488C-B753-81D4C3F6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67814-BD9A-496E-A07C-2791EB7E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2.9 · 5/14</a:t>
            </a:r>
          </a:p>
        </p:txBody>
      </p:sp>
    </p:spTree>
    <p:extLst>
      <p:ext uri="{BB962C8B-B14F-4D97-AF65-F5344CB8AC3E}">
        <p14:creationId xmlns:p14="http://schemas.microsoft.com/office/powerpoint/2010/main" val="1211276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020DC2-5FA1-4D2B-A60B-36854004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6A83D-5901-4A8A-9FBD-2941DE3D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          ,4))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229F2-D5D3-469C-9B67-EDAE4A9C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19170-A38B-4F60-A023-A3B1E579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2.9 · 6/14</a:t>
            </a:r>
          </a:p>
        </p:txBody>
      </p:sp>
    </p:spTree>
    <p:extLst>
      <p:ext uri="{BB962C8B-B14F-4D97-AF65-F5344CB8AC3E}">
        <p14:creationId xmlns:p14="http://schemas.microsoft.com/office/powerpoint/2010/main" val="808956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D9A5F-272D-41A7-8E40-B813B0AF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9FAAC-7FE5-46C5-80AB-16EB95DA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KMeans clusters 2 noise 0 ARI 0.2271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DBSCAN clusters 2 noise 0 ARI 1.0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AgglomerativeClustering clusters 2 noise 0 ARI 0.5098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SpectralClustering clusters 2 noise 0 ARI 1.0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E93C67-1127-4DE4-A9A1-066A3324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2.9 · 7/14</a:t>
            </a:r>
          </a:p>
        </p:txBody>
      </p:sp>
    </p:spTree>
    <p:extLst>
      <p:ext uri="{BB962C8B-B14F-4D97-AF65-F5344CB8AC3E}">
        <p14:creationId xmlns:p14="http://schemas.microsoft.com/office/powerpoint/2010/main" val="2694364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71EA9E-D95C-4367-98C3-06C94E07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BED63-ABC6-45F8-B5A2-CFB15740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Không đưa y thật vào fit rồi gọi đó là unsupervised.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DC7703-6B1F-4246-8695-A23D7F25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Làm một bước KMeans trên0,2,8,10 với centers0,10.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CBC0C9-4146-4DCE-AF2C-8C56D3822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2.9 · 8/14</a:t>
            </a:r>
          </a:p>
        </p:txBody>
      </p:sp>
    </p:spTree>
    <p:extLst>
      <p:ext uri="{BB962C8B-B14F-4D97-AF65-F5344CB8AC3E}">
        <p14:creationId xmlns:p14="http://schemas.microsoft.com/office/powerpoint/2010/main" val="8953249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302763-6B1F-4F49-B303-8DB8A943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C719C1-FFEA-4797-B835-4B35E6D7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Một bước assign/update Euclidean; tie center index nhỏ; cluster rỗng giữ center cũ.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points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[[0],[2],[8],[10]]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centers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[[0],[10]]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BD247-AA2A-483A-8971-EC8F416A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2.9 · 9/14</a:t>
            </a:r>
          </a:p>
        </p:txBody>
      </p:sp>
    </p:spTree>
    <p:extLst>
      <p:ext uri="{BB962C8B-B14F-4D97-AF65-F5344CB8AC3E}">
        <p14:creationId xmlns:p14="http://schemas.microsoft.com/office/powerpoint/2010/main" val="20978646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252A2-2CB3-41B7-854A-B2BE6290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3226AC-54F8-4D36-BD46-BC1C257D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Tổng squared distance từ mỗi point đến center gần nhất.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points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[[0],[2],[8],[10]]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centers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[[1],[9]]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8FFF8-61DB-441B-B49F-2D8FAB80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2.9 · 10/14</a:t>
            </a:r>
          </a:p>
        </p:txBody>
      </p:sp>
    </p:spTree>
    <p:extLst>
      <p:ext uri="{BB962C8B-B14F-4D97-AF65-F5344CB8AC3E}">
        <p14:creationId xmlns:p14="http://schemas.microsoft.com/office/powerpoint/2010/main" val="16262009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5F827-E5FB-4C92-BCD1-DA5495A8D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4B2713-0D15-41DB-A9C9-D4597B89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Một bước assign/update Euclidean; tie center index nhỏ; cluster rỗng giữ center cũ.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AA9C8-E1CF-4902-AA78-FEC61958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points: nxd; centers: kxd, n, k, d&gt;=1.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65980E-17F4-4129-8040-2138CA18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287AE1-34A2-4FFD-8C8C-5FE8ADB5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2.9 · 11/14</a:t>
            </a:r>
          </a:p>
        </p:txBody>
      </p:sp>
    </p:spTree>
    <p:extLst>
      <p:ext uri="{BB962C8B-B14F-4D97-AF65-F5344CB8AC3E}">
        <p14:creationId xmlns:p14="http://schemas.microsoft.com/office/powerpoint/2010/main" val="2951475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2CBEC-D779-42A8-828F-60AE6490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13972D-EFFF-42CC-AA87-14DF67FF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Tổng squared distance từ mỗi point đến center gần nhất.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6CCF8-03A8-43E6-818A-A4F7D112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points/centers: matrices cùngdim.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6F9B8-9C89-4195-915D-EEF4AEEE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4C2808-1321-472A-B054-93182E82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2.9 · 12/14</a:t>
            </a:r>
          </a:p>
        </p:txBody>
      </p:sp>
    </p:spTree>
    <p:extLst>
      <p:ext uri="{BB962C8B-B14F-4D97-AF65-F5344CB8AC3E}">
        <p14:creationId xmlns:p14="http://schemas.microsoft.com/office/powerpoint/2010/main" val="13976016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7D42E0-4E10-4FA6-BD1B-067D863E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EC6ED-D36A-45E0-BB46-5E9480D8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Clustering ảnh chữ số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1F90F-6700-48D6-BB0D-3AA785D4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cluster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04B9DE-4260-43E7-9B31-ADB622E6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AdjustedRandIndex, giátrịcó thểâm; score=max(0, ARI).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32F32C-0D54-42EC-BFA1-E721BE7C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987D8-294E-491D-B545-A7AA0BA23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2.9 · 13/14</a:t>
            </a:r>
          </a:p>
        </p:txBody>
      </p:sp>
    </p:spTree>
    <p:extLst>
      <p:ext uri="{BB962C8B-B14F-4D97-AF65-F5344CB8AC3E}">
        <p14:creationId xmlns:p14="http://schemas.microsoft.com/office/powerpoint/2010/main" val="20859575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10874-BE2F-49D0-AF9C-B0BBA381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719788-2D9B-43E2-BCD9-B5ABB73F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Làm một bước KMeans trên0,2,8,10 với centers0,10.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2B01F-0231-4621-A3D1-8DE608B0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 12.3; NT 8.3–8.5.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B0D4B-79C3-490F-90A3-DF5B0D66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NT 9.8 phần KMeans/DBSCAN; sklearn “Comparing different clustering algorithms on toy datasets” có code và dữ liệu sẵn.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F0AFC-BFA2-446F-A4DF-07ABBD5C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2.9 · 14/14</a:t>
            </a:r>
          </a:p>
        </p:txBody>
      </p:sp>
    </p:spTree>
    <p:extLst>
      <p:ext uri="{BB962C8B-B14F-4D97-AF65-F5344CB8AC3E}">
        <p14:creationId xmlns:p14="http://schemas.microsoft.com/office/powerpoint/2010/main" val="10718943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2026-10-01T09:01:22.0580000Z</dcterms:created>
  <dcterms:modified xsi:type="dcterms:W3CDTF">2026-10-01T09:01:22.0580000Z</dcterms:modified>
</coreProperties>
</file>