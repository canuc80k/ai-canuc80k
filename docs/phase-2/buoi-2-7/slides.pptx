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64520dee1f472d" /><Relationship Type="http://schemas.openxmlformats.org/officeDocument/2006/relationships/extended-properties" Target="/docProps/app.xml" Id="Rc3da739096504a7e" /><Relationship Type="http://schemas.openxmlformats.org/officeDocument/2006/relationships/officeDocument" Target="/ppt/presentation.xml" Id="R12cbd41bb58c44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30fd06d02f4d04"/>
  </p:sldMasterIdLst>
  <p:notesMasterIdLst>
    <p:notesMasterId xmlns:r="http://schemas.openxmlformats.org/officeDocument/2006/relationships" r:id="R0517e045cfdb4857"/>
  </p:notesMasterIdLst>
  <p:sldIdLst>
    <p:sldId xmlns:r="http://schemas.openxmlformats.org/officeDocument/2006/relationships" id="256" r:id="Reaa56a6472454578"/>
    <p:sldId xmlns:r="http://schemas.openxmlformats.org/officeDocument/2006/relationships" id="257" r:id="R704d702ee3454945"/>
    <p:sldId xmlns:r="http://schemas.openxmlformats.org/officeDocument/2006/relationships" id="258" r:id="R5fcdaee69eab4d61"/>
    <p:sldId xmlns:r="http://schemas.openxmlformats.org/officeDocument/2006/relationships" id="259" r:id="R0a5db347d8a747f3"/>
    <p:sldId xmlns:r="http://schemas.openxmlformats.org/officeDocument/2006/relationships" id="260" r:id="Rc11bb7e943e947ee"/>
    <p:sldId xmlns:r="http://schemas.openxmlformats.org/officeDocument/2006/relationships" id="261" r:id="Rd5c64070bb854f14"/>
    <p:sldId xmlns:r="http://schemas.openxmlformats.org/officeDocument/2006/relationships" id="262" r:id="Rbf40548bba76467d"/>
    <p:sldId xmlns:r="http://schemas.openxmlformats.org/officeDocument/2006/relationships" id="263" r:id="R31be2640e79e4d91"/>
    <p:sldId xmlns:r="http://schemas.openxmlformats.org/officeDocument/2006/relationships" id="264" r:id="Rbf4975af09f54e27"/>
    <p:sldId xmlns:r="http://schemas.openxmlformats.org/officeDocument/2006/relationships" id="265" r:id="R52015779953a4946"/>
    <p:sldId xmlns:r="http://schemas.openxmlformats.org/officeDocument/2006/relationships" id="266" r:id="R507a7de714a242f9"/>
    <p:sldId xmlns:r="http://schemas.openxmlformats.org/officeDocument/2006/relationships" id="267" r:id="R5fbd5270a8e745c7"/>
    <p:sldId xmlns:r="http://schemas.openxmlformats.org/officeDocument/2006/relationships" id="268" r:id="Ra456453a193b49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c77b0109184c51" /><Relationship Type="http://schemas.openxmlformats.org/officeDocument/2006/relationships/slideMaster" Target="/ppt/slideMasters/slideMaster1.xml" Id="R9630fd06d02f4d04" /><Relationship Type="http://schemas.openxmlformats.org/officeDocument/2006/relationships/notesMaster" Target="/ppt/notesMasters/notesMaster1.xml" Id="R0517e045cfdb4857" /><Relationship Type="http://schemas.openxmlformats.org/officeDocument/2006/relationships/presProps" Target="/ppt/presProps.xml" Id="R3544a2a8f68443d7" /><Relationship Type="http://schemas.openxmlformats.org/officeDocument/2006/relationships/tableStyles" Target="/ppt/tableStyles.xml" Id="R28cb85f1f8a74e0d" /><Relationship Type="http://schemas.openxmlformats.org/officeDocument/2006/relationships/slide" Target="/ppt/slides/slide1.xml" Id="Reaa56a6472454578" /><Relationship Type="http://schemas.openxmlformats.org/officeDocument/2006/relationships/slide" Target="/ppt/slides/slide2.xml" Id="R704d702ee3454945" /><Relationship Type="http://schemas.openxmlformats.org/officeDocument/2006/relationships/slide" Target="/ppt/slides/slide3.xml" Id="R5fcdaee69eab4d61" /><Relationship Type="http://schemas.openxmlformats.org/officeDocument/2006/relationships/slide" Target="/ppt/slides/slide4.xml" Id="R0a5db347d8a747f3" /><Relationship Type="http://schemas.openxmlformats.org/officeDocument/2006/relationships/slide" Target="/ppt/slides/slide5.xml" Id="Rc11bb7e943e947ee" /><Relationship Type="http://schemas.openxmlformats.org/officeDocument/2006/relationships/slide" Target="/ppt/slides/slide6.xml" Id="Rd5c64070bb854f14" /><Relationship Type="http://schemas.openxmlformats.org/officeDocument/2006/relationships/slide" Target="/ppt/slides/slide7.xml" Id="Rbf40548bba76467d" /><Relationship Type="http://schemas.openxmlformats.org/officeDocument/2006/relationships/slide" Target="/ppt/slides/slide8.xml" Id="R31be2640e79e4d91" /><Relationship Type="http://schemas.openxmlformats.org/officeDocument/2006/relationships/slide" Target="/ppt/slides/slide9.xml" Id="Rbf4975af09f54e27" /><Relationship Type="http://schemas.openxmlformats.org/officeDocument/2006/relationships/slide" Target="/ppt/slides/slide10.xml" Id="R52015779953a4946" /><Relationship Type="http://schemas.openxmlformats.org/officeDocument/2006/relationships/slide" Target="/ppt/slides/slide11.xml" Id="R507a7de714a242f9" /><Relationship Type="http://schemas.openxmlformats.org/officeDocument/2006/relationships/slide" Target="/ppt/slides/slide12.xml" Id="R5fbd5270a8e745c7" /><Relationship Type="http://schemas.openxmlformats.org/officeDocument/2006/relationships/slide" Target="/ppt/slides/slide13.xml" Id="Ra456453a193b49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0c1f2246d849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36515add40455d" /><Relationship Type="http://schemas.openxmlformats.org/officeDocument/2006/relationships/notesMaster" Target="/ppt/notesMasters/notesMaster1.xml" Id="R383bfbfe42de4a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4fac0da0c74987" /><Relationship Type="http://schemas.openxmlformats.org/officeDocument/2006/relationships/notesMaster" Target="/ppt/notesMasters/notesMaster1.xml" Id="R48df5db796b043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c57034bcc64aaf" /><Relationship Type="http://schemas.openxmlformats.org/officeDocument/2006/relationships/notesMaster" Target="/ppt/notesMasters/notesMaster1.xml" Id="R050c03a3cc394f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6e9091094c4564" /><Relationship Type="http://schemas.openxmlformats.org/officeDocument/2006/relationships/notesMaster" Target="/ppt/notesMasters/notesMaster1.xml" Id="R07f12a88345a44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a40c1bedf74dc6" /><Relationship Type="http://schemas.openxmlformats.org/officeDocument/2006/relationships/notesMaster" Target="/ppt/notesMasters/notesMaster1.xml" Id="R8230dfbfb2ad40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ec268a22294880" /><Relationship Type="http://schemas.openxmlformats.org/officeDocument/2006/relationships/notesMaster" Target="/ppt/notesMasters/notesMaster1.xml" Id="R5f7001d7a3f1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22673ac55042a0" /><Relationship Type="http://schemas.openxmlformats.org/officeDocument/2006/relationships/notesMaster" Target="/ppt/notesMasters/notesMaster1.xml" Id="Rde4bdafc734c46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5970326b8247a6" /><Relationship Type="http://schemas.openxmlformats.org/officeDocument/2006/relationships/notesMaster" Target="/ppt/notesMasters/notesMaster1.xml" Id="R0d5069016ae345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eb2aa3bd494648" /><Relationship Type="http://schemas.openxmlformats.org/officeDocument/2006/relationships/notesMaster" Target="/ppt/notesMasters/notesMaster1.xml" Id="Rb499977ff7ca4c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ca9258ac3e446e8" /><Relationship Type="http://schemas.openxmlformats.org/officeDocument/2006/relationships/notesMaster" Target="/ppt/notesMasters/notesMaster1.xml" Id="Reba20b005b4d4e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4cb25abbbe41b8" /><Relationship Type="http://schemas.openxmlformats.org/officeDocument/2006/relationships/notesMaster" Target="/ppt/notesMasters/notesMaster1.xml" Id="R0a251c31c20d4a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7b9f8e592e4bea" /><Relationship Type="http://schemas.openxmlformats.org/officeDocument/2006/relationships/notesMaster" Target="/ppt/notesMasters/notesMaster1.xml" Id="Re47a464a4a1c493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16112d132143b3" /><Relationship Type="http://schemas.openxmlformats.org/officeDocument/2006/relationships/notesMaster" Target="/ppt/notesMasters/notesMaster1.xml" Id="Rdeab80290afe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KHTN chương 4; NT 7.2 và phụ lục A.. NT 9.6 phần SVC(probability=True), trong cùng pipeline/CV của bài.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[2,2]</a:t>
            </a:r>
          </a:p>
          <a:p xmlns:a="http://schemas.openxmlformats.org/drawingml/2006/main">
            <a:r>
              <a:t>Tham khảo: KHTN chương 4; NT 7.2 và phụ lục 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0.36787944117144233</a:t>
            </a:r>
          </a:p>
          <a:p xmlns:a="http://schemas.openxmlformats.org/drawingml/2006/main">
            <a:r>
              <a:t>Tham khảo: KHTN chương 4; NT 7.2 và phụ lục A.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2.7: SVM</a:t>
            </a:r>
          </a:p>
          <a:p xmlns:a="http://schemas.openxmlformats.org/drawingml/2006/main">
            <a:r>
              <a:t>Nguồn giáo trình: KHTN chương 4; NT 7.2 và phụ lục A.</a:t>
            </a:r>
          </a:p>
          <a:p xmlns:a="http://schemas.openxmlformats.org/drawingml/2006/main">
            <a:r>
              <a:t>Bài tiếp theo trong nguồn: NT 9.6 phần SVC(probability=True), trong cùng pipeline/CV của bài.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493ebf86c41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d2756defba477d" /><Relationship Type="http://schemas.openxmlformats.org/officeDocument/2006/relationships/slideLayout" Target="/ppt/slideLayouts/slideLayout1.xml" Id="R77dcd573e33441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7dcd573e33441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e9bcfc5bd4e03" /><Relationship Type="http://schemas.openxmlformats.org/officeDocument/2006/relationships/notesSlide" Target="/ppt/notesSlides/notesSlide1.xml" Id="R202066d365a3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65c3252e44cb1" /><Relationship Type="http://schemas.openxmlformats.org/officeDocument/2006/relationships/notesSlide" Target="/ppt/notesSlides/notesSlide2.xml" Id="Rd5de832e1e8d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bd4cae39f48e3" /><Relationship Type="http://schemas.openxmlformats.org/officeDocument/2006/relationships/notesSlide" Target="/ppt/notesSlides/notesSlide3.xml" Id="R7f7cdea9276b40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2fb73233443ac" /><Relationship Type="http://schemas.openxmlformats.org/officeDocument/2006/relationships/notesSlide" Target="/ppt/notesSlides/notesSlide4.xml" Id="R3bfe0a21767a4c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c1772c80e4ab5" /><Relationship Type="http://schemas.openxmlformats.org/officeDocument/2006/relationships/notesSlide" Target="/ppt/notesSlides/notesSlide5.xml" Id="R870cf1ad0b4944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568199f114df4" /><Relationship Type="http://schemas.openxmlformats.org/officeDocument/2006/relationships/notesSlide" Target="/ppt/notesSlides/notesSlide6.xml" Id="R2bd145cba42e41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a05b0c7da497d" /><Relationship Type="http://schemas.openxmlformats.org/officeDocument/2006/relationships/notesSlide" Target="/ppt/notesSlides/notesSlide7.xml" Id="R17d4bb8c855c43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02941d4ef42a7" /><Relationship Type="http://schemas.openxmlformats.org/officeDocument/2006/relationships/notesSlide" Target="/ppt/notesSlides/notesSlide8.xml" Id="R3781590e0a1b4d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c38a53cc14b57" /><Relationship Type="http://schemas.openxmlformats.org/officeDocument/2006/relationships/notesSlide" Target="/ppt/notesSlides/notesSlide9.xml" Id="R888dc1789b4b49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2faac8f1c487e" /><Relationship Type="http://schemas.openxmlformats.org/officeDocument/2006/relationships/notesSlide" Target="/ppt/notesSlides/notesSlide10.xml" Id="R97b500f3671c43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ba2fc117644a0" /><Relationship Type="http://schemas.openxmlformats.org/officeDocument/2006/relationships/notesSlide" Target="/ppt/notesSlides/notesSlide11.xml" Id="Rabe05ef5b3324e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33d79b2f1454a" /><Relationship Type="http://schemas.openxmlformats.org/officeDocument/2006/relationships/notesSlide" Target="/ppt/notesSlides/notesSlide12.xml" Id="Re5d5202405f241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6a4e55bc44ecb" /><Relationship Type="http://schemas.openxmlformats.org/officeDocument/2006/relationships/notesSlide" Target="/ppt/notesSlides/notesSlide13.xml" Id="R6cbc47df2f424a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0C41A-0229-412B-9808-1177AE23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A5773-FA37-4FB7-91A6-68267A3E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SVM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5EC7D0-A228-4EB9-8DCB-57A4D9C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đường đều phân loại đúng train, đường nào có margin tốt hơn?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9A0BA-1725-459F-814F-05AC9A3F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1/13</a:t>
            </a:r>
          </a:p>
        </p:txBody>
      </p:sp>
    </p:spTree>
    <p:extLst>
      <p:ext uri="{BB962C8B-B14F-4D97-AF65-F5344CB8AC3E}">
        <p14:creationId xmlns:p14="http://schemas.microsoft.com/office/powerpoint/2010/main" val="9030354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3FDEBA-AD17-4B54-827C-9726E34F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EB1EF-0D6E-4F1E-ABD0-7A82E45A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SVM tìm ranh giới với margin; support vectors quyết định ranh giới.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A8EC2-E4D8-42C7-9588-D66CB34F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Kernel cho cách so mẫu phi tuyến; C/gamma cần tuning hợp lý.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24C71-76E2-46D1-AEB1-8A0B5414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Scale ảnh hưởng khoảng cách và kernel; decision score chưa phải probability.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6DC4E-7939-439F-AD57-6B4F6645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margin_i = y_i(w·x_i+b)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9E2F3-D19D-4104-B6A9-72823EAD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2/13</a:t>
            </a:r>
          </a:p>
        </p:txBody>
      </p:sp>
    </p:spTree>
    <p:extLst>
      <p:ext uri="{BB962C8B-B14F-4D97-AF65-F5344CB8AC3E}">
        <p14:creationId xmlns:p14="http://schemas.microsoft.com/office/powerpoint/2010/main" val="3594617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9CA9-5CDB-4BD7-A595-0426459B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[[1,0],[-1,0]]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DF7F7-9C9B-4FD1-9CDA-C81BD4F0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3/13</a:t>
            </a:r>
          </a:p>
        </p:txBody>
      </p:sp>
    </p:spTree>
    <p:extLst>
      <p:ext uri="{BB962C8B-B14F-4D97-AF65-F5344CB8AC3E}">
        <p14:creationId xmlns:p14="http://schemas.microsoft.com/office/powerpoint/2010/main" val="16552541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635DD-42DC-4044-B43E-228E9A68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464CB2-7774-4BA5-92A5-818824BE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2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FDF1B-7FFB-4561-9372-E54E7132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4/13</a:t>
            </a:r>
          </a:p>
        </p:txBody>
      </p:sp>
    </p:spTree>
    <p:extLst>
      <p:ext uri="{BB962C8B-B14F-4D97-AF65-F5344CB8AC3E}">
        <p14:creationId xmlns:p14="http://schemas.microsoft.com/office/powerpoint/2010/main" val="10733705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8A110-EBED-4DA5-B593-ABFB75FA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996C2-D6DB-4DEA-8F77-BDC32ADD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load_wine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sklearn.model_selection import train_test_split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sklearn.pipeline import make_pipeline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sklearn.preprocessing import StandardScaler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sklearn.svm import SVC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load_wine(return_X_y=True)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Xtr,Xva,ytr,yva = train_test_split(X,y,test_size=.3,stratify=y,random_state=42)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kernel in ["linear","rbf"]: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 = make_pipeline(StandardScaler(),SVC(kernel=kernel,C=1,gamma="scale"))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model.fit(Xtr,ytr)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print(kernel,"accuracy",round(model.score(Xva,yva),4),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"support_vectors",int(model[-1].n_support_.sum()))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decision_function là score/margin; không tự gọi nó là xác suất.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B412A-4AB0-46FF-BE9C-0568CA97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9BD04-FE4C-464F-88B7-9C6EE6B6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2.7 · 5/13</a:t>
            </a:r>
          </a:p>
        </p:txBody>
      </p:sp>
    </p:spTree>
    <p:extLst>
      <p:ext uri="{BB962C8B-B14F-4D97-AF65-F5344CB8AC3E}">
        <p14:creationId xmlns:p14="http://schemas.microsoft.com/office/powerpoint/2010/main" val="7412423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D6258D-00C4-43DE-8102-BDE36605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EACB8-243B-480B-95B7-66D4760A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linear accuracy 0.963 support_vectors 24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rbf accuracy 0.9815 support_vectors 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81806-51E1-4F66-853D-118EF46B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6/13</a:t>
            </a:r>
          </a:p>
        </p:txBody>
      </p:sp>
    </p:spTree>
    <p:extLst>
      <p:ext uri="{BB962C8B-B14F-4D97-AF65-F5344CB8AC3E}">
        <p14:creationId xmlns:p14="http://schemas.microsoft.com/office/powerpoint/2010/main" val="1859965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11C15-E74E-41CC-BD2F-929140A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BD919-3114-4A10-86FD-903D4CE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dùng RBF với gamma rất lớn mà chỉ kiểm train accuracy.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5317B9-FB24-476E-B39F-50477463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margin cho hai điểm ở hai phía đường phân chia.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ED8AB-15C2-4CF7-83F4-935DE09D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7/13</a:t>
            </a:r>
          </a:p>
        </p:txBody>
      </p:sp>
    </p:spTree>
    <p:extLst>
      <p:ext uri="{BB962C8B-B14F-4D97-AF65-F5344CB8AC3E}">
        <p14:creationId xmlns:p14="http://schemas.microsoft.com/office/powerpoint/2010/main" val="7916902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5D2A23-D851-4DD9-A2EE-EAB343A1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82B1C6-8D78-41CA-9C34-76FE12E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Tính y*(dot(x, w)+b) từng mẫu với y∈{-1,+1}.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[[1,0],[-1,0]]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[1,-1]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[2,0]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5C7A1-E813-4548-AAF6-29B3E72A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8/13</a:t>
            </a:r>
          </a:p>
        </p:txBody>
      </p:sp>
    </p:spTree>
    <p:extLst>
      <p:ext uri="{BB962C8B-B14F-4D97-AF65-F5344CB8AC3E}">
        <p14:creationId xmlns:p14="http://schemas.microsoft.com/office/powerpoint/2010/main" val="19115369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0DE9B-BDC8-4814-9A9E-44886FDC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4278C-14D3-468A-85EB-D93B02E3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RBF kernel exp(-gamma*||a-b||^2).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[0,0]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[1,1]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0.5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E890EA-CDE7-414E-B630-2A18F184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9/13</a:t>
            </a:r>
          </a:p>
        </p:txBody>
      </p:sp>
    </p:spTree>
    <p:extLst>
      <p:ext uri="{BB962C8B-B14F-4D97-AF65-F5344CB8AC3E}">
        <p14:creationId xmlns:p14="http://schemas.microsoft.com/office/powerpoint/2010/main" val="1737131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FE55C-E179-4399-9273-7628C4F8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33546-3970-43C6-8FD4-2A0CBD4B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y*(dot(x, w)+b) từng mẫu với y∈{-1,+1}.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75D1D-77B4-42E5-98C6-91BE1897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X: nxd; y: n±1; w: d; b: số.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7302B-4908-4FA7-BED0-421D0E46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306E19-186D-4CA2-A710-2A3EFAE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10/13</a:t>
            </a:r>
          </a:p>
        </p:txBody>
      </p:sp>
    </p:spTree>
    <p:extLst>
      <p:ext uri="{BB962C8B-B14F-4D97-AF65-F5344CB8AC3E}">
        <p14:creationId xmlns:p14="http://schemas.microsoft.com/office/powerpoint/2010/main" val="16784977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55E9D-2ABA-46DB-B478-DFFDAF28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1BA9E-75A5-47AE-99C3-2227035B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RBF kernel exp(-gamma*||a-b||^2).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FF7F89-4E1A-4FF2-96ED-001F7AE5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a/b: same dimension; gamma&gt;=0.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02848-1833-4521-BF77-F426F167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B5E7BA-FB11-4EA4-AD20-CBE7D5E9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11/13</a:t>
            </a:r>
          </a:p>
        </p:txBody>
      </p:sp>
    </p:spTree>
    <p:extLst>
      <p:ext uri="{BB962C8B-B14F-4D97-AF65-F5344CB8AC3E}">
        <p14:creationId xmlns:p14="http://schemas.microsoft.com/office/powerpoint/2010/main" val="3101783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2C1A7-ABDF-4917-8A54-02080191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A14A51-67A2-4917-9AFC-A2039E5D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SVM và scale của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F70BF-F8BC-423F-B169-F18446B0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cls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97E73-958C-4F18-8BC7-548BA253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Accuracy,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03331-571D-4491-95CD-A03DDFAC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9BA81-7B8C-44AC-BEF6-3AFF477B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12/13</a:t>
            </a:r>
          </a:p>
        </p:txBody>
      </p:sp>
    </p:spTree>
    <p:extLst>
      <p:ext uri="{BB962C8B-B14F-4D97-AF65-F5344CB8AC3E}">
        <p14:creationId xmlns:p14="http://schemas.microsoft.com/office/powerpoint/2010/main" val="19815697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403ADF-311E-4AD4-A8C5-2DA5DA0C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F4284-E9E4-4A81-A5D3-D5C9D303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Tính margin cho hai điểm ở hai phía đường phân chia.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D39AA-40FC-4875-BBD9-9F0CD6D8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KHTN chương 4; NT 7.2 và phụ lục 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F05A9-8E63-461A-8589-3212F88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9.6 phần SVC(probability=True), trong cùng pipeline/CV của bài.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4306AC-6E41-4C30-BEA3-86E661D5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2.7 · 13/13</a:t>
            </a:r>
          </a:p>
        </p:txBody>
      </p:sp>
    </p:spTree>
    <p:extLst>
      <p:ext uri="{BB962C8B-B14F-4D97-AF65-F5344CB8AC3E}">
        <p14:creationId xmlns:p14="http://schemas.microsoft.com/office/powerpoint/2010/main" val="1167505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2026-10-01T09:01:05.4030000Z</dcterms:created>
  <dcterms:modified xsi:type="dcterms:W3CDTF">2026-10-01T09:01:05.4030000Z</dcterms:modified>
</coreProperties>
</file>