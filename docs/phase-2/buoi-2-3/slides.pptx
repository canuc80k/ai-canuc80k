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100cf364d14c6d" /><Relationship Type="http://schemas.openxmlformats.org/officeDocument/2006/relationships/extended-properties" Target="/docProps/app.xml" Id="R63ec7e974d294c7b" /><Relationship Type="http://schemas.openxmlformats.org/officeDocument/2006/relationships/officeDocument" Target="/ppt/presentation.xml" Id="R9028a5991e0346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dc63fdc99840f0"/>
  </p:sldMasterIdLst>
  <p:notesMasterIdLst>
    <p:notesMasterId xmlns:r="http://schemas.openxmlformats.org/officeDocument/2006/relationships" r:id="Rf1aec54e3d1a4c28"/>
  </p:notesMasterIdLst>
  <p:sldIdLst>
    <p:sldId xmlns:r="http://schemas.openxmlformats.org/officeDocument/2006/relationships" id="256" r:id="R9dfbe6d9848e4f40"/>
    <p:sldId xmlns:r="http://schemas.openxmlformats.org/officeDocument/2006/relationships" id="257" r:id="Rff293edd45e54466"/>
    <p:sldId xmlns:r="http://schemas.openxmlformats.org/officeDocument/2006/relationships" id="258" r:id="R57dbd74a90ae4a2f"/>
    <p:sldId xmlns:r="http://schemas.openxmlformats.org/officeDocument/2006/relationships" id="259" r:id="R908d6f2141564fe8"/>
    <p:sldId xmlns:r="http://schemas.openxmlformats.org/officeDocument/2006/relationships" id="260" r:id="R4484be119f544c12"/>
    <p:sldId xmlns:r="http://schemas.openxmlformats.org/officeDocument/2006/relationships" id="261" r:id="R523fdcb0ef7b4776"/>
    <p:sldId xmlns:r="http://schemas.openxmlformats.org/officeDocument/2006/relationships" id="262" r:id="Rfdd7bd8c092e45ff"/>
    <p:sldId xmlns:r="http://schemas.openxmlformats.org/officeDocument/2006/relationships" id="263" r:id="Rab2b861762654ed8"/>
    <p:sldId xmlns:r="http://schemas.openxmlformats.org/officeDocument/2006/relationships" id="264" r:id="R17bbceaab82846c6"/>
    <p:sldId xmlns:r="http://schemas.openxmlformats.org/officeDocument/2006/relationships" id="265" r:id="Rd233dcc2edf84755"/>
    <p:sldId xmlns:r="http://schemas.openxmlformats.org/officeDocument/2006/relationships" id="266" r:id="R07dc978860f34077"/>
    <p:sldId xmlns:r="http://schemas.openxmlformats.org/officeDocument/2006/relationships" id="267" r:id="Rfddbc475dbfd4d0a"/>
    <p:sldId xmlns:r="http://schemas.openxmlformats.org/officeDocument/2006/relationships" id="268" r:id="R83f8fb5b94f849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58c3dd3f8e4787" /><Relationship Type="http://schemas.openxmlformats.org/officeDocument/2006/relationships/slideMaster" Target="/ppt/slideMasters/slideMaster1.xml" Id="Rbedc63fdc99840f0" /><Relationship Type="http://schemas.openxmlformats.org/officeDocument/2006/relationships/notesMaster" Target="/ppt/notesMasters/notesMaster1.xml" Id="Rf1aec54e3d1a4c28" /><Relationship Type="http://schemas.openxmlformats.org/officeDocument/2006/relationships/presProps" Target="/ppt/presProps.xml" Id="R033ebfe1110148ad" /><Relationship Type="http://schemas.openxmlformats.org/officeDocument/2006/relationships/tableStyles" Target="/ppt/tableStyles.xml" Id="Rb59b87262b16418e" /><Relationship Type="http://schemas.openxmlformats.org/officeDocument/2006/relationships/slide" Target="/ppt/slides/slide1.xml" Id="R9dfbe6d9848e4f40" /><Relationship Type="http://schemas.openxmlformats.org/officeDocument/2006/relationships/slide" Target="/ppt/slides/slide2.xml" Id="Rff293edd45e54466" /><Relationship Type="http://schemas.openxmlformats.org/officeDocument/2006/relationships/slide" Target="/ppt/slides/slide3.xml" Id="R57dbd74a90ae4a2f" /><Relationship Type="http://schemas.openxmlformats.org/officeDocument/2006/relationships/slide" Target="/ppt/slides/slide4.xml" Id="R908d6f2141564fe8" /><Relationship Type="http://schemas.openxmlformats.org/officeDocument/2006/relationships/slide" Target="/ppt/slides/slide5.xml" Id="R4484be119f544c12" /><Relationship Type="http://schemas.openxmlformats.org/officeDocument/2006/relationships/slide" Target="/ppt/slides/slide6.xml" Id="R523fdcb0ef7b4776" /><Relationship Type="http://schemas.openxmlformats.org/officeDocument/2006/relationships/slide" Target="/ppt/slides/slide7.xml" Id="Rfdd7bd8c092e45ff" /><Relationship Type="http://schemas.openxmlformats.org/officeDocument/2006/relationships/slide" Target="/ppt/slides/slide8.xml" Id="Rab2b861762654ed8" /><Relationship Type="http://schemas.openxmlformats.org/officeDocument/2006/relationships/slide" Target="/ppt/slides/slide9.xml" Id="R17bbceaab82846c6" /><Relationship Type="http://schemas.openxmlformats.org/officeDocument/2006/relationships/slide" Target="/ppt/slides/slide10.xml" Id="Rd233dcc2edf84755" /><Relationship Type="http://schemas.openxmlformats.org/officeDocument/2006/relationships/slide" Target="/ppt/slides/slide11.xml" Id="R07dc978860f34077" /><Relationship Type="http://schemas.openxmlformats.org/officeDocument/2006/relationships/slide" Target="/ppt/slides/slide12.xml" Id="Rfddbc475dbfd4d0a" /><Relationship Type="http://schemas.openxmlformats.org/officeDocument/2006/relationships/slide" Target="/ppt/slides/slide13.xml" Id="R83f8fb5b94f849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76bc4f15ae47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0e0e4c122e4333" /><Relationship Type="http://schemas.openxmlformats.org/officeDocument/2006/relationships/notesMaster" Target="/ppt/notesMasters/notesMaster1.xml" Id="R3ae1e3593f7643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8a39ab0655442b" /><Relationship Type="http://schemas.openxmlformats.org/officeDocument/2006/relationships/notesMaster" Target="/ppt/notesMasters/notesMaster1.xml" Id="R765413034a2841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c279c4773f4147" /><Relationship Type="http://schemas.openxmlformats.org/officeDocument/2006/relationships/notesMaster" Target="/ppt/notesMasters/notesMaster1.xml" Id="R45cee73f6d0b4d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24e7edc34a4dc1" /><Relationship Type="http://schemas.openxmlformats.org/officeDocument/2006/relationships/notesMaster" Target="/ppt/notesMasters/notesMaster1.xml" Id="R421ddc6a355e4e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43c637ef994efc" /><Relationship Type="http://schemas.openxmlformats.org/officeDocument/2006/relationships/notesMaster" Target="/ppt/notesMasters/notesMaster1.xml" Id="R09a08b25dde442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696aab8032492a" /><Relationship Type="http://schemas.openxmlformats.org/officeDocument/2006/relationships/notesMaster" Target="/ppt/notesMasters/notesMaster1.xml" Id="Ra25b4dbac19a4f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81658264ed4cd6" /><Relationship Type="http://schemas.openxmlformats.org/officeDocument/2006/relationships/notesMaster" Target="/ppt/notesMasters/notesMaster1.xml" Id="R69d6f0102b8c4a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159532f954472a" /><Relationship Type="http://schemas.openxmlformats.org/officeDocument/2006/relationships/notesMaster" Target="/ppt/notesMasters/notesMaster1.xml" Id="R55b6b7f425254c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ba603a164a435b" /><Relationship Type="http://schemas.openxmlformats.org/officeDocument/2006/relationships/notesMaster" Target="/ppt/notesMasters/notesMaster1.xml" Id="R89aabcd7816745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848deff80349dc" /><Relationship Type="http://schemas.openxmlformats.org/officeDocument/2006/relationships/notesMaster" Target="/ppt/notesMasters/notesMaster1.xml" Id="R342f9fbb76e44b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77d17198184c5a" /><Relationship Type="http://schemas.openxmlformats.org/officeDocument/2006/relationships/notesMaster" Target="/ppt/notesMasters/notesMaster1.xml" Id="Rce177807e8f145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3bc84dcdc14b39" /><Relationship Type="http://schemas.openxmlformats.org/officeDocument/2006/relationships/notesMaster" Target="/ppt/notesMasters/notesMaster1.xml" Id="R1e413a9ab3174a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c616e0fc75469a" /><Relationship Type="http://schemas.openxmlformats.org/officeDocument/2006/relationships/notesMaster" Target="/ppt/notesMasters/notesMaster1.xml" Id="Ra28e169b3a914a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KHTN 3.5; NT phụ lục A.. NT 9.5 phần Ridge; làm ví dụ Ridge/Lasso trong KHTN 3.5.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2.3: Regularization L1/L2</a:t>
            </a:r>
          </a:p>
          <a:p xmlns:a="http://schemas.openxmlformats.org/drawingml/2006/main">
            <a:r>
              <a:t>Nguồn giáo trình: KHTN 3.5; NT phụ lục A.</a:t>
            </a:r>
          </a:p>
          <a:p xmlns:a="http://schemas.openxmlformats.org/drawingml/2006/main">
            <a:r>
              <a:t>Bài tiếp theo trong nguồn: NT 9.5 phần Ridge; làm ví dụ Ridge/Lasso trong KHTN 3.5.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2.3: Regularization L1/L2</a:t>
            </a:r>
          </a:p>
          <a:p xmlns:a="http://schemas.openxmlformats.org/drawingml/2006/main">
            <a:r>
              <a:t>Nguồn giáo trình: KHTN 3.5; NT phụ lục A.</a:t>
            </a:r>
          </a:p>
          <a:p xmlns:a="http://schemas.openxmlformats.org/drawingml/2006/main">
            <a:r>
              <a:t>Bài tiếp theo trong nguồn: NT 9.5 phần Ridge; làm ví dụ Ridge/Lasso trong KHTN 3.5.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2.3: Regularization L1/L2</a:t>
            </a:r>
          </a:p>
          <a:p xmlns:a="http://schemas.openxmlformats.org/drawingml/2006/main">
            <a:r>
              <a:t>Nguồn giáo trình: KHTN 3.5; NT phụ lục A.</a:t>
            </a:r>
          </a:p>
          <a:p xmlns:a="http://schemas.openxmlformats.org/drawingml/2006/main">
            <a:r>
              <a:t>Bài tiếp theo trong nguồn: NT 9.5 phần Ridge; làm ví dụ Ridge/Lasso trong KHTN 3.5.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2.3: Regularization L1/L2</a:t>
            </a:r>
          </a:p>
          <a:p xmlns:a="http://schemas.openxmlformats.org/drawingml/2006/main">
            <a:r>
              <a:t>Nguồn giáo trình: KHTN 3.5; NT phụ lục A.</a:t>
            </a:r>
          </a:p>
          <a:p xmlns:a="http://schemas.openxmlformats.org/drawingml/2006/main">
            <a:r>
              <a:t>Bài tiếp theo trong nguồn: NT 9.5 phần Ridge; làm ví dụ Ridge/Lasso trong KHTN 3.5.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2.3: Regularization L1/L2</a:t>
            </a:r>
          </a:p>
          <a:p xmlns:a="http://schemas.openxmlformats.org/drawingml/2006/main">
            <a:r>
              <a:t>Nguồn giáo trình: KHTN 3.5; NT phụ lục A.</a:t>
            </a:r>
          </a:p>
          <a:p xmlns:a="http://schemas.openxmlformats.org/drawingml/2006/main">
            <a:r>
              <a:t>Bài tiếp theo trong nguồn: NT 9.5 phần Ridge; làm ví dụ Ridge/Lasso trong KHTN 3.5.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2.3: Regularization L1/L2</a:t>
            </a:r>
          </a:p>
          <a:p xmlns:a="http://schemas.openxmlformats.org/drawingml/2006/main">
            <a:r>
              <a:t>Nguồn giáo trình: KHTN 3.5; NT phụ lục A.</a:t>
            </a:r>
          </a:p>
          <a:p xmlns:a="http://schemas.openxmlformats.org/drawingml/2006/main">
            <a:r>
              <a:t>Bài tiếp theo trong nguồn: NT 9.5 phần Ridge; làm ví dụ Ridge/Lasso trong KHTN 3.5.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{"l1":6,"l2_squared":14}</a:t>
            </a:r>
          </a:p>
          <a:p xmlns:a="http://schemas.openxmlformats.org/drawingml/2006/main">
            <a:r>
              <a:t>Tham khảo: KHTN 3.5; NT phụ lục A.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1</a:t>
            </a:r>
          </a:p>
          <a:p xmlns:a="http://schemas.openxmlformats.org/drawingml/2006/main">
            <a:r>
              <a:t>Tham khảo: KHTN 3.5; NT phụ lục A.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2.3: Regularization L1/L2</a:t>
            </a:r>
          </a:p>
          <a:p xmlns:a="http://schemas.openxmlformats.org/drawingml/2006/main">
            <a:r>
              <a:t>Nguồn giáo trình: KHTN 3.5; NT phụ lục A.</a:t>
            </a:r>
          </a:p>
          <a:p xmlns:a="http://schemas.openxmlformats.org/drawingml/2006/main">
            <a:r>
              <a:t>Bài tiếp theo trong nguồn: NT 9.5 phần Ridge; làm ví dụ Ridge/Lasso trong KHTN 3.5.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2.3: Regularization L1/L2</a:t>
            </a:r>
          </a:p>
          <a:p xmlns:a="http://schemas.openxmlformats.org/drawingml/2006/main">
            <a:r>
              <a:t>Nguồn giáo trình: KHTN 3.5; NT phụ lục A.</a:t>
            </a:r>
          </a:p>
          <a:p xmlns:a="http://schemas.openxmlformats.org/drawingml/2006/main">
            <a:r>
              <a:t>Bài tiếp theo trong nguồn: NT 9.5 phần Ridge; làm ví dụ Ridge/Lasso trong KHTN 3.5.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2.3: Regularization L1/L2</a:t>
            </a:r>
          </a:p>
          <a:p xmlns:a="http://schemas.openxmlformats.org/drawingml/2006/main">
            <a:r>
              <a:t>Nguồn giáo trình: KHTN 3.5; NT phụ lục A.</a:t>
            </a:r>
          </a:p>
          <a:p xmlns:a="http://schemas.openxmlformats.org/drawingml/2006/main">
            <a:r>
              <a:t>Bài tiếp theo trong nguồn: NT 9.5 phần Ridge; làm ví dụ Ridge/Lasso trong KHTN 3.5.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2.3: Regularization L1/L2</a:t>
            </a:r>
          </a:p>
          <a:p xmlns:a="http://schemas.openxmlformats.org/drawingml/2006/main">
            <a:r>
              <a:t>Nguồn giáo trình: KHTN 3.5; NT phụ lục A.</a:t>
            </a:r>
          </a:p>
          <a:p xmlns:a="http://schemas.openxmlformats.org/drawingml/2006/main">
            <a:r>
              <a:t>Bài tiếp theo trong nguồn: NT 9.5 phần Ridge; làm ví dụ Ridge/Lasso trong KHTN 3.5.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ff796a85fa44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3bf050e5f44931" /><Relationship Type="http://schemas.openxmlformats.org/officeDocument/2006/relationships/slideLayout" Target="/ppt/slideLayouts/slideLayout1.xml" Id="R49cc64518b1444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cc64518b1444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17090c7534ba0" /><Relationship Type="http://schemas.openxmlformats.org/officeDocument/2006/relationships/notesSlide" Target="/ppt/notesSlides/notesSlide1.xml" Id="R5304305179014c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185231df94be3" /><Relationship Type="http://schemas.openxmlformats.org/officeDocument/2006/relationships/notesSlide" Target="/ppt/notesSlides/notesSlide2.xml" Id="R3f54bf12de5347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183442501430b" /><Relationship Type="http://schemas.openxmlformats.org/officeDocument/2006/relationships/notesSlide" Target="/ppt/notesSlides/notesSlide3.xml" Id="R8c412c08f5674a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6b59c26f549ee" /><Relationship Type="http://schemas.openxmlformats.org/officeDocument/2006/relationships/notesSlide" Target="/ppt/notesSlides/notesSlide4.xml" Id="Rf180f21128724d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bbb41b9e046ee" /><Relationship Type="http://schemas.openxmlformats.org/officeDocument/2006/relationships/notesSlide" Target="/ppt/notesSlides/notesSlide5.xml" Id="R20b7243b05f045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b24a563844380" /><Relationship Type="http://schemas.openxmlformats.org/officeDocument/2006/relationships/notesSlide" Target="/ppt/notesSlides/notesSlide6.xml" Id="R19133a4e369144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8798363054136" /><Relationship Type="http://schemas.openxmlformats.org/officeDocument/2006/relationships/notesSlide" Target="/ppt/notesSlides/notesSlide7.xml" Id="R30c6da12132a4d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52239f1fa462c" /><Relationship Type="http://schemas.openxmlformats.org/officeDocument/2006/relationships/notesSlide" Target="/ppt/notesSlides/notesSlide8.xml" Id="R59faec2aea774b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71541f6084f87" /><Relationship Type="http://schemas.openxmlformats.org/officeDocument/2006/relationships/notesSlide" Target="/ppt/notesSlides/notesSlide9.xml" Id="Rbc3bfed678054c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22e540db744ed" /><Relationship Type="http://schemas.openxmlformats.org/officeDocument/2006/relationships/notesSlide" Target="/ppt/notesSlides/notesSlide10.xml" Id="R9a27c6cf0b4745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bbae1ab6143b6" /><Relationship Type="http://schemas.openxmlformats.org/officeDocument/2006/relationships/notesSlide" Target="/ppt/notesSlides/notesSlide11.xml" Id="R1e47cb2cd8654a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312c045854765" /><Relationship Type="http://schemas.openxmlformats.org/officeDocument/2006/relationships/notesSlide" Target="/ppt/notesSlides/notesSlide12.xml" Id="Rd1d077cc0a894a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b6ee8cd0249c7" /><Relationship Type="http://schemas.openxmlformats.org/officeDocument/2006/relationships/notesSlide" Target="/ppt/notesSlides/notesSlide13.xml" Id="R3b7fbb64459e41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D1F7D-B7C6-4B91-8A5F-6E5CBD63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2.3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9B840-8A9A-4F00-A04A-12414367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Regularization L1/L2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DCD1E-138C-4FD8-8BAB-4DA1D387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Tại sao ta chấp nhận fit train kém hơn để hệ số bớt lớn?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9C258-40FF-406F-BCEC-50FF9977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2.3 · 1/13</a:t>
            </a:r>
          </a:p>
        </p:txBody>
      </p:sp>
    </p:spTree>
    <p:extLst>
      <p:ext uri="{BB962C8B-B14F-4D97-AF65-F5344CB8AC3E}">
        <p14:creationId xmlns:p14="http://schemas.microsoft.com/office/powerpoint/2010/main" val="4122875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B740B-26E7-4102-B971-C7B89FCA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BE644-272F-4FEA-A13E-040D517C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Regularization thêm penalty nhằm hạn chế lời giải quá phức tạp theo giả định.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E8B24-3EE6-4BA6-922E-03F3A239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L1 khuyến khích nhiều hệ số 0; L2 khuyến khích hệ số nhỏ.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3560-A9D2-4337-8A1E-A3B56ABB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Độ mạnh regularization chọn bằng validation; scaling thay ý nghĩa penalty.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1C5B7-53C4-4369-9C2B-F2F100DF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objective = data_loss + alpha × penalty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5C6F3-BE46-4832-A4AB-382DA02E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2.3 · 2/13</a:t>
            </a:r>
          </a:p>
        </p:txBody>
      </p:sp>
    </p:spTree>
    <p:extLst>
      <p:ext uri="{BB962C8B-B14F-4D97-AF65-F5344CB8AC3E}">
        <p14:creationId xmlns:p14="http://schemas.microsoft.com/office/powerpoint/2010/main" val="140310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2E0F6-0A98-4982-988D-2F92ED1D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[1,-2,3]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432D6-A0DE-46BD-953E-BC388FED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2.3 · 3/13</a:t>
            </a:r>
          </a:p>
        </p:txBody>
      </p:sp>
    </p:spTree>
    <p:extLst>
      <p:ext uri="{BB962C8B-B14F-4D97-AF65-F5344CB8AC3E}">
        <p14:creationId xmlns:p14="http://schemas.microsoft.com/office/powerpoint/2010/main" val="209891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52488-A511-4F77-9652-2E034632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32A31-682F-4374-A84A-29D550ED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"l1": 6,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"l2_squared": 14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47BB3-7C4F-4A88-8F58-2C6F627A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2.3 · 4/13</a:t>
            </a:r>
          </a:p>
        </p:txBody>
      </p:sp>
    </p:spTree>
    <p:extLst>
      <p:ext uri="{BB962C8B-B14F-4D97-AF65-F5344CB8AC3E}">
        <p14:creationId xmlns:p14="http://schemas.microsoft.com/office/powerpoint/2010/main" val="652633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6782A-8A3B-401F-847A-33B4E989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D9318-EAE9-4685-9011-737A1DCB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sklearn.linear_model import LinearRegression,Ridge,Lasso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 = np.array([[0,0],[1,1],[2,2],[3,3],[4,4]],dtype=float)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y = np.array([0,2,4,6,8],dtype=float)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print("Hai features ở đây giống nhau hoàn toàn.")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model in [LinearRegression(),Ridge(alpha=10),Lasso(alpha=0.5)]: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model.fit(X,y)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print(type(model).__name__,model.coef_.round(4).tolist())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print("L1([1,1]):",np.abs([1,1]).sum())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print("L2 squared([1,1]):",np.square([1,1]).sum())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Không chọn penalty bằng điểm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53911-C112-446B-AA4B-52C51132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69D50-5F8B-4A4C-8175-088B75C9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2.3 · 5/13</a:t>
            </a:r>
          </a:p>
        </p:txBody>
      </p:sp>
    </p:spTree>
    <p:extLst>
      <p:ext uri="{BB962C8B-B14F-4D97-AF65-F5344CB8AC3E}">
        <p14:creationId xmlns:p14="http://schemas.microsoft.com/office/powerpoint/2010/main" val="6272576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6F1B1-F7B1-4B2A-B93A-1C6D067C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DAF7C-013A-4DA2-A2D0-D3B0D4EB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Hai features ở đây giống nhau hoàn toàn.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LinearRegression [1.0, 1.0]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Ridge [0.6667, 0.6667]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Lasso [1.75, 0.0]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L1([1,1]): 2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L2 squared([1,1]):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D1E74-A8BA-4649-AD4D-ED159223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2.3 · 6/13</a:t>
            </a:r>
          </a:p>
        </p:txBody>
      </p:sp>
    </p:spTree>
    <p:extLst>
      <p:ext uri="{BB962C8B-B14F-4D97-AF65-F5344CB8AC3E}">
        <p14:creationId xmlns:p14="http://schemas.microsoft.com/office/powerpoint/2010/main" val="12846396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7B816-ED22-4E99-A4BE-4CCD8BF7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6EE7B-7326-4AE1-A0C4-C3A6DC25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Alpha và C ở các APIs có thể có chiều tác dụng ngược nhau.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B8245-4E3E-4937-9115-D6700E96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L1/L2 của [1,-2,3] và so các hệ số model trong demo.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213CF-0762-4E2E-AF2D-C6D29CA6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2.3 · 7/13</a:t>
            </a:r>
          </a:p>
        </p:txBody>
      </p:sp>
    </p:spTree>
    <p:extLst>
      <p:ext uri="{BB962C8B-B14F-4D97-AF65-F5344CB8AC3E}">
        <p14:creationId xmlns:p14="http://schemas.microsoft.com/office/powerpoint/2010/main" val="10528019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1AAFF-CC18-4107-8DEB-36500565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8D0B1-9DF0-4A22-A76B-DC1DB36B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Trả L1=sum|w| và L2_squared=sumw^2.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[1,-2,3]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98BA9-40F5-436D-B0BD-B3124CC1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2.3 · 8/13</a:t>
            </a:r>
          </a:p>
        </p:txBody>
      </p:sp>
    </p:spTree>
    <p:extLst>
      <p:ext uri="{BB962C8B-B14F-4D97-AF65-F5344CB8AC3E}">
        <p14:creationId xmlns:p14="http://schemas.microsoft.com/office/powerpoint/2010/main" val="2111949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6549F-0875-4B66-AB57-7DF9F22E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1DA27-E7CA-46ED-ACC7-1953ABC3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Không intercept: minimize sum(y-w*x)^2+alpha*w^2; w=sumxy/(sumx^2+alpha), denominator0→0.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[2,4]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alpha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9FDB8-636A-4CDA-924F-825675E3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2.3 · 9/13</a:t>
            </a:r>
          </a:p>
        </p:txBody>
      </p:sp>
    </p:spTree>
    <p:extLst>
      <p:ext uri="{BB962C8B-B14F-4D97-AF65-F5344CB8AC3E}">
        <p14:creationId xmlns:p14="http://schemas.microsoft.com/office/powerpoint/2010/main" val="12930785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F4CCC-EF97-447D-9C31-3FB9A618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1F4D0-D93B-49CF-9B2B-0562CEBF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Trả L1=sum|w| và L2_squared=sumw^2.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5E012-EB5F-4B04-A3B8-6F79B02B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w: list số.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737B1-3548-4694-89B2-E9763619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A72B2-91AD-4A06-93BF-9339E8FC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2.3 · 10/13</a:t>
            </a:r>
          </a:p>
        </p:txBody>
      </p:sp>
    </p:spTree>
    <p:extLst>
      <p:ext uri="{BB962C8B-B14F-4D97-AF65-F5344CB8AC3E}">
        <p14:creationId xmlns:p14="http://schemas.microsoft.com/office/powerpoint/2010/main" val="6858836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33F00-C3EA-48EB-AAA9-929B27AF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805B7-69BE-46D1-9B6F-A55DC35D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intercept: minimize sum(y-w*x)^2+alpha*w^2; w=sumxy/(sumx^2+alpha), denominator0→0.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15220-5A44-4659-8631-0DFE224C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x/y: list số cùng chiều dài&gt;0; alpha&gt;=0.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FAC7F-165B-4103-B2EA-64C975FF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E44CA-68D3-45F5-9667-7A35A26C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2.3 · 11/13</a:t>
            </a:r>
          </a:p>
        </p:txBody>
      </p:sp>
    </p:spTree>
    <p:extLst>
      <p:ext uri="{BB962C8B-B14F-4D97-AF65-F5344CB8AC3E}">
        <p14:creationId xmlns:p14="http://schemas.microsoft.com/office/powerpoint/2010/main" val="1506692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E7F1D-0997-42BD-B6E6-8B2CAACE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19BA3-63E5-4402-995D-66196F8B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Hồi quy có features nhiễu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3DE28-B740-4441-BE62-17F65C25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reg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8BCA9-F653-4E7E-80E6-0F8BF3AC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RMSE; score=exp(-RMSE).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3FB96-F50D-4614-8998-DE10BFA9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F6F18-557A-410D-8FF9-76548D11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2.3 · 12/13</a:t>
            </a:r>
          </a:p>
        </p:txBody>
      </p:sp>
    </p:spTree>
    <p:extLst>
      <p:ext uri="{BB962C8B-B14F-4D97-AF65-F5344CB8AC3E}">
        <p14:creationId xmlns:p14="http://schemas.microsoft.com/office/powerpoint/2010/main" val="5975661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13061-B5C5-44C7-91B9-A5C4D7DA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8EB45-CF00-4B42-97A4-DAAC6503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L1/L2 của [1,-2,3] và so các hệ số model trong demo.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4A5C6-4550-42D0-AF5A-4A7A30FD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KHTN 3.5; NT phụ lục 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01A32-FF87-42DD-8642-FC8E74CD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NT 9.5 phần Ridge; làm ví dụ Ridge/Lasso trong KHTN 3.5.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ED147-B596-4FA9-95E2-041D8425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2.3 · 13/13</a:t>
            </a:r>
          </a:p>
        </p:txBody>
      </p:sp>
    </p:spTree>
    <p:extLst>
      <p:ext uri="{BB962C8B-B14F-4D97-AF65-F5344CB8AC3E}">
        <p14:creationId xmlns:p14="http://schemas.microsoft.com/office/powerpoint/2010/main" val="1907356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2026-10-01T09:00:27.7210000Z</dcterms:created>
  <dcterms:modified xsi:type="dcterms:W3CDTF">2026-10-01T09:00:27.7210000Z</dcterms:modified>
</coreProperties>
</file>