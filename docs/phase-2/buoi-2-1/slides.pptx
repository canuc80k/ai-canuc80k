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26ff300d9db4868" /><Relationship Type="http://schemas.openxmlformats.org/officeDocument/2006/relationships/extended-properties" Target="/docProps/app.xml" Id="R4608d07657714dd4" /><Relationship Type="http://schemas.openxmlformats.org/officeDocument/2006/relationships/officeDocument" Target="/ppt/presentation.xml" Id="R007e63ff01c04d2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7591c840f7a4713"/>
  </p:sldMasterIdLst>
  <p:notesMasterIdLst>
    <p:notesMasterId xmlns:r="http://schemas.openxmlformats.org/officeDocument/2006/relationships" r:id="R85fa75e830014429"/>
  </p:notesMasterIdLst>
  <p:sldIdLst>
    <p:sldId xmlns:r="http://schemas.openxmlformats.org/officeDocument/2006/relationships" id="256" r:id="R99b994cd024e43d5"/>
    <p:sldId xmlns:r="http://schemas.openxmlformats.org/officeDocument/2006/relationships" id="257" r:id="Ra6540d103c724e7e"/>
    <p:sldId xmlns:r="http://schemas.openxmlformats.org/officeDocument/2006/relationships" id="258" r:id="R7e57ad90e8da4671"/>
    <p:sldId xmlns:r="http://schemas.openxmlformats.org/officeDocument/2006/relationships" id="259" r:id="Racb6dca508284123"/>
    <p:sldId xmlns:r="http://schemas.openxmlformats.org/officeDocument/2006/relationships" id="260" r:id="R5c92406c37df4120"/>
    <p:sldId xmlns:r="http://schemas.openxmlformats.org/officeDocument/2006/relationships" id="261" r:id="R034401b1bdcb4049"/>
    <p:sldId xmlns:r="http://schemas.openxmlformats.org/officeDocument/2006/relationships" id="262" r:id="Rf62704a3b3584be3"/>
    <p:sldId xmlns:r="http://schemas.openxmlformats.org/officeDocument/2006/relationships" id="263" r:id="Rdb18af017cfe410e"/>
    <p:sldId xmlns:r="http://schemas.openxmlformats.org/officeDocument/2006/relationships" id="264" r:id="Rd8c5a7a01dc24b32"/>
    <p:sldId xmlns:r="http://schemas.openxmlformats.org/officeDocument/2006/relationships" id="265" r:id="R40456da91b0b4db9"/>
    <p:sldId xmlns:r="http://schemas.openxmlformats.org/officeDocument/2006/relationships" id="266" r:id="R02acae353d884a69"/>
    <p:sldId xmlns:r="http://schemas.openxmlformats.org/officeDocument/2006/relationships" id="267" r:id="R463f1ca059014e2f"/>
    <p:sldId xmlns:r="http://schemas.openxmlformats.org/officeDocument/2006/relationships" id="268" r:id="R50e313d2e5e0412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487e7833784464a" /><Relationship Type="http://schemas.openxmlformats.org/officeDocument/2006/relationships/slideMaster" Target="/ppt/slideMasters/slideMaster1.xml" Id="R27591c840f7a4713" /><Relationship Type="http://schemas.openxmlformats.org/officeDocument/2006/relationships/notesMaster" Target="/ppt/notesMasters/notesMaster1.xml" Id="R85fa75e830014429" /><Relationship Type="http://schemas.openxmlformats.org/officeDocument/2006/relationships/presProps" Target="/ppt/presProps.xml" Id="R1d7463ffa78b4e60" /><Relationship Type="http://schemas.openxmlformats.org/officeDocument/2006/relationships/tableStyles" Target="/ppt/tableStyles.xml" Id="R6216de6f5638486d" /><Relationship Type="http://schemas.openxmlformats.org/officeDocument/2006/relationships/slide" Target="/ppt/slides/slide1.xml" Id="R99b994cd024e43d5" /><Relationship Type="http://schemas.openxmlformats.org/officeDocument/2006/relationships/slide" Target="/ppt/slides/slide2.xml" Id="Ra6540d103c724e7e" /><Relationship Type="http://schemas.openxmlformats.org/officeDocument/2006/relationships/slide" Target="/ppt/slides/slide3.xml" Id="R7e57ad90e8da4671" /><Relationship Type="http://schemas.openxmlformats.org/officeDocument/2006/relationships/slide" Target="/ppt/slides/slide4.xml" Id="Racb6dca508284123" /><Relationship Type="http://schemas.openxmlformats.org/officeDocument/2006/relationships/slide" Target="/ppt/slides/slide5.xml" Id="R5c92406c37df4120" /><Relationship Type="http://schemas.openxmlformats.org/officeDocument/2006/relationships/slide" Target="/ppt/slides/slide6.xml" Id="R034401b1bdcb4049" /><Relationship Type="http://schemas.openxmlformats.org/officeDocument/2006/relationships/slide" Target="/ppt/slides/slide7.xml" Id="Rf62704a3b3584be3" /><Relationship Type="http://schemas.openxmlformats.org/officeDocument/2006/relationships/slide" Target="/ppt/slides/slide8.xml" Id="Rdb18af017cfe410e" /><Relationship Type="http://schemas.openxmlformats.org/officeDocument/2006/relationships/slide" Target="/ppt/slides/slide9.xml" Id="Rd8c5a7a01dc24b32" /><Relationship Type="http://schemas.openxmlformats.org/officeDocument/2006/relationships/slide" Target="/ppt/slides/slide10.xml" Id="R40456da91b0b4db9" /><Relationship Type="http://schemas.openxmlformats.org/officeDocument/2006/relationships/slide" Target="/ppt/slides/slide11.xml" Id="R02acae353d884a69" /><Relationship Type="http://schemas.openxmlformats.org/officeDocument/2006/relationships/slide" Target="/ppt/slides/slide12.xml" Id="R463f1ca059014e2f" /><Relationship Type="http://schemas.openxmlformats.org/officeDocument/2006/relationships/slide" Target="/ppt/slides/slide13.xml" Id="R50e313d2e5e0412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2e63d6f467742f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cca5cdbbd6d48e7" /><Relationship Type="http://schemas.openxmlformats.org/officeDocument/2006/relationships/notesMaster" Target="/ppt/notesMasters/notesMaster1.xml" Id="Ra5472e1caa6d4d6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cec0218ff124900" /><Relationship Type="http://schemas.openxmlformats.org/officeDocument/2006/relationships/notesMaster" Target="/ppt/notesMasters/notesMaster1.xml" Id="R33227dbfc630416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5681571131a412f" /><Relationship Type="http://schemas.openxmlformats.org/officeDocument/2006/relationships/notesMaster" Target="/ppt/notesMasters/notesMaster1.xml" Id="R430f86c818cd46f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c45b61e1581478a" /><Relationship Type="http://schemas.openxmlformats.org/officeDocument/2006/relationships/notesMaster" Target="/ppt/notesMasters/notesMaster1.xml" Id="R85628d9ddaea420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d1f2b7ab8094553" /><Relationship Type="http://schemas.openxmlformats.org/officeDocument/2006/relationships/notesMaster" Target="/ppt/notesMasters/notesMaster1.xml" Id="R01d44fe207814b3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95fd8d12eda4ac7" /><Relationship Type="http://schemas.openxmlformats.org/officeDocument/2006/relationships/notesMaster" Target="/ppt/notesMasters/notesMaster1.xml" Id="R4710b5735813441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e2bb439fa1c4032" /><Relationship Type="http://schemas.openxmlformats.org/officeDocument/2006/relationships/notesMaster" Target="/ppt/notesMasters/notesMaster1.xml" Id="R4c27044a3cbc4d5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4dbd54dcc264f2d" /><Relationship Type="http://schemas.openxmlformats.org/officeDocument/2006/relationships/notesMaster" Target="/ppt/notesMasters/notesMaster1.xml" Id="R9915cebfa02a4c9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9aa8b55286048a9" /><Relationship Type="http://schemas.openxmlformats.org/officeDocument/2006/relationships/notesMaster" Target="/ppt/notesMasters/notesMaster1.xml" Id="R313f6b53c5904b6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006dfa3f9b34eb5" /><Relationship Type="http://schemas.openxmlformats.org/officeDocument/2006/relationships/notesMaster" Target="/ppt/notesMasters/notesMaster1.xml" Id="R9255ae8772e24bb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a77f3a5746640b3" /><Relationship Type="http://schemas.openxmlformats.org/officeDocument/2006/relationships/notesMaster" Target="/ppt/notesMasters/notesMaster1.xml" Id="R65d73ca92d794f0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564717960f64162" /><Relationship Type="http://schemas.openxmlformats.org/officeDocument/2006/relationships/notesMaster" Target="/ppt/notesMasters/notesMaster1.xml" Id="R17295db2350a473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f1a2dd3094943a5" /><Relationship Type="http://schemas.openxmlformats.org/officeDocument/2006/relationships/notesMaster" Target="/ppt/notesMasters/notesMaster1.xml" Id="Rc6f390c608284c3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Khung đã duyệt, AIO chương 21–22; KHTN 3.1.. AIO 22.3 “Linear Regression cho bài toán advertising”; NT 9.5 phần Linear Regression.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2.1: Linear Regression</a:t>
            </a:r>
          </a:p>
          <a:p xmlns:a="http://schemas.openxmlformats.org/drawingml/2006/main">
            <a:r>
              <a:t>Nguồn giáo trình: AIO chương 21–22; KHTN 3.1.</a:t>
            </a:r>
          </a:p>
          <a:p xmlns:a="http://schemas.openxmlformats.org/drawingml/2006/main">
            <a:r>
              <a:t>Bài tiếp theo trong nguồn: AIO 22.3 “Linear Regression cho bài toán advertising”; NT 9.5 phần Linear Regression.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2.1: Linear Regression</a:t>
            </a:r>
          </a:p>
          <a:p xmlns:a="http://schemas.openxmlformats.org/drawingml/2006/main">
            <a:r>
              <a:t>Nguồn giáo trình: AIO chương 21–22; KHTN 3.1.</a:t>
            </a:r>
          </a:p>
          <a:p xmlns:a="http://schemas.openxmlformats.org/drawingml/2006/main">
            <a:r>
              <a:t>Bài tiếp theo trong nguồn: AIO 22.3 “Linear Regression cho bài toán advertising”; NT 9.5 phần Linear Regression.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2.1: Linear Regression</a:t>
            </a:r>
          </a:p>
          <a:p xmlns:a="http://schemas.openxmlformats.org/drawingml/2006/main">
            <a:r>
              <a:t>Nguồn giáo trình: AIO chương 21–22; KHTN 3.1.</a:t>
            </a:r>
          </a:p>
          <a:p xmlns:a="http://schemas.openxmlformats.org/drawingml/2006/main">
            <a:r>
              <a:t>Bài tiếp theo trong nguồn: AIO 22.3 “Linear Regression cho bài toán advertising”; NT 9.5 phần Linear Regression.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2.1: Linear Regression</a:t>
            </a:r>
          </a:p>
          <a:p xmlns:a="http://schemas.openxmlformats.org/drawingml/2006/main">
            <a:r>
              <a:t>Nguồn giáo trình: AIO chương 21–22; KHTN 3.1.</a:t>
            </a:r>
          </a:p>
          <a:p xmlns:a="http://schemas.openxmlformats.org/drawingml/2006/main">
            <a:r>
              <a:t>Bài tiếp theo trong nguồn: AIO 22.3 “Linear Regression cho bài toán advertising”; NT 9.5 phần Linear Regression.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2.1: Linear Regression</a:t>
            </a:r>
          </a:p>
          <a:p xmlns:a="http://schemas.openxmlformats.org/drawingml/2006/main">
            <a:r>
              <a:t>Nguồn giáo trình: AIO chương 21–22; KHTN 3.1.</a:t>
            </a:r>
          </a:p>
          <a:p xmlns:a="http://schemas.openxmlformats.org/drawingml/2006/main">
            <a:r>
              <a:t>Bài tiếp theo trong nguồn: AIO 22.3 “Linear Regression cho bài toán advertising”; NT 9.5 phần Linear Regression.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2.1: Linear Regression</a:t>
            </a:r>
          </a:p>
          <a:p xmlns:a="http://schemas.openxmlformats.org/drawingml/2006/main">
            <a:r>
              <a:t>Nguồn giáo trình: AIO chương 21–22; KHTN 3.1.</a:t>
            </a:r>
          </a:p>
          <a:p xmlns:a="http://schemas.openxmlformats.org/drawingml/2006/main">
            <a:r>
              <a:t>Bài tiếp theo trong nguồn: AIO 22.3 “Linear Regression cho bài toán advertising”; NT 9.5 phần Linear Regression.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Đối chiếu sau khi học sinh làm: [1,3,5]</a:t>
            </a:r>
          </a:p>
          <a:p xmlns:a="http://schemas.openxmlformats.org/drawingml/2006/main">
            <a:r>
              <a:t>Tham khảo: AIO chương 21–22; KHTN 3.1.</a:t>
            </a:r>
          </a:p>
          <a:p xmlns:a="http://schemas.openxmlformats.org/drawingml/2006/main">
            <a:r>
              <a:t>Nếu input dài, mở BAI_HOC.html để xem đủ. Không cắt data trong bài tập gốc.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Đối chiếu sau khi học sinh làm: {"w":2,"b":1}</a:t>
            </a:r>
          </a:p>
          <a:p xmlns:a="http://schemas.openxmlformats.org/drawingml/2006/main">
            <a:r>
              <a:t>Tham khảo: AIO chương 21–22; KHTN 3.1.</a:t>
            </a:r>
          </a:p>
          <a:p xmlns:a="http://schemas.openxmlformats.org/drawingml/2006/main">
            <a:r>
              <a:t>Nếu input dài, mở BAI_HOC.html để xem đủ. Không cắt data trong bài tập gốc.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2.1: Linear Regression</a:t>
            </a:r>
          </a:p>
          <a:p xmlns:a="http://schemas.openxmlformats.org/drawingml/2006/main">
            <a:r>
              <a:t>Nguồn giáo trình: AIO chương 21–22; KHTN 3.1.</a:t>
            </a:r>
          </a:p>
          <a:p xmlns:a="http://schemas.openxmlformats.org/drawingml/2006/main">
            <a:r>
              <a:t>Bài tiếp theo trong nguồn: AIO 22.3 “Linear Regression cho bài toán advertising”; NT 9.5 phần Linear Regression.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2.1: Linear Regression</a:t>
            </a:r>
          </a:p>
          <a:p xmlns:a="http://schemas.openxmlformats.org/drawingml/2006/main">
            <a:r>
              <a:t>Nguồn giáo trình: AIO chương 21–22; KHTN 3.1.</a:t>
            </a:r>
          </a:p>
          <a:p xmlns:a="http://schemas.openxmlformats.org/drawingml/2006/main">
            <a:r>
              <a:t>Bài tiếp theo trong nguồn: AIO 22.3 “Linear Regression cho bài toán advertising”; NT 9.5 phần Linear Regression.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2.1: Linear Regression</a:t>
            </a:r>
          </a:p>
          <a:p xmlns:a="http://schemas.openxmlformats.org/drawingml/2006/main">
            <a:r>
              <a:t>Nguồn giáo trình: AIO chương 21–22; KHTN 3.1.</a:t>
            </a:r>
          </a:p>
          <a:p xmlns:a="http://schemas.openxmlformats.org/drawingml/2006/main">
            <a:r>
              <a:t>Bài tiếp theo trong nguồn: AIO 22.3 “Linear Regression cho bài toán advertising”; NT 9.5 phần Linear Regression.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2.1: Linear Regression</a:t>
            </a:r>
          </a:p>
          <a:p xmlns:a="http://schemas.openxmlformats.org/drawingml/2006/main">
            <a:r>
              <a:t>Nguồn giáo trình: AIO chương 21–22; KHTN 3.1.</a:t>
            </a:r>
          </a:p>
          <a:p xmlns:a="http://schemas.openxmlformats.org/drawingml/2006/main">
            <a:r>
              <a:t>Bài tiếp theo trong nguồn: AIO 22.3 “Linear Regression cho bài toán advertising”; NT 9.5 phần Linear Regression.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2a56f26121486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4ffeebe00554b1b" /><Relationship Type="http://schemas.openxmlformats.org/officeDocument/2006/relationships/slideLayout" Target="/ppt/slideLayouts/slideLayout1.xml" Id="Rbaee09ff9af84a1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aee09ff9af84a1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499b708a5848e2" /><Relationship Type="http://schemas.openxmlformats.org/officeDocument/2006/relationships/notesSlide" Target="/ppt/notesSlides/notesSlide1.xml" Id="R7cc5beaaa2bd4c9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87317cc6af462a" /><Relationship Type="http://schemas.openxmlformats.org/officeDocument/2006/relationships/notesSlide" Target="/ppt/notesSlides/notesSlide2.xml" Id="R81863aef497843c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b3c30717b541e5" /><Relationship Type="http://schemas.openxmlformats.org/officeDocument/2006/relationships/notesSlide" Target="/ppt/notesSlides/notesSlide3.xml" Id="R3aded8085d114e5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9ca2bf937642fe" /><Relationship Type="http://schemas.openxmlformats.org/officeDocument/2006/relationships/notesSlide" Target="/ppt/notesSlides/notesSlide4.xml" Id="R0588d56ee2cb4ef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f5680c38714071" /><Relationship Type="http://schemas.openxmlformats.org/officeDocument/2006/relationships/notesSlide" Target="/ppt/notesSlides/notesSlide5.xml" Id="Rde6932f9ed454d5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19f4d1296945c4" /><Relationship Type="http://schemas.openxmlformats.org/officeDocument/2006/relationships/notesSlide" Target="/ppt/notesSlides/notesSlide6.xml" Id="Re824121a1d844d8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22d3d6a40c4dae" /><Relationship Type="http://schemas.openxmlformats.org/officeDocument/2006/relationships/notesSlide" Target="/ppt/notesSlides/notesSlide7.xml" Id="R43c9d91fd7ff402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f0263213ea4d8d" /><Relationship Type="http://schemas.openxmlformats.org/officeDocument/2006/relationships/notesSlide" Target="/ppt/notesSlides/notesSlide8.xml" Id="R7ed1876e47e7444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838edaede1441f" /><Relationship Type="http://schemas.openxmlformats.org/officeDocument/2006/relationships/notesSlide" Target="/ppt/notesSlides/notesSlide9.xml" Id="R7f79d124d73d4bb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492c2637b54713" /><Relationship Type="http://schemas.openxmlformats.org/officeDocument/2006/relationships/notesSlide" Target="/ppt/notesSlides/notesSlide10.xml" Id="Rf24caf23386f4c6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4a5ef6f30a4dc3" /><Relationship Type="http://schemas.openxmlformats.org/officeDocument/2006/relationships/notesSlide" Target="/ppt/notesSlides/notesSlide11.xml" Id="R58ffe1c76afb41e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333f71351f4555" /><Relationship Type="http://schemas.openxmlformats.org/officeDocument/2006/relationships/notesSlide" Target="/ppt/notesSlides/notesSlide12.xml" Id="R59139303dcf941d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9258880d244781" /><Relationship Type="http://schemas.openxmlformats.org/officeDocument/2006/relationships/notesSlide" Target="/ppt/notesSlides/notesSlide13.xml" Id="Re097e6763f58484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DC9FC1-DB60-42CB-824B-ECDE5F9D6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Buổi 2.1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8BAEF6-8A29-4E05-AA52-94D38F415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6680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Linear Regression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6292CD-B0DA-46FF-91B7-F490FF3A7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1047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Một đường thẳng có thể dự đoán ngoài các điểm đã thấy thế nào?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2716E8-BC16-489A-AF36-A9345DC7F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2.1 · 1/13</a:t>
            </a:r>
          </a:p>
        </p:txBody>
      </p:sp>
    </p:spTree>
    <p:extLst>
      <p:ext uri="{BB962C8B-B14F-4D97-AF65-F5344CB8AC3E}">
        <p14:creationId xmlns:p14="http://schemas.microsoft.com/office/powerpoint/2010/main" val="171033611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D3F544-6E3F-4273-B0AB-C8595853B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Ý tưởng cần hiểu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60C83F-369F-450A-A655-A6D3751FC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Linear Regression tìm weights/bias làm squared residual nhỏ.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337BE9-4258-4BD6-ABF0-01B21B989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Hệ số biểu diễn quan hệ trong dữ liệu; không tự chứng minh nhân quả.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F51190-9EEF-40AF-995B-0E52C14B4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So với mean baseline và xem residual trên validation.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5385F2-C580-4D95-B35F-5C599A184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ŷ = w·x+b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481629-ED77-4D8A-A4D6-34C38D6A1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2.1 · 2/13</a:t>
            </a:r>
          </a:p>
        </p:txBody>
      </p:sp>
    </p:spTree>
    <p:extLst>
      <p:ext uri="{BB962C8B-B14F-4D97-AF65-F5344CB8AC3E}">
        <p14:creationId xmlns:p14="http://schemas.microsoft.com/office/powerpoint/2010/main" val="77400341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DF9401-6C2D-454F-9F85-44C93811A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Ví dụ: đọc input trước khi tính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609600" y="1571625"/>
          <a:ext xmlns:a="http://schemas.openxmlformats.org/drawingml/2006/main" cx="10972800" cy="2514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115300"/>
              </a:tblGrid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Trường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Giá trị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X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[[0],[1],[2]]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w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[2]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1E488A-6C5E-4A91-8E3E-BB2EE3908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2.1 · 3/13</a:t>
            </a:r>
          </a:p>
        </p:txBody>
      </p:sp>
    </p:spTree>
    <p:extLst>
      <p:ext uri="{BB962C8B-B14F-4D97-AF65-F5344CB8AC3E}">
        <p14:creationId xmlns:p14="http://schemas.microsoft.com/office/powerpoint/2010/main" val="97394301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29611D-9398-443D-8716-ABBCECE15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Đối chiếu phép tính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F5392F-17C8-4F47-8056-5F267720E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457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[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  1,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  3,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  5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A958D3-610A-4383-A8C3-7549A44CF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2.1 · 4/13</a:t>
            </a:r>
          </a:p>
        </p:txBody>
      </p:sp>
    </p:spTree>
    <p:extLst>
      <p:ext uri="{BB962C8B-B14F-4D97-AF65-F5344CB8AC3E}">
        <p14:creationId xmlns:p14="http://schemas.microsoft.com/office/powerpoint/2010/main" val="18837638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27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ED45BF-E66D-4FF7-8FA5-80B8490F3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Code minh họa — đoạn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92EA2E-0043-4E0B-8D3C-DF9037838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import numpy as np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from sklearn.linear_model import LinearRegression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X = np.array([[0],[1],[2],[3]],dtype=float)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y = np.array([1,3,5,7],dtype=float)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model = LinearRegression().fit(X,y)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print("w:",model.coef_.round(6).tolist(),"b:",round(float(model.intercept_),6))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new = np.array([[4],[5]],dtype=float)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print("Dự đoán:",model.predict(new).round(6).tolist())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assert np.allclose(model.predict(new),[9,11])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# Đây là fixture tuyến tính chính xác; data thật thường có noise.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E46F95-58E2-4CA1-8BAD-71EABEFF7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CBDCE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BDCE3"/>
                </a:solidFill>
                <a:latin typeface="Arial"/>
                <a:ea typeface="Arial"/>
                <a:cs typeface="Arial"/>
              </a:rPr>
              <a:t>Code đầy đủ: code_minh_hoa.py / code_minh_hoa.ipynb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E3154A-D561-457D-9100-DC1257E73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DCDD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DCDD4"/>
                </a:solidFill>
                <a:latin typeface="Arial"/>
                <a:ea typeface="Arial"/>
                <a:cs typeface="Arial"/>
              </a:rPr>
              <a:t>AI Canuc80k · Buổi 2.1 · 5/13</a:t>
            </a:r>
          </a:p>
        </p:txBody>
      </p:sp>
    </p:spTree>
    <p:extLst>
      <p:ext uri="{BB962C8B-B14F-4D97-AF65-F5344CB8AC3E}">
        <p14:creationId xmlns:p14="http://schemas.microsoft.com/office/powerpoint/2010/main" val="10368267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530E69-95D1-41A3-8EAE-E971DD029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Output của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949EB8-32C3-4993-91EC-9E3EA8219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w: [2.0] b: 1.0</a:t>
            </a:r>
          </a:p>
          <a:p xmlns:a="http://schemas.openxmlformats.org/drawingml/2006/main">
            <a:pPr>
              <a:defRPr sz="1725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Dự đoán: [9.0, 11.0]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4EFA91-0EC4-48B0-B350-A67C79018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2.1 · 6/13</a:t>
            </a:r>
          </a:p>
        </p:txBody>
      </p:sp>
    </p:spTree>
    <p:extLst>
      <p:ext uri="{BB962C8B-B14F-4D97-AF65-F5344CB8AC3E}">
        <p14:creationId xmlns:p14="http://schemas.microsoft.com/office/powerpoint/2010/main" val="68508858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28EB32-3D1B-46F4-BA55-AD768925A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Điểm dễ nhầm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8ABDAD-CED0-4FDA-B3D8-460F3B462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668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Không dự đoán lớn hơn thật chỉ vì R2 trên train đẹp.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D0A23C-CF25-49B1-936D-45FE4D9E5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10668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Fit fixture y=2x+1 rồi dự đoán x4, x5 bằng tay.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B15033-D568-4F0C-8AEC-368AF68F5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2.1 · 7/13</a:t>
            </a:r>
          </a:p>
        </p:txBody>
      </p:sp>
    </p:spTree>
    <p:extLst>
      <p:ext uri="{BB962C8B-B14F-4D97-AF65-F5344CB8AC3E}">
        <p14:creationId xmlns:p14="http://schemas.microsoft.com/office/powerpoint/2010/main" val="173121038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73AA81-94A9-494F-8368-66D8600CE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Bài trên lớp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13E414-F517-4072-9211-EC012072E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Dự đoán từng hàng dot(row, w)+b.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2714625"/>
          <a:ext xmlns:a="http://schemas.openxmlformats.org/drawingml/2006/main" cx="10972800" cy="2514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115300"/>
              </a:tblGrid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Trường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Giá trị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X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[[0],[1],[2]]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w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[2]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D48FEE-55CA-4291-BAFE-5A9D564AD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2.1 · 8/13</a:t>
            </a:r>
          </a:p>
        </p:txBody>
      </p:sp>
    </p:spTree>
    <p:extLst>
      <p:ext uri="{BB962C8B-B14F-4D97-AF65-F5344CB8AC3E}">
        <p14:creationId xmlns:p14="http://schemas.microsoft.com/office/powerpoint/2010/main" val="144249784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3E6CFD-D634-4A25-99D1-4E5CC0981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Bài trên lớp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42A8B0-93C2-4805-9076-DA1A1B43A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Fit y=w*x+b bằng least squares; nếu x toàn hằng thì w=0, b=mean(y).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2714625"/>
          <a:ext xmlns:a="http://schemas.openxmlformats.org/drawingml/2006/main" cx="10972800" cy="1885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115300"/>
              </a:tblGrid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Trường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Giá trị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x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[0,1,2,3]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[1,3,5,7]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A5F48D-92E7-47E3-A39F-4EE8FCDB9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2.1 · 9/13</a:t>
            </a:r>
          </a:p>
        </p:txBody>
      </p:sp>
    </p:spTree>
    <p:extLst>
      <p:ext uri="{BB962C8B-B14F-4D97-AF65-F5344CB8AC3E}">
        <p14:creationId xmlns:p14="http://schemas.microsoft.com/office/powerpoint/2010/main" val="48267938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B42D61-7916-47BF-8F50-06A0C8755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BTVN 1 — yêu cầu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EB5544-ACFF-4D65-ABD2-3B200278C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668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Dự đoán từng hàng dot(row, w)+b.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2E1987-8A61-4B9F-88B1-A1903A4A8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1066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Input: X: nxd; w: d; b: số.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563A20-44D1-4374-AEC9-E4E8C9C13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Output: một JSON value; xem đầy đủ ví dụ, quy ước và giới hạn trong BTVN_01.txt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A968A2-8C15-4838-A8D9-D50A5F21F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2.1 · 10/13</a:t>
            </a:r>
          </a:p>
        </p:txBody>
      </p:sp>
    </p:spTree>
    <p:extLst>
      <p:ext uri="{BB962C8B-B14F-4D97-AF65-F5344CB8AC3E}">
        <p14:creationId xmlns:p14="http://schemas.microsoft.com/office/powerpoint/2010/main" val="133377204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832DCC-BB20-4211-962B-62DC1FD6C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BTVN 2 — yêu cầu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3B43A7-019F-4E5F-B9E6-7DDAEAE38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668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Fit y=w*x+b bằng least squares; nếu x toàn hằng thì w=0, b=mean(y).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BA8F57-ACA3-4EB0-A396-34F98B3EF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1066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Input: x/y: list số cùng chiều dài&gt;=2.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00A795-C661-4F49-BC33-4D129E17F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Output: một JSON value; xem đầy đủ ví dụ, quy ước và giới hạn trong BTVN_02.txt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BD72D8-78A4-4D7D-A71F-8CFC3309A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2.1 · 11/13</a:t>
            </a:r>
          </a:p>
        </p:txBody>
      </p:sp>
    </p:spTree>
    <p:extLst>
      <p:ext uri="{BB962C8B-B14F-4D97-AF65-F5344CB8AC3E}">
        <p14:creationId xmlns:p14="http://schemas.microsoft.com/office/powerpoint/2010/main" val="39011597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C71656-BDAA-4E87-8FDC-16928166E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BTVN 3 — yêu cầu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18163A-532C-420D-8EAA-D0484A2E3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668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Hồi quy quan hệ tuyến tính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CD8FD7-EAAE-4125-A7C4-9E836A4C0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10668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Data: reg · {"train":500,"valid":120,"test":200}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8C9343-B276-457E-A5D2-8244E7E15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0668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Chấm: RMSE; score=exp(-RMSE).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3D9DD6-2A4B-4403-B548-A82CDFE37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05475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Mở BTVN_03.txt, DATA_NOTE và sample_submission trước khi làm.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FE05B4-061D-4B43-9F42-7B597AAD3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2.1 · 12/13</a:t>
            </a:r>
          </a:p>
        </p:txBody>
      </p:sp>
    </p:spTree>
    <p:extLst>
      <p:ext uri="{BB962C8B-B14F-4D97-AF65-F5344CB8AC3E}">
        <p14:creationId xmlns:p14="http://schemas.microsoft.com/office/powerpoint/2010/main" val="74601546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74BE8E-F1D7-4796-B53D-550872845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Chốt bài và nguồn học tiếp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C5BD8A-2BC3-40D2-8A91-0BCFBD67E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6680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Fit fixture y=2x+1 rồi dự đoán x4, x5 bằng tay.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AFBAC0-C953-4E57-9BEA-571F34526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0520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AIO chương 21–22; KHTN 3.1.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330C2F-915F-469A-8FDD-E8897964C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10668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AIO 22.3 “Linear Regression cho bài toán advertising”; NT 9.5 phần Linear Regression.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00BE41-8F20-4286-9CE3-E201D47DC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2.1 · 13/13</a:t>
            </a:r>
          </a:p>
        </p:txBody>
      </p:sp>
    </p:spTree>
    <p:extLst>
      <p:ext uri="{BB962C8B-B14F-4D97-AF65-F5344CB8AC3E}">
        <p14:creationId xmlns:p14="http://schemas.microsoft.com/office/powerpoint/2010/main" val="18140379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2026-10-01T09:00:08.9680000Z</dcterms:created>
  <dcterms:modified xsi:type="dcterms:W3CDTF">2026-10-01T09:00:08.9680000Z</dcterms:modified>
</coreProperties>
</file>