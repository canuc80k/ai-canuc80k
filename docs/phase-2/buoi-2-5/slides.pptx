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4a0a3cd9c4406" /><Relationship Type="http://schemas.openxmlformats.org/officeDocument/2006/relationships/extended-properties" Target="/docProps/app.xml" Id="R61fdcfbf0b884734" /><Relationship Type="http://schemas.openxmlformats.org/officeDocument/2006/relationships/officeDocument" Target="/ppt/presentation.xml" Id="Rbea28d87c673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c7c1dea5843b1"/>
  </p:sldMasterIdLst>
  <p:notesMasterIdLst>
    <p:notesMasterId xmlns:r="http://schemas.openxmlformats.org/officeDocument/2006/relationships" r:id="R2d1608efd0a54d31"/>
  </p:notesMasterIdLst>
  <p:sldIdLst>
    <p:sldId xmlns:r="http://schemas.openxmlformats.org/officeDocument/2006/relationships" id="256" r:id="Ra6ad61aa08fd44c9"/>
    <p:sldId xmlns:r="http://schemas.openxmlformats.org/officeDocument/2006/relationships" id="257" r:id="R218d5992886a4cbe"/>
    <p:sldId xmlns:r="http://schemas.openxmlformats.org/officeDocument/2006/relationships" id="258" r:id="R74153a676c954516"/>
    <p:sldId xmlns:r="http://schemas.openxmlformats.org/officeDocument/2006/relationships" id="259" r:id="R9af56abb2d984808"/>
    <p:sldId xmlns:r="http://schemas.openxmlformats.org/officeDocument/2006/relationships" id="260" r:id="Rbc44c9af371e49df"/>
    <p:sldId xmlns:r="http://schemas.openxmlformats.org/officeDocument/2006/relationships" id="261" r:id="Rce987bf083a0425e"/>
    <p:sldId xmlns:r="http://schemas.openxmlformats.org/officeDocument/2006/relationships" id="262" r:id="R87d435e010474707"/>
    <p:sldId xmlns:r="http://schemas.openxmlformats.org/officeDocument/2006/relationships" id="263" r:id="R8d83608027a14ec5"/>
    <p:sldId xmlns:r="http://schemas.openxmlformats.org/officeDocument/2006/relationships" id="264" r:id="R8fa5292daeff4581"/>
    <p:sldId xmlns:r="http://schemas.openxmlformats.org/officeDocument/2006/relationships" id="265" r:id="Rb142e80f67ed46bc"/>
    <p:sldId xmlns:r="http://schemas.openxmlformats.org/officeDocument/2006/relationships" id="266" r:id="R13f261f8ace24545"/>
    <p:sldId xmlns:r="http://schemas.openxmlformats.org/officeDocument/2006/relationships" id="267" r:id="Rd45390de22c84ac0"/>
    <p:sldId xmlns:r="http://schemas.openxmlformats.org/officeDocument/2006/relationships" id="268" r:id="R28f6b1e51b9a48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e9d6d5cda747ef" /><Relationship Type="http://schemas.openxmlformats.org/officeDocument/2006/relationships/slideMaster" Target="/ppt/slideMasters/slideMaster1.xml" Id="Rfe0c7c1dea5843b1" /><Relationship Type="http://schemas.openxmlformats.org/officeDocument/2006/relationships/notesMaster" Target="/ppt/notesMasters/notesMaster1.xml" Id="R2d1608efd0a54d31" /><Relationship Type="http://schemas.openxmlformats.org/officeDocument/2006/relationships/presProps" Target="/ppt/presProps.xml" Id="R916b731af0a9489a" /><Relationship Type="http://schemas.openxmlformats.org/officeDocument/2006/relationships/tableStyles" Target="/ppt/tableStyles.xml" Id="R2afe9a08a1db49a6" /><Relationship Type="http://schemas.openxmlformats.org/officeDocument/2006/relationships/slide" Target="/ppt/slides/slide1.xml" Id="Ra6ad61aa08fd44c9" /><Relationship Type="http://schemas.openxmlformats.org/officeDocument/2006/relationships/slide" Target="/ppt/slides/slide2.xml" Id="R218d5992886a4cbe" /><Relationship Type="http://schemas.openxmlformats.org/officeDocument/2006/relationships/slide" Target="/ppt/slides/slide3.xml" Id="R74153a676c954516" /><Relationship Type="http://schemas.openxmlformats.org/officeDocument/2006/relationships/slide" Target="/ppt/slides/slide4.xml" Id="R9af56abb2d984808" /><Relationship Type="http://schemas.openxmlformats.org/officeDocument/2006/relationships/slide" Target="/ppt/slides/slide5.xml" Id="Rbc44c9af371e49df" /><Relationship Type="http://schemas.openxmlformats.org/officeDocument/2006/relationships/slide" Target="/ppt/slides/slide6.xml" Id="Rce987bf083a0425e" /><Relationship Type="http://schemas.openxmlformats.org/officeDocument/2006/relationships/slide" Target="/ppt/slides/slide7.xml" Id="R87d435e010474707" /><Relationship Type="http://schemas.openxmlformats.org/officeDocument/2006/relationships/slide" Target="/ppt/slides/slide8.xml" Id="R8d83608027a14ec5" /><Relationship Type="http://schemas.openxmlformats.org/officeDocument/2006/relationships/slide" Target="/ppt/slides/slide9.xml" Id="R8fa5292daeff4581" /><Relationship Type="http://schemas.openxmlformats.org/officeDocument/2006/relationships/slide" Target="/ppt/slides/slide10.xml" Id="Rb142e80f67ed46bc" /><Relationship Type="http://schemas.openxmlformats.org/officeDocument/2006/relationships/slide" Target="/ppt/slides/slide11.xml" Id="R13f261f8ace24545" /><Relationship Type="http://schemas.openxmlformats.org/officeDocument/2006/relationships/slide" Target="/ppt/slides/slide12.xml" Id="Rd45390de22c84ac0" /><Relationship Type="http://schemas.openxmlformats.org/officeDocument/2006/relationships/slide" Target="/ppt/slides/slide13.xml" Id="R28f6b1e51b9a48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4b85c3c95d42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d7268c0064aee" /><Relationship Type="http://schemas.openxmlformats.org/officeDocument/2006/relationships/notesMaster" Target="/ppt/notesMasters/notesMaster1.xml" Id="R856fdbebd0b14c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4f4adbfe3e4f32" /><Relationship Type="http://schemas.openxmlformats.org/officeDocument/2006/relationships/notesMaster" Target="/ppt/notesMasters/notesMaster1.xml" Id="Rc231d2af4a0043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d4762b7ed943b8" /><Relationship Type="http://schemas.openxmlformats.org/officeDocument/2006/relationships/notesMaster" Target="/ppt/notesMasters/notesMaster1.xml" Id="R40585739d4a94d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dacc7bd6d44805" /><Relationship Type="http://schemas.openxmlformats.org/officeDocument/2006/relationships/notesMaster" Target="/ppt/notesMasters/notesMaster1.xml" Id="Re09a9cf23a3a4a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1cf1714af846cd" /><Relationship Type="http://schemas.openxmlformats.org/officeDocument/2006/relationships/notesMaster" Target="/ppt/notesMasters/notesMaster1.xml" Id="R7378ff49dd644b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d307ba3f5642de" /><Relationship Type="http://schemas.openxmlformats.org/officeDocument/2006/relationships/notesMaster" Target="/ppt/notesMasters/notesMaster1.xml" Id="R0c5b62ccad3b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98b9ea822b499f" /><Relationship Type="http://schemas.openxmlformats.org/officeDocument/2006/relationships/notesMaster" Target="/ppt/notesMasters/notesMaster1.xml" Id="Rba668d46c26548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72d89b5071443b" /><Relationship Type="http://schemas.openxmlformats.org/officeDocument/2006/relationships/notesMaster" Target="/ppt/notesMasters/notesMaster1.xml" Id="R634929af541a4d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c2a8f8bedf4753" /><Relationship Type="http://schemas.openxmlformats.org/officeDocument/2006/relationships/notesMaster" Target="/ppt/notesMasters/notesMaster1.xml" Id="Rd4d7eddb704846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ea33457fb34a7b" /><Relationship Type="http://schemas.openxmlformats.org/officeDocument/2006/relationships/notesMaster" Target="/ppt/notesMasters/notesMaster1.xml" Id="R6935bfd125a844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234e0fd5284204" /><Relationship Type="http://schemas.openxmlformats.org/officeDocument/2006/relationships/notesMaster" Target="/ppt/notesMasters/notesMaster1.xml" Id="R70cb28f1d83043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f6552a656d4347" /><Relationship Type="http://schemas.openxmlformats.org/officeDocument/2006/relationships/notesMaster" Target="/ppt/notesMasters/notesMaster1.xml" Id="R43c2eb20d0f44a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7e06b3269746cf" /><Relationship Type="http://schemas.openxmlformats.org/officeDocument/2006/relationships/notesMaster" Target="/ppt/notesMasters/notesMaster1.xml" Id="R23887ce5fe9944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13.2–13.3; KHTN chương 5.. AIO 13.2/13.3 thực hành, 13.4 trắc nghiệm; NT 9.5/9.6 phần cây.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0.5</a:t>
            </a:r>
          </a:p>
          <a:p xmlns:a="http://schemas.openxmlformats.org/drawingml/2006/main">
            <a:r>
              <a:t>Tham khảo: AIO 13.2–13.3; KHTN chương 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[0,0,1]</a:t>
            </a:r>
          </a:p>
          <a:p xmlns:a="http://schemas.openxmlformats.org/drawingml/2006/main">
            <a:r>
              <a:t>Tham khảo: AIO 13.2–13.3; KHTN chương 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2.5: Decision Trees</a:t>
            </a:r>
          </a:p>
          <a:p xmlns:a="http://schemas.openxmlformats.org/drawingml/2006/main">
            <a:r>
              <a:t>Nguồn giáo trình: AIO 13.2–13.3; KHTN chương 5.</a:t>
            </a:r>
          </a:p>
          <a:p xmlns:a="http://schemas.openxmlformats.org/drawingml/2006/main">
            <a:r>
              <a:t>Bài tiếp theo trong nguồn: AIO 13.2/13.3 thực hành, 13.4 trắc nghiệm; NT 9.5/9.6 phần cây.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65a966996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334218588d45a6" /><Relationship Type="http://schemas.openxmlformats.org/officeDocument/2006/relationships/slideLayout" Target="/ppt/slideLayouts/slideLayout1.xml" Id="R15deca3501bf49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eca3501bf49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245280a424bc6" /><Relationship Type="http://schemas.openxmlformats.org/officeDocument/2006/relationships/notesSlide" Target="/ppt/notesSlides/notesSlide1.xml" Id="R1646ba467706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98399909c4263" /><Relationship Type="http://schemas.openxmlformats.org/officeDocument/2006/relationships/notesSlide" Target="/ppt/notesSlides/notesSlide2.xml" Id="R44b28b5a798d49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e6279d65f42fb" /><Relationship Type="http://schemas.openxmlformats.org/officeDocument/2006/relationships/notesSlide" Target="/ppt/notesSlides/notesSlide3.xml" Id="R48209c0fca004b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eb9db7e2e44a6" /><Relationship Type="http://schemas.openxmlformats.org/officeDocument/2006/relationships/notesSlide" Target="/ppt/notesSlides/notesSlide4.xml" Id="R061e083f899547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0f79c73bd43ff" /><Relationship Type="http://schemas.openxmlformats.org/officeDocument/2006/relationships/notesSlide" Target="/ppt/notesSlides/notesSlide5.xml" Id="Rda73af69c7a242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5b3df2e3b45f2" /><Relationship Type="http://schemas.openxmlformats.org/officeDocument/2006/relationships/notesSlide" Target="/ppt/notesSlides/notesSlide6.xml" Id="Rceb33a234ba047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e05f9f2c040a9" /><Relationship Type="http://schemas.openxmlformats.org/officeDocument/2006/relationships/notesSlide" Target="/ppt/notesSlides/notesSlide7.xml" Id="R1d8d3d7ddc3a4e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1f4753fa4764" /><Relationship Type="http://schemas.openxmlformats.org/officeDocument/2006/relationships/notesSlide" Target="/ppt/notesSlides/notesSlide8.xml" Id="R27d122b8a9134e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4cd978e4d45df" /><Relationship Type="http://schemas.openxmlformats.org/officeDocument/2006/relationships/notesSlide" Target="/ppt/notesSlides/notesSlide9.xml" Id="R8bcc0e468ce64d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c5504cdaa4e45" /><Relationship Type="http://schemas.openxmlformats.org/officeDocument/2006/relationships/notesSlide" Target="/ppt/notesSlides/notesSlide10.xml" Id="R40cae38d8e44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8bd55cae34759" /><Relationship Type="http://schemas.openxmlformats.org/officeDocument/2006/relationships/notesSlide" Target="/ppt/notesSlides/notesSlide11.xml" Id="R7d5509a9c08345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ae97f218d4704" /><Relationship Type="http://schemas.openxmlformats.org/officeDocument/2006/relationships/notesSlide" Target="/ppt/notesSlides/notesSlide12.xml" Id="R88db9025e5034c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ab956d65548b0" /><Relationship Type="http://schemas.openxmlformats.org/officeDocument/2006/relationships/notesSlide" Target="/ppt/notesSlides/notesSlide13.xml" Id="R77ca4d2e03b0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A109D-9139-4235-BC33-ED32803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646AC-9E42-40F1-A93C-CF15047B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Decision Trees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32237-48BF-427D-9D48-C80CA0F0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Cây quyết định chọn câu hỏi ở nút đầu theo tiêu chí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A4802-DF1D-4DE5-BFE0-7F0105D0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1/13</a:t>
            </a:r>
          </a:p>
        </p:txBody>
      </p:sp>
    </p:spTree>
    <p:extLst>
      <p:ext uri="{BB962C8B-B14F-4D97-AF65-F5344CB8AC3E}">
        <p14:creationId xmlns:p14="http://schemas.microsoft.com/office/powerpoint/2010/main" val="1100727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156F6-5FDF-4489-A63F-5C940BD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8D64B-E227-413C-A926-A9F0E760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Mỗi split chia dữ liệu; cây chọn giảm impurity/error.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EAFBA-5344-4586-8A59-2387544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Classification lá dự đoán lớp; regression lá thường lấy trung bình target.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1A3FB-F574-4630-860E-C7C4685C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Depth/min_samples_leaf hạn chế cây học quá chi tiết.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81EE9-8CD8-4304-A270-5BAC4EBF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Gini = 1 - sum_c p_c²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1074E-0C5F-4007-9CCB-8AABA44F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2/13</a:t>
            </a:r>
          </a:p>
        </p:txBody>
      </p:sp>
    </p:spTree>
    <p:extLst>
      <p:ext uri="{BB962C8B-B14F-4D97-AF65-F5344CB8AC3E}">
        <p14:creationId xmlns:p14="http://schemas.microsoft.com/office/powerpoint/2010/main" val="525852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6FB5D-A07E-4CF4-8D7B-001B37A5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labels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858F6-BE44-4AB4-96B4-8CCF308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3/13</a:t>
            </a:r>
          </a:p>
        </p:txBody>
      </p:sp>
    </p:spTree>
    <p:extLst>
      <p:ext uri="{BB962C8B-B14F-4D97-AF65-F5344CB8AC3E}">
        <p14:creationId xmlns:p14="http://schemas.microsoft.com/office/powerpoint/2010/main" val="99837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BB3BC-5235-414B-A3A6-0C3D1F9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176D7-6CE1-412A-83D9-26B4C79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0.5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C0536-9A4A-4863-8FC6-ECC574D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4/13</a:t>
            </a:r>
          </a:p>
        </p:txBody>
      </p:sp>
    </p:spTree>
    <p:extLst>
      <p:ext uri="{BB962C8B-B14F-4D97-AF65-F5344CB8AC3E}">
        <p14:creationId xmlns:p14="http://schemas.microsoft.com/office/powerpoint/2010/main" val="948089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5BD11-F218-443C-AAE4-20360F50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94646-D6A1-417C-935A-54AB7F37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make_moons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sklearn.tree import DecisionTreeClassifier,export_text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make_moons(n_samples=80,noise=.35,random_state=42)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Xtr,Xva,ytr,yva = train_test_split(X,y,test_size=.35,stratify=y,random_state=27)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depth in [1,3,None]: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 = DecisionTreeClassifier(max_depth=depth,random_state=42).fit(Xtr,ytr)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print("depth",depth,"train",round(model.score(Xtr,ytr),4),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"valid",round(model.score(Xva,yva),4))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if depth==1: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print(export_text(model,feature_names=["x1","x2"]).strip())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BED1B-C49F-4561-AA06-8D681418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3AA91-D7AB-44A8-B226-5180DC73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2.5 · 5/13</a:t>
            </a:r>
          </a:p>
        </p:txBody>
      </p:sp>
    </p:spTree>
    <p:extLst>
      <p:ext uri="{BB962C8B-B14F-4D97-AF65-F5344CB8AC3E}">
        <p14:creationId xmlns:p14="http://schemas.microsoft.com/office/powerpoint/2010/main" val="373381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C3A14-D97C-4131-A169-D22C7513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DBCAF-FBD4-4B5F-87AD-12A65029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depth 1 train 0.8269 valid 0.7857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|--- x2 &lt;= 0.25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|   |--- class: 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|--- x2 &gt;  0.25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|   |--- class: 0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depth 3 train 0.9038 valid 0.8571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depth None train 1.0 valid 0.75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C72C5-016B-4E9E-A9E6-E2747A03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6/13</a:t>
            </a:r>
          </a:p>
        </p:txBody>
      </p:sp>
    </p:spTree>
    <p:extLst>
      <p:ext uri="{BB962C8B-B14F-4D97-AF65-F5344CB8AC3E}">
        <p14:creationId xmlns:p14="http://schemas.microsoft.com/office/powerpoint/2010/main" val="1295729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81AC9-92F4-4475-8FE1-98222773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A6327-D9D7-4E3D-AA1A-A969A277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Một cây đọc dễ không có nghĩa luôn tổng quát tốt khi rất sâu.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C36D8-9F58-47C2-9C8C-8D369171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Đọc cây depth1 trong demo và mô tả điều kiện để đến hai lá.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E041E-30A6-467E-A64D-DBFC2F1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7/13</a:t>
            </a:r>
          </a:p>
        </p:txBody>
      </p:sp>
    </p:spTree>
    <p:extLst>
      <p:ext uri="{BB962C8B-B14F-4D97-AF65-F5344CB8AC3E}">
        <p14:creationId xmlns:p14="http://schemas.microsoft.com/office/powerpoint/2010/main" val="1374117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3194E-84F3-4ABD-84BF-37971876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E6B4F-EFC3-4BF6-ACD7-CD5B2CF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Gini=1-sum(freq/N)^2, list rỗng trả 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labels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DE7B9-681C-4DF0-8816-3905A842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8/13</a:t>
            </a:r>
          </a:p>
        </p:txBody>
      </p:sp>
    </p:spTree>
    <p:extLst>
      <p:ext uri="{BB962C8B-B14F-4D97-AF65-F5344CB8AC3E}">
        <p14:creationId xmlns:p14="http://schemas.microsoft.com/office/powerpoint/2010/main" val="1929471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A324D-0F26-4D60-81C5-F0A27DC3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2A410-61A9-490E-90F2-1738A70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Dự đoán left_label khi x&lt;=threshold; ngược lại right_label.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[0,2,5]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left_label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right_label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3AF1C-1041-4C28-AB34-2AE86196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9/13</a:t>
            </a:r>
          </a:p>
        </p:txBody>
      </p:sp>
    </p:spTree>
    <p:extLst>
      <p:ext uri="{BB962C8B-B14F-4D97-AF65-F5344CB8AC3E}">
        <p14:creationId xmlns:p14="http://schemas.microsoft.com/office/powerpoint/2010/main" val="164557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D0152-C7EF-48FB-A673-E0D9458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CCB49-DC38-4AAD-B39F-2F7F7C7B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Gini=1-sum(freq/N)^2, list rỗng trả 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A9E50-6708-48A3-A178-B7AF433D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labels: list integer.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D16EE-1EEA-4141-93F7-4778BD46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4C28F-F954-468E-AA32-65DC524D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10/13</a:t>
            </a:r>
          </a:p>
        </p:txBody>
      </p:sp>
    </p:spTree>
    <p:extLst>
      <p:ext uri="{BB962C8B-B14F-4D97-AF65-F5344CB8AC3E}">
        <p14:creationId xmlns:p14="http://schemas.microsoft.com/office/powerpoint/2010/main" val="19134144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31F60-F038-4EE8-85E8-CBDD6C4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C2FDB-88D4-4DB6-AE47-ECCA371C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Dự đoán left_label khi x&lt;=threshold; ngược lại right_label.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9D6A7-3E7C-4F9B-B9EC-59ACCFF9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list số; threshold: số; left_label/right_label: integer.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D0B60-0588-46B6-A58D-8943F57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4ED84-92AB-4C67-BB1F-1587E374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11/13</a:t>
            </a:r>
          </a:p>
        </p:txBody>
      </p:sp>
    </p:spTree>
    <p:extLst>
      <p:ext uri="{BB962C8B-B14F-4D97-AF65-F5344CB8AC3E}">
        <p14:creationId xmlns:p14="http://schemas.microsoft.com/office/powerpoint/2010/main" val="1354817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883A6-8887-4AB1-9B98-4C975B45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ECA2F-3246-40A6-B983-606D9E89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Cây quyết định có kiểm soát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1002D-DD2A-491B-9C08-B085D334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E072D-EEC7-418A-B28D-A3C0422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58859-F265-4BBB-9CC6-504B4F40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26DA1-90DC-459A-BB67-3EEFCEBC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12/13</a:t>
            </a:r>
          </a:p>
        </p:txBody>
      </p:sp>
    </p:spTree>
    <p:extLst>
      <p:ext uri="{BB962C8B-B14F-4D97-AF65-F5344CB8AC3E}">
        <p14:creationId xmlns:p14="http://schemas.microsoft.com/office/powerpoint/2010/main" val="1762911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63524-B094-415F-8684-3A98B0F6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7766E-8D06-4947-AFFC-222ED0FB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Đọc cây depth1 trong demo và mô tả điều kiện để đến hai lá.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71362-BCB4-4C89-9521-7B3FFE94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13.2–13.3; KHTN chương 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93E06-6C2B-4145-9E1A-B7036435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13.2/13.3 thực hành, 13.4 trắc nghiệm; NT 9.5/9.6 phần cây.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2EFF8-53E4-404A-A7BF-28D43F1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2.5 · 13/13</a:t>
            </a:r>
          </a:p>
        </p:txBody>
      </p:sp>
    </p:spTree>
    <p:extLst>
      <p:ext uri="{BB962C8B-B14F-4D97-AF65-F5344CB8AC3E}">
        <p14:creationId xmlns:p14="http://schemas.microsoft.com/office/powerpoint/2010/main" val="1936887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2026-10-01T09:00:46.8490000Z</dcterms:created>
  <dcterms:modified xsi:type="dcterms:W3CDTF">2026-10-01T09:00:46.8490000Z</dcterms:modified>
</coreProperties>
</file>