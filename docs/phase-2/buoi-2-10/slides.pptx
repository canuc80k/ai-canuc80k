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be09a281e84b28" /><Relationship Type="http://schemas.openxmlformats.org/officeDocument/2006/relationships/extended-properties" Target="/docProps/app.xml" Id="R95dfb41e33b541eb" /><Relationship Type="http://schemas.openxmlformats.org/officeDocument/2006/relationships/officeDocument" Target="/ppt/presentation.xml" Id="R5d30ab0686ae46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43f812bfd94d33"/>
  </p:sldMasterIdLst>
  <p:notesMasterIdLst>
    <p:notesMasterId xmlns:r="http://schemas.openxmlformats.org/officeDocument/2006/relationships" r:id="Rcc05daafd0504cfe"/>
  </p:notesMasterIdLst>
  <p:sldIdLst>
    <p:sldId xmlns:r="http://schemas.openxmlformats.org/officeDocument/2006/relationships" id="256" r:id="Re442eb6b825f4df7"/>
    <p:sldId xmlns:r="http://schemas.openxmlformats.org/officeDocument/2006/relationships" id="257" r:id="R87630276ee284c2a"/>
    <p:sldId xmlns:r="http://schemas.openxmlformats.org/officeDocument/2006/relationships" id="258" r:id="R7ed0775223f14d71"/>
    <p:sldId xmlns:r="http://schemas.openxmlformats.org/officeDocument/2006/relationships" id="259" r:id="Rc9b824546ca04e3b"/>
    <p:sldId xmlns:r="http://schemas.openxmlformats.org/officeDocument/2006/relationships" id="260" r:id="R0eb9f76373af44df"/>
    <p:sldId xmlns:r="http://schemas.openxmlformats.org/officeDocument/2006/relationships" id="261" r:id="R460b58cdca214600"/>
    <p:sldId xmlns:r="http://schemas.openxmlformats.org/officeDocument/2006/relationships" id="262" r:id="R10981f385bf24ec8"/>
    <p:sldId xmlns:r="http://schemas.openxmlformats.org/officeDocument/2006/relationships" id="263" r:id="R8fba828305394113"/>
    <p:sldId xmlns:r="http://schemas.openxmlformats.org/officeDocument/2006/relationships" id="264" r:id="R75934a666e3c46e5"/>
    <p:sldId xmlns:r="http://schemas.openxmlformats.org/officeDocument/2006/relationships" id="265" r:id="R5515c9e8e1ed4677"/>
    <p:sldId xmlns:r="http://schemas.openxmlformats.org/officeDocument/2006/relationships" id="266" r:id="Rd33477d69430450b"/>
    <p:sldId xmlns:r="http://schemas.openxmlformats.org/officeDocument/2006/relationships" id="267" r:id="R734f768f43e24f51"/>
    <p:sldId xmlns:r="http://schemas.openxmlformats.org/officeDocument/2006/relationships" id="268" r:id="R57ff9c417d524fd5"/>
    <p:sldId xmlns:r="http://schemas.openxmlformats.org/officeDocument/2006/relationships" id="269" r:id="R9e70339bedbe42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2b3cec9f994da3" /><Relationship Type="http://schemas.openxmlformats.org/officeDocument/2006/relationships/slideMaster" Target="/ppt/slideMasters/slideMaster1.xml" Id="Rbe43f812bfd94d33" /><Relationship Type="http://schemas.openxmlformats.org/officeDocument/2006/relationships/notesMaster" Target="/ppt/notesMasters/notesMaster1.xml" Id="Rcc05daafd0504cfe" /><Relationship Type="http://schemas.openxmlformats.org/officeDocument/2006/relationships/presProps" Target="/ppt/presProps.xml" Id="Recea814593154872" /><Relationship Type="http://schemas.openxmlformats.org/officeDocument/2006/relationships/tableStyles" Target="/ppt/tableStyles.xml" Id="Rb4b58c19ff4145e5" /><Relationship Type="http://schemas.openxmlformats.org/officeDocument/2006/relationships/slide" Target="/ppt/slides/slide1.xml" Id="Re442eb6b825f4df7" /><Relationship Type="http://schemas.openxmlformats.org/officeDocument/2006/relationships/slide" Target="/ppt/slides/slide2.xml" Id="R87630276ee284c2a" /><Relationship Type="http://schemas.openxmlformats.org/officeDocument/2006/relationships/slide" Target="/ppt/slides/slide3.xml" Id="R7ed0775223f14d71" /><Relationship Type="http://schemas.openxmlformats.org/officeDocument/2006/relationships/slide" Target="/ppt/slides/slide4.xml" Id="Rc9b824546ca04e3b" /><Relationship Type="http://schemas.openxmlformats.org/officeDocument/2006/relationships/slide" Target="/ppt/slides/slide5.xml" Id="R0eb9f76373af44df" /><Relationship Type="http://schemas.openxmlformats.org/officeDocument/2006/relationships/slide" Target="/ppt/slides/slide6.xml" Id="R460b58cdca214600" /><Relationship Type="http://schemas.openxmlformats.org/officeDocument/2006/relationships/slide" Target="/ppt/slides/slide7.xml" Id="R10981f385bf24ec8" /><Relationship Type="http://schemas.openxmlformats.org/officeDocument/2006/relationships/slide" Target="/ppt/slides/slide8.xml" Id="R8fba828305394113" /><Relationship Type="http://schemas.openxmlformats.org/officeDocument/2006/relationships/slide" Target="/ppt/slides/slide9.xml" Id="R75934a666e3c46e5" /><Relationship Type="http://schemas.openxmlformats.org/officeDocument/2006/relationships/slide" Target="/ppt/slides/slide10.xml" Id="R5515c9e8e1ed4677" /><Relationship Type="http://schemas.openxmlformats.org/officeDocument/2006/relationships/slide" Target="/ppt/slides/slide11.xml" Id="Rd33477d69430450b" /><Relationship Type="http://schemas.openxmlformats.org/officeDocument/2006/relationships/slide" Target="/ppt/slides/slide12.xml" Id="R734f768f43e24f51" /><Relationship Type="http://schemas.openxmlformats.org/officeDocument/2006/relationships/slide" Target="/ppt/slides/slide13.xml" Id="R57ff9c417d524fd5" /><Relationship Type="http://schemas.openxmlformats.org/officeDocument/2006/relationships/slide" Target="/ppt/slides/slide14.xml" Id="R9e70339bedbe42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8d5d5ee2b245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3aebf82fbc43b1" /><Relationship Type="http://schemas.openxmlformats.org/officeDocument/2006/relationships/notesMaster" Target="/ppt/notesMasters/notesMaster1.xml" Id="Rfdfb1c3ff0ec4a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54a00564444cf4" /><Relationship Type="http://schemas.openxmlformats.org/officeDocument/2006/relationships/notesMaster" Target="/ppt/notesMasters/notesMaster1.xml" Id="R2a0d507ddfee4c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9a1539f7e24382" /><Relationship Type="http://schemas.openxmlformats.org/officeDocument/2006/relationships/notesMaster" Target="/ppt/notesMasters/notesMaster1.xml" Id="R59e17fb5193f4d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5546ed578c4390" /><Relationship Type="http://schemas.openxmlformats.org/officeDocument/2006/relationships/notesMaster" Target="/ppt/notesMasters/notesMaster1.xml" Id="Rc5207f3b88b64a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9a07f118d34b3d" /><Relationship Type="http://schemas.openxmlformats.org/officeDocument/2006/relationships/notesMaster" Target="/ppt/notesMasters/notesMaster1.xml" Id="R96afa5c3f3b64f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b914bcaee44e01" /><Relationship Type="http://schemas.openxmlformats.org/officeDocument/2006/relationships/notesMaster" Target="/ppt/notesMasters/notesMaster1.xml" Id="Rea027ac1d3da48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98cade4a6e4f19" /><Relationship Type="http://schemas.openxmlformats.org/officeDocument/2006/relationships/notesMaster" Target="/ppt/notesMasters/notesMaster1.xml" Id="R0c16cf53fcef45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d68a9e178a4fd9" /><Relationship Type="http://schemas.openxmlformats.org/officeDocument/2006/relationships/notesMaster" Target="/ppt/notesMasters/notesMaster1.xml" Id="Re84d23a9978e44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5fb41679c74270" /><Relationship Type="http://schemas.openxmlformats.org/officeDocument/2006/relationships/notesMaster" Target="/ppt/notesMasters/notesMaster1.xml" Id="R96ed6c198dbb40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2729ba762f4812" /><Relationship Type="http://schemas.openxmlformats.org/officeDocument/2006/relationships/notesMaster" Target="/ppt/notesMasters/notesMaster1.xml" Id="R355a89ef80df4a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fff8cecb454108" /><Relationship Type="http://schemas.openxmlformats.org/officeDocument/2006/relationships/notesMaster" Target="/ppt/notesMasters/notesMaster1.xml" Id="R1c0148e7bb9a45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a97191541a4561" /><Relationship Type="http://schemas.openxmlformats.org/officeDocument/2006/relationships/notesMaster" Target="/ppt/notesMasters/notesMaster1.xml" Id="Rb095e981a95d49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b33467a34a43b3" /><Relationship Type="http://schemas.openxmlformats.org/officeDocument/2006/relationships/notesMaster" Target="/ppt/notesMasters/notesMaster1.xml" Id="Rb3a3add0081045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8b56ede9e148ce" /><Relationship Type="http://schemas.openxmlformats.org/officeDocument/2006/relationships/notesMaster" Target="/ppt/notesMasters/notesMaster1.xml" Id="Re61f9123b7c943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KHTN 1.3–1.7,2.9; NT phụ lục A.. NT 9.5 phần nâng cao GridSearchCV; 9.7 Pipeline; 9.9 Mô phỏng submission. Sau đó luyện aicalhouse/aititanic bằng data của đề.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2.10: Feature engineering, tuning và phân tích lỗi</a:t>
            </a:r>
          </a:p>
          <a:p xmlns:a="http://schemas.openxmlformats.org/drawingml/2006/main">
            <a:r>
              <a:t>Nguồn giáo trình: KHTN 1.3–1.7,2.9; NT phụ lục A.</a:t>
            </a:r>
          </a:p>
          <a:p xmlns:a="http://schemas.openxmlformats.org/drawingml/2006/main">
            <a:r>
              <a:t>Bài tiếp theo trong nguồn: NT 9.5 phần nâng cao GridSearchCV; 9.7 Pipeline; 9.9 Mô phỏng submission. Sau đó luyện aicalhouse/aititanic bằng data của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2.10: Feature engineering, tuning và phân tích lỗi</a:t>
            </a:r>
          </a:p>
          <a:p xmlns:a="http://schemas.openxmlformats.org/drawingml/2006/main">
            <a:r>
              <a:t>Nguồn giáo trình: KHTN 1.3–1.7,2.9; NT phụ lục A.</a:t>
            </a:r>
          </a:p>
          <a:p xmlns:a="http://schemas.openxmlformats.org/drawingml/2006/main">
            <a:r>
              <a:t>Bài tiếp theo trong nguồn: NT 9.5 phần nâng cao GridSearchCV; 9.7 Pipeline; 9.9 Mô phỏng submission. Sau đó luyện aicalhouse/aititanic bằng data của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2.10: Feature engineering, tuning và phân tích lỗi</a:t>
            </a:r>
          </a:p>
          <a:p xmlns:a="http://schemas.openxmlformats.org/drawingml/2006/main">
            <a:r>
              <a:t>Nguồn giáo trình: KHTN 1.3–1.7,2.9; NT phụ lục A.</a:t>
            </a:r>
          </a:p>
          <a:p xmlns:a="http://schemas.openxmlformats.org/drawingml/2006/main">
            <a:r>
              <a:t>Bài tiếp theo trong nguồn: NT 9.5 phần nâng cao GridSearchCV; 9.7 Pipeline; 9.9 Mô phỏng submission. Sau đó luyện aicalhouse/aititanic bằng data của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2.10: Feature engineering, tuning và phân tích lỗi</a:t>
            </a:r>
          </a:p>
          <a:p xmlns:a="http://schemas.openxmlformats.org/drawingml/2006/main">
            <a:r>
              <a:t>Nguồn giáo trình: KHTN 1.3–1.7,2.9; NT phụ lục A.</a:t>
            </a:r>
          </a:p>
          <a:p xmlns:a="http://schemas.openxmlformats.org/drawingml/2006/main">
            <a:r>
              <a:t>Bài tiếp theo trong nguồn: NT 9.5 phần nâng cao GridSearchCV; 9.7 Pipeline; 9.9 Mô phỏng submission. Sau đó luyện aicalhouse/aititanic bằng data của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2.10: Feature engineering, tuning và phân tích lỗi</a:t>
            </a:r>
          </a:p>
          <a:p xmlns:a="http://schemas.openxmlformats.org/drawingml/2006/main">
            <a:r>
              <a:t>Nguồn giáo trình: KHTN 1.3–1.7,2.9; NT phụ lục A.</a:t>
            </a:r>
          </a:p>
          <a:p xmlns:a="http://schemas.openxmlformats.org/drawingml/2006/main">
            <a:r>
              <a:t>Bài tiếp theo trong nguồn: NT 9.5 phần nâng cao GridSearchCV; 9.7 Pipeline; 9.9 Mô phỏng submission. Sau đó luyện aicalhouse/aititanic bằng data của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2.10: Feature engineering, tuning và phân tích lỗi</a:t>
            </a:r>
          </a:p>
          <a:p xmlns:a="http://schemas.openxmlformats.org/drawingml/2006/main">
            <a:r>
              <a:t>Nguồn giáo trình: KHTN 1.3–1.7,2.9; NT phụ lục A.</a:t>
            </a:r>
          </a:p>
          <a:p xmlns:a="http://schemas.openxmlformats.org/drawingml/2006/main">
            <a:r>
              <a:t>Bài tiếp theo trong nguồn: NT 9.5 phần nâng cao GridSearchCV; 9.7 Pipeline; 9.9 Mô phỏng submission. Sau đó luyện aicalhouse/aititanic bằng data của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2.10: Feature engineering, tuning và phân tích lỗi</a:t>
            </a:r>
          </a:p>
          <a:p xmlns:a="http://schemas.openxmlformats.org/drawingml/2006/main">
            <a:r>
              <a:t>Nguồn giáo trình: KHTN 1.3–1.7,2.9; NT phụ lục A.</a:t>
            </a:r>
          </a:p>
          <a:p xmlns:a="http://schemas.openxmlformats.org/drawingml/2006/main">
            <a:r>
              <a:t>Bài tiếp theo trong nguồn: NT 9.5 phần nâng cao GridSearchCV; 9.7 Pipeline; 9.9 Mô phỏng submission. Sau đó luyện aicalhouse/aititanic bằng data của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[[1,0],[0,0],[0,1]]</a:t>
            </a:r>
          </a:p>
          <a:p xmlns:a="http://schemas.openxmlformats.org/drawingml/2006/main">
            <a:r>
              <a:t>Tham khảo: KHTN 1.3–1.7,2.9; NT phụ lục A.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2</a:t>
            </a:r>
          </a:p>
          <a:p xmlns:a="http://schemas.openxmlformats.org/drawingml/2006/main">
            <a:r>
              <a:t>Tham khảo: KHTN 1.3–1.7,2.9; NT phụ lục A.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2.10: Feature engineering, tuning và phân tích lỗi</a:t>
            </a:r>
          </a:p>
          <a:p xmlns:a="http://schemas.openxmlformats.org/drawingml/2006/main">
            <a:r>
              <a:t>Nguồn giáo trình: KHTN 1.3–1.7,2.9; NT phụ lục A.</a:t>
            </a:r>
          </a:p>
          <a:p xmlns:a="http://schemas.openxmlformats.org/drawingml/2006/main">
            <a:r>
              <a:t>Bài tiếp theo trong nguồn: NT 9.5 phần nâng cao GridSearchCV; 9.7 Pipeline; 9.9 Mô phỏng submission. Sau đó luyện aicalhouse/aititanic bằng data của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2.10: Feature engineering, tuning và phân tích lỗi</a:t>
            </a:r>
          </a:p>
          <a:p xmlns:a="http://schemas.openxmlformats.org/drawingml/2006/main">
            <a:r>
              <a:t>Nguồn giáo trình: KHTN 1.3–1.7,2.9; NT phụ lục A.</a:t>
            </a:r>
          </a:p>
          <a:p xmlns:a="http://schemas.openxmlformats.org/drawingml/2006/main">
            <a:r>
              <a:t>Bài tiếp theo trong nguồn: NT 9.5 phần nâng cao GridSearchCV; 9.7 Pipeline; 9.9 Mô phỏng submission. Sau đó luyện aicalhouse/aititanic bằng data của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2.10: Feature engineering, tuning và phân tích lỗi</a:t>
            </a:r>
          </a:p>
          <a:p xmlns:a="http://schemas.openxmlformats.org/drawingml/2006/main">
            <a:r>
              <a:t>Nguồn giáo trình: KHTN 1.3–1.7,2.9; NT phụ lục A.</a:t>
            </a:r>
          </a:p>
          <a:p xmlns:a="http://schemas.openxmlformats.org/drawingml/2006/main">
            <a:r>
              <a:t>Bài tiếp theo trong nguồn: NT 9.5 phần nâng cao GridSearchCV; 9.7 Pipeline; 9.9 Mô phỏng submission. Sau đó luyện aicalhouse/aititanic bằng data của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2.10: Feature engineering, tuning và phân tích lỗi</a:t>
            </a:r>
          </a:p>
          <a:p xmlns:a="http://schemas.openxmlformats.org/drawingml/2006/main">
            <a:r>
              <a:t>Nguồn giáo trình: KHTN 1.3–1.7,2.9; NT phụ lục A.</a:t>
            </a:r>
          </a:p>
          <a:p xmlns:a="http://schemas.openxmlformats.org/drawingml/2006/main">
            <a:r>
              <a:t>Bài tiếp theo trong nguồn: NT 9.5 phần nâng cao GridSearchCV; 9.7 Pipeline; 9.9 Mô phỏng submission. Sau đó luyện aicalhouse/aititanic bằng data của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43b671d4e49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48936280a34294" /><Relationship Type="http://schemas.openxmlformats.org/officeDocument/2006/relationships/slideLayout" Target="/ppt/slideLayouts/slideLayout1.xml" Id="Rdf71d5b0730247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71d5b0730247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bb834f446407f" /><Relationship Type="http://schemas.openxmlformats.org/officeDocument/2006/relationships/notesSlide" Target="/ppt/notesSlides/notesSlide1.xml" Id="Rb594bf8c5ddc44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92d97c5994bf0" /><Relationship Type="http://schemas.openxmlformats.org/officeDocument/2006/relationships/notesSlide" Target="/ppt/notesSlides/notesSlide2.xml" Id="R82ee7435df1b4f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89317a0aa4dc8" /><Relationship Type="http://schemas.openxmlformats.org/officeDocument/2006/relationships/notesSlide" Target="/ppt/notesSlides/notesSlide3.xml" Id="Ra57408b388b045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8976b9f0e4e7e" /><Relationship Type="http://schemas.openxmlformats.org/officeDocument/2006/relationships/notesSlide" Target="/ppt/notesSlides/notesSlide4.xml" Id="Rc53d8bfe15e847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8e5f1a8ad4fb4" /><Relationship Type="http://schemas.openxmlformats.org/officeDocument/2006/relationships/notesSlide" Target="/ppt/notesSlides/notesSlide5.xml" Id="R7c703f0cbff642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7d08041094673" /><Relationship Type="http://schemas.openxmlformats.org/officeDocument/2006/relationships/notesSlide" Target="/ppt/notesSlides/notesSlide6.xml" Id="Rbf081544c02e4d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d340586c64792" /><Relationship Type="http://schemas.openxmlformats.org/officeDocument/2006/relationships/notesSlide" Target="/ppt/notesSlides/notesSlide7.xml" Id="R204608a3763347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4390c681e4b96" /><Relationship Type="http://schemas.openxmlformats.org/officeDocument/2006/relationships/notesSlide" Target="/ppt/notesSlides/notesSlide8.xml" Id="R4584cf9f6a034e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9c8ff52e64f46" /><Relationship Type="http://schemas.openxmlformats.org/officeDocument/2006/relationships/notesSlide" Target="/ppt/notesSlides/notesSlide9.xml" Id="R2fb5883b7c864f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748253567498d" /><Relationship Type="http://schemas.openxmlformats.org/officeDocument/2006/relationships/notesSlide" Target="/ppt/notesSlides/notesSlide10.xml" Id="R6c4171e45bcd4c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609530ac141c0" /><Relationship Type="http://schemas.openxmlformats.org/officeDocument/2006/relationships/notesSlide" Target="/ppt/notesSlides/notesSlide11.xml" Id="Rab831b76cc1f47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e656ad2c242fe" /><Relationship Type="http://schemas.openxmlformats.org/officeDocument/2006/relationships/notesSlide" Target="/ppt/notesSlides/notesSlide12.xml" Id="R7574938cdc1842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3418cf5434b42" /><Relationship Type="http://schemas.openxmlformats.org/officeDocument/2006/relationships/notesSlide" Target="/ppt/notesSlides/notesSlide13.xml" Id="R622e9e6f21a24a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dfb952ee845de" /><Relationship Type="http://schemas.openxmlformats.org/officeDocument/2006/relationships/notesSlide" Target="/ppt/notesSlides/notesSlide14.xml" Id="Ra3ec071687df43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09443-7ABC-465E-A2CC-F7FA9163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2.10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CAAE0-39EC-40C2-85B5-F020D101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Feature engineering, tuning và phân tích lỗi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195C3-6988-40B2-84C8-719CB9A1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Gain đến từ feature mới hay từ đổi split ngẫu nhiên?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DE126-B0DA-4D7F-B2F7-E97363D1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2.10 · 1/14</a:t>
            </a:r>
          </a:p>
        </p:txBody>
      </p:sp>
    </p:spTree>
    <p:extLst>
      <p:ext uri="{BB962C8B-B14F-4D97-AF65-F5344CB8AC3E}">
        <p14:creationId xmlns:p14="http://schemas.microsoft.com/office/powerpoint/2010/main" val="3067073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B7C76-DE9D-42B1-AC29-7DC8D957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09B32-C73B-4B1C-89FC-B7BB9708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Feature engineering cần thông tin có tại inference.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11493-699E-4628-989C-31A0E625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Search giữ split/protocol; log params và metric, kể cả trial không tốt.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FAF91-6DB5-4A26-8B87-D9258BA8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Chọn bằng CV; test chỉ đọc sau khi đã chốt lựa chọn.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4ADA7-A598-425B-A0AE-2DD99943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compare = cùng data + cùng split + cùng metric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8588E-0CE1-4197-8E78-9E1C3055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2.10 · 2/14</a:t>
            </a:r>
          </a:p>
        </p:txBody>
      </p:sp>
    </p:spTree>
    <p:extLst>
      <p:ext uri="{BB962C8B-B14F-4D97-AF65-F5344CB8AC3E}">
        <p14:creationId xmlns:p14="http://schemas.microsoft.com/office/powerpoint/2010/main" val="21385422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08DEA-402F-4857-8F0B-4A3BE435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["red","yellow","blue"]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vocab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["red","blue"]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EE9C8-680E-4E77-A87F-809786DD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2.10 · 3/14</a:t>
            </a:r>
          </a:p>
        </p:txBody>
      </p:sp>
    </p:spTree>
    <p:extLst>
      <p:ext uri="{BB962C8B-B14F-4D97-AF65-F5344CB8AC3E}">
        <p14:creationId xmlns:p14="http://schemas.microsoft.com/office/powerpoint/2010/main" val="2082957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78955-E969-4A19-A927-E61D308E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7047C-4594-4F0D-86BF-D37C5D93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1,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0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0,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0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0,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1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D134F-8A42-4A46-AE7E-8FE78370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2.10 · 4/14</a:t>
            </a:r>
          </a:p>
        </p:txBody>
      </p:sp>
    </p:spTree>
    <p:extLst>
      <p:ext uri="{BB962C8B-B14F-4D97-AF65-F5344CB8AC3E}">
        <p14:creationId xmlns:p14="http://schemas.microsoft.com/office/powerpoint/2010/main" val="15959569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6D56F-9866-4AC8-9E50-EA88D606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2C965-E73A-4D06-A944-DADAA0E9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sklearn.datasets import load_wine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sklearn.pipeline import make_pipeline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sklearn.preprocessing import StandardScaler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sklearn.neighbors import KNeighborsClassifier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sklearn.model_selection import train_test_split,StratifiedKFold,GridSearchCV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X,y = load_wine(return_X_y=True)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Xtr,Xte,ytr,yte = train_test_split(X,y,test_size=.25,stratify=y,random_state=42)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pipe = make_pipeline(StandardScaler(),KNeighborsClassifier())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cv = StratifiedKFold(3,shuffle=True,random_state=42)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search = GridSearchCV(pipe,{"kneighborsclassifier__n_neighbors":[1,3,7]},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              cv=cv,scoring="f1_macro")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search.fit(Xtr,ytr)  # Test không đi vào search.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print("Best params:",search.best_params_)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print("Mean CV F1:",round(search.best_score_,4))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44ADD-9AEB-4E8C-BFC4-EBD7CEDF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F8F3F-BDED-4BCD-A696-3A04156C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2.10 · 5/14</a:t>
            </a:r>
          </a:p>
        </p:txBody>
      </p:sp>
    </p:spTree>
    <p:extLst>
      <p:ext uri="{BB962C8B-B14F-4D97-AF65-F5344CB8AC3E}">
        <p14:creationId xmlns:p14="http://schemas.microsoft.com/office/powerpoint/2010/main" val="1409890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575C2-24A7-4834-856B-6F88093D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447A9-CFF4-47DE-A587-DA4D4431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print("Final test F1 macro:",round(search.score(Xte,yte),4))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search.score ở đây dùng f1_macro vì search được đặt scoring đó.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F7643-A2D5-4E69-86E9-7662EA56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E4F43-5B39-4BC0-96EF-FCE12022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2.10 · 6/14</a:t>
            </a:r>
          </a:p>
        </p:txBody>
      </p:sp>
    </p:spTree>
    <p:extLst>
      <p:ext uri="{BB962C8B-B14F-4D97-AF65-F5344CB8AC3E}">
        <p14:creationId xmlns:p14="http://schemas.microsoft.com/office/powerpoint/2010/main" val="12184894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220D2-B0AB-43F8-B5C8-57E06CE5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4E962-45A7-4625-8083-8AA4258F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Best params: {'kneighborsclassifier__n_neighbors': 7}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Mean CV F1: 0.9628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Final test F1 macro: 0.9771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AD61E-3DE6-4403-912C-3A199BE0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2.10 · 7/14</a:t>
            </a:r>
          </a:p>
        </p:txBody>
      </p:sp>
    </p:spTree>
    <p:extLst>
      <p:ext uri="{BB962C8B-B14F-4D97-AF65-F5344CB8AC3E}">
        <p14:creationId xmlns:p14="http://schemas.microsoft.com/office/powerpoint/2010/main" val="396156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507D5-B7F6-4448-B236-EC07251B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4CEF1-DD90-41F9-B1D1-A4D954E9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Target encoding/OFF/stacking sai cách có thể tạo leakage.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FEA7D-AFE7-4A4E-A31A-8BF7B195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Đọc best_params và CV score, giải thích vì sao search không fit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8DDC3-E223-41B9-955E-0E4B3B6F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2.10 · 8/14</a:t>
            </a:r>
          </a:p>
        </p:txBody>
      </p:sp>
    </p:spTree>
    <p:extLst>
      <p:ext uri="{BB962C8B-B14F-4D97-AF65-F5344CB8AC3E}">
        <p14:creationId xmlns:p14="http://schemas.microsoft.com/office/powerpoint/2010/main" val="3500366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14D31-D68A-41E6-A6F3-D1CD4EAA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6CC59-C1CD-4F4B-B8BB-BC18714B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Vocabulary cấp sẵn; unseen category tạo vector toàn0.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["red","yellow","blue"]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vocab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["red","blue"]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43B49-C817-40E1-B822-2EA05E48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2.10 · 9/14</a:t>
            </a:r>
          </a:p>
        </p:txBody>
      </p:sp>
    </p:spTree>
    <p:extLst>
      <p:ext uri="{BB962C8B-B14F-4D97-AF65-F5344CB8AC3E}">
        <p14:creationId xmlns:p14="http://schemas.microsoft.com/office/powerpoint/2010/main" val="18249553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B3AC9-6623-4CE5-90AB-A63ADE55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28919-D164-41A1-8ADD-23CEDE39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Mean CV score cho mỗi model; chọn mean lớn nhất, tie id nhỏ.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scores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0.8,0.5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0.7,0.7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6AF63-1837-49AF-9C28-31565072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2.10 · 10/14</a:t>
            </a:r>
          </a:p>
        </p:txBody>
      </p:sp>
    </p:spTree>
    <p:extLst>
      <p:ext uri="{BB962C8B-B14F-4D97-AF65-F5344CB8AC3E}">
        <p14:creationId xmlns:p14="http://schemas.microsoft.com/office/powerpoint/2010/main" val="14714123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1FAD9-D4A0-44BB-A62A-A7F33E27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CC829-9F10-4B39-9256-743777BE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Vocabulary cấp sẵn; unseen category tạo vector toàn0.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802E2-19A0-4B4B-8007-9A545D4A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values/vocab: list strings; vocab khác nhau.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2E74A-5941-4312-8341-22CF7C5D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25BD3-3B5A-4552-801B-4638D638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2.10 · 11/14</a:t>
            </a:r>
          </a:p>
        </p:txBody>
      </p:sp>
    </p:spTree>
    <p:extLst>
      <p:ext uri="{BB962C8B-B14F-4D97-AF65-F5344CB8AC3E}">
        <p14:creationId xmlns:p14="http://schemas.microsoft.com/office/powerpoint/2010/main" val="17753670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5A6E9-D400-447E-A6DE-8551D116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656A9-E617-4894-A7F8-BF240A18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Mean CV score cho mỗi model; chọn mean lớn nhất, tie id nhỏ.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EF828-2E22-4711-B458-82F7E17B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trials:{id, scores: list score}, không rỗng.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0FD07-0435-4661-BAA8-67C7FEA8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95CE6-5401-4212-99EC-13AB197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2.10 · 12/14</a:t>
            </a:r>
          </a:p>
        </p:txBody>
      </p:sp>
    </p:spTree>
    <p:extLst>
      <p:ext uri="{BB962C8B-B14F-4D97-AF65-F5344CB8AC3E}">
        <p14:creationId xmlns:p14="http://schemas.microsoft.com/office/powerpoint/2010/main" val="2715111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B80B8-0BB8-4D95-B2C5-20FAC733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8A7B8-D351-46B7-8C9B-13B413D9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Một cải tiến có kiểm chứng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0CF8C-ECFC-4F30-9F0E-DE4215A9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cls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18E43-F704-4F45-B4C0-D92CDF02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Accuracy, classes0/1/2.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EBB39-D846-42BD-9AE6-F8AB6630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AF917-005B-48F3-BD2C-E7504108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2.10 · 13/14</a:t>
            </a:r>
          </a:p>
        </p:txBody>
      </p:sp>
    </p:spTree>
    <p:extLst>
      <p:ext uri="{BB962C8B-B14F-4D97-AF65-F5344CB8AC3E}">
        <p14:creationId xmlns:p14="http://schemas.microsoft.com/office/powerpoint/2010/main" val="11149013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2ED70-D8EB-42E8-B0B0-BF312402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946F0-A44F-4BF5-9ADF-22D123DC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Đọc best_params và CV score, giải thích vì sao search không fit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1B42E-864B-4B39-9CA5-AC1FEDF9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KHTN 1.3–1.7,2.9; NT phụ lục 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EE2D2-B63B-44FA-8C1D-85435743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NT 9.5 phần nâng cao GridSearchCV; 9.7 Pipeline; 9.9 Mô phỏng submission. Sau đó luyện aicalhouse/aititanic bằng data của đề.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C2B7F-1BD2-46B5-92E4-0363BE7D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2.10 · 14/14</a:t>
            </a:r>
          </a:p>
        </p:txBody>
      </p:sp>
    </p:spTree>
    <p:extLst>
      <p:ext uri="{BB962C8B-B14F-4D97-AF65-F5344CB8AC3E}">
        <p14:creationId xmlns:p14="http://schemas.microsoft.com/office/powerpoint/2010/main" val="1557477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2026-10-01T09:01:30.5780000Z</dcterms:created>
  <dcterms:modified xsi:type="dcterms:W3CDTF">2026-10-01T09:01:30.5780000Z</dcterms:modified>
</coreProperties>
</file>