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b1791f283e4318" /><Relationship Type="http://schemas.openxmlformats.org/officeDocument/2006/relationships/extended-properties" Target="/docProps/app.xml" Id="Ra26f664e766048cd" /><Relationship Type="http://schemas.openxmlformats.org/officeDocument/2006/relationships/officeDocument" Target="/ppt/presentation.xml" Id="Rdf931f28025f4b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ab0c99743e4ca5"/>
  </p:sldMasterIdLst>
  <p:notesMasterIdLst>
    <p:notesMasterId xmlns:r="http://schemas.openxmlformats.org/officeDocument/2006/relationships" r:id="Rbfc0f57ed31944f3"/>
  </p:notesMasterIdLst>
  <p:sldIdLst>
    <p:sldId xmlns:r="http://schemas.openxmlformats.org/officeDocument/2006/relationships" id="256" r:id="R2c4427da0d5249e0"/>
    <p:sldId xmlns:r="http://schemas.openxmlformats.org/officeDocument/2006/relationships" id="257" r:id="R34091c02ba494c6b"/>
    <p:sldId xmlns:r="http://schemas.openxmlformats.org/officeDocument/2006/relationships" id="258" r:id="Re0f1b7f7a8b74f8a"/>
    <p:sldId xmlns:r="http://schemas.openxmlformats.org/officeDocument/2006/relationships" id="259" r:id="Rcf1b2f7a19314062"/>
    <p:sldId xmlns:r="http://schemas.openxmlformats.org/officeDocument/2006/relationships" id="260" r:id="R10eaa2ac59f24caf"/>
    <p:sldId xmlns:r="http://schemas.openxmlformats.org/officeDocument/2006/relationships" id="261" r:id="R254da1cc03b644c2"/>
    <p:sldId xmlns:r="http://schemas.openxmlformats.org/officeDocument/2006/relationships" id="262" r:id="Racb6aab10c3b494e"/>
    <p:sldId xmlns:r="http://schemas.openxmlformats.org/officeDocument/2006/relationships" id="263" r:id="R85739cdf80004514"/>
    <p:sldId xmlns:r="http://schemas.openxmlformats.org/officeDocument/2006/relationships" id="264" r:id="Rd30301a337914262"/>
    <p:sldId xmlns:r="http://schemas.openxmlformats.org/officeDocument/2006/relationships" id="265" r:id="R57e26509303a43a3"/>
    <p:sldId xmlns:r="http://schemas.openxmlformats.org/officeDocument/2006/relationships" id="266" r:id="R000d4411e00b4785"/>
    <p:sldId xmlns:r="http://schemas.openxmlformats.org/officeDocument/2006/relationships" id="267" r:id="R4863dbd9093842b9"/>
    <p:sldId xmlns:r="http://schemas.openxmlformats.org/officeDocument/2006/relationships" id="268" r:id="Rfac350cb49d641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9fd853bd1d4a50" /><Relationship Type="http://schemas.openxmlformats.org/officeDocument/2006/relationships/slideMaster" Target="/ppt/slideMasters/slideMaster1.xml" Id="R84ab0c99743e4ca5" /><Relationship Type="http://schemas.openxmlformats.org/officeDocument/2006/relationships/notesMaster" Target="/ppt/notesMasters/notesMaster1.xml" Id="Rbfc0f57ed31944f3" /><Relationship Type="http://schemas.openxmlformats.org/officeDocument/2006/relationships/presProps" Target="/ppt/presProps.xml" Id="Rcaf0ae5234d2487c" /><Relationship Type="http://schemas.openxmlformats.org/officeDocument/2006/relationships/tableStyles" Target="/ppt/tableStyles.xml" Id="Rba35abf669244b3d" /><Relationship Type="http://schemas.openxmlformats.org/officeDocument/2006/relationships/slide" Target="/ppt/slides/slide1.xml" Id="R2c4427da0d5249e0" /><Relationship Type="http://schemas.openxmlformats.org/officeDocument/2006/relationships/slide" Target="/ppt/slides/slide2.xml" Id="R34091c02ba494c6b" /><Relationship Type="http://schemas.openxmlformats.org/officeDocument/2006/relationships/slide" Target="/ppt/slides/slide3.xml" Id="Re0f1b7f7a8b74f8a" /><Relationship Type="http://schemas.openxmlformats.org/officeDocument/2006/relationships/slide" Target="/ppt/slides/slide4.xml" Id="Rcf1b2f7a19314062" /><Relationship Type="http://schemas.openxmlformats.org/officeDocument/2006/relationships/slide" Target="/ppt/slides/slide5.xml" Id="R10eaa2ac59f24caf" /><Relationship Type="http://schemas.openxmlformats.org/officeDocument/2006/relationships/slide" Target="/ppt/slides/slide6.xml" Id="R254da1cc03b644c2" /><Relationship Type="http://schemas.openxmlformats.org/officeDocument/2006/relationships/slide" Target="/ppt/slides/slide7.xml" Id="Racb6aab10c3b494e" /><Relationship Type="http://schemas.openxmlformats.org/officeDocument/2006/relationships/slide" Target="/ppt/slides/slide8.xml" Id="R85739cdf80004514" /><Relationship Type="http://schemas.openxmlformats.org/officeDocument/2006/relationships/slide" Target="/ppt/slides/slide9.xml" Id="Rd30301a337914262" /><Relationship Type="http://schemas.openxmlformats.org/officeDocument/2006/relationships/slide" Target="/ppt/slides/slide10.xml" Id="R57e26509303a43a3" /><Relationship Type="http://schemas.openxmlformats.org/officeDocument/2006/relationships/slide" Target="/ppt/slides/slide11.xml" Id="R000d4411e00b4785" /><Relationship Type="http://schemas.openxmlformats.org/officeDocument/2006/relationships/slide" Target="/ppt/slides/slide12.xml" Id="R4863dbd9093842b9" /><Relationship Type="http://schemas.openxmlformats.org/officeDocument/2006/relationships/slide" Target="/ppt/slides/slide13.xml" Id="Rfac350cb49d641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4999d68db240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067e5773c9429b" /><Relationship Type="http://schemas.openxmlformats.org/officeDocument/2006/relationships/notesMaster" Target="/ppt/notesMasters/notesMaster1.xml" Id="R80e06cf6b7fe43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ee82aa8ada479c" /><Relationship Type="http://schemas.openxmlformats.org/officeDocument/2006/relationships/notesMaster" Target="/ppt/notesMasters/notesMaster1.xml" Id="Rad539f1d950f4a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0d7fa55d3746d0" /><Relationship Type="http://schemas.openxmlformats.org/officeDocument/2006/relationships/notesMaster" Target="/ppt/notesMasters/notesMaster1.xml" Id="Re594795378ab4c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88212afef140b3" /><Relationship Type="http://schemas.openxmlformats.org/officeDocument/2006/relationships/notesMaster" Target="/ppt/notesMasters/notesMaster1.xml" Id="Re9fdca49244344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2e55ca84b744b9" /><Relationship Type="http://schemas.openxmlformats.org/officeDocument/2006/relationships/notesMaster" Target="/ppt/notesMasters/notesMaster1.xml" Id="R82a2a072af7c44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b586a0be40423b" /><Relationship Type="http://schemas.openxmlformats.org/officeDocument/2006/relationships/notesMaster" Target="/ppt/notesMasters/notesMaster1.xml" Id="R27e5414f9e0945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a3b6330f404400" /><Relationship Type="http://schemas.openxmlformats.org/officeDocument/2006/relationships/notesMaster" Target="/ppt/notesMasters/notesMaster1.xml" Id="R9b5b92933db14d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0e1ef0359f4106" /><Relationship Type="http://schemas.openxmlformats.org/officeDocument/2006/relationships/notesMaster" Target="/ppt/notesMasters/notesMaster1.xml" Id="R2d9673a56dc84f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f2aaf6e5db4d75" /><Relationship Type="http://schemas.openxmlformats.org/officeDocument/2006/relationships/notesMaster" Target="/ppt/notesMasters/notesMaster1.xml" Id="Rb3d0df92f05140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25951b8b264e21" /><Relationship Type="http://schemas.openxmlformats.org/officeDocument/2006/relationships/notesMaster" Target="/ppt/notesMasters/notesMaster1.xml" Id="Ra8c20b0485f84f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8187f028b74bca" /><Relationship Type="http://schemas.openxmlformats.org/officeDocument/2006/relationships/notesMaster" Target="/ppt/notesMasters/notesMaster1.xml" Id="R66a77a3377554a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090e14de84498d" /><Relationship Type="http://schemas.openxmlformats.org/officeDocument/2006/relationships/notesMaster" Target="/ppt/notesMasters/notesMaster1.xml" Id="R29c5f7c204a14c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5890ec31034a34" /><Relationship Type="http://schemas.openxmlformats.org/officeDocument/2006/relationships/notesMaster" Target="/ppt/notesMasters/notesMaster1.xml" Id="R45caa09bf7d546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 chương 26–27; KHTN 3.6–3.7.. AIO 26.2 Thực hành, 26.3 trắc nghiệm; AIO 27.4 Credit Card Fraud Detection hoặc 27.5 Twitter Sentiment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2.2: Logistic Regression và Softmax</a:t>
            </a:r>
          </a:p>
          <a:p xmlns:a="http://schemas.openxmlformats.org/drawingml/2006/main">
            <a:r>
              <a:t>Nguồn giáo trình: AIO chương 26–27; KHTN 3.6–3.7.</a:t>
            </a:r>
          </a:p>
          <a:p xmlns:a="http://schemas.openxmlformats.org/drawingml/2006/main">
            <a:r>
              <a:t>Bài tiếp theo trong nguồn: AIO 26.2 Thực hành, 26.3 trắc nghiệm; AIO 27.4 Credit Card Fraud Detection hoặc 27.5 Twitter Sentiment Analysis.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2.2: Logistic Regression và Softmax</a:t>
            </a:r>
          </a:p>
          <a:p xmlns:a="http://schemas.openxmlformats.org/drawingml/2006/main">
            <a:r>
              <a:t>Nguồn giáo trình: AIO chương 26–27; KHTN 3.6–3.7.</a:t>
            </a:r>
          </a:p>
          <a:p xmlns:a="http://schemas.openxmlformats.org/drawingml/2006/main">
            <a:r>
              <a:t>Bài tiếp theo trong nguồn: AIO 26.2 Thực hành, 26.3 trắc nghiệm; AIO 27.4 Credit Card Fraud Detection hoặc 27.5 Twitter Sentiment Analysis.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2.2: Logistic Regression và Softmax</a:t>
            </a:r>
          </a:p>
          <a:p xmlns:a="http://schemas.openxmlformats.org/drawingml/2006/main">
            <a:r>
              <a:t>Nguồn giáo trình: AIO chương 26–27; KHTN 3.6–3.7.</a:t>
            </a:r>
          </a:p>
          <a:p xmlns:a="http://schemas.openxmlformats.org/drawingml/2006/main">
            <a:r>
              <a:t>Bài tiếp theo trong nguồn: AIO 26.2 Thực hành, 26.3 trắc nghiệm; AIO 27.4 Credit Card Fraud Detection hoặc 27.5 Twitter Sentiment Analysis.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2.2: Logistic Regression và Softmax</a:t>
            </a:r>
          </a:p>
          <a:p xmlns:a="http://schemas.openxmlformats.org/drawingml/2006/main">
            <a:r>
              <a:t>Nguồn giáo trình: AIO chương 26–27; KHTN 3.6–3.7.</a:t>
            </a:r>
          </a:p>
          <a:p xmlns:a="http://schemas.openxmlformats.org/drawingml/2006/main">
            <a:r>
              <a:t>Bài tiếp theo trong nguồn: AIO 26.2 Thực hành, 26.3 trắc nghiệm; AIO 27.4 Credit Card Fraud Detection hoặc 27.5 Twitter Sentiment Analysis.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2.2: Logistic Regression và Softmax</a:t>
            </a:r>
          </a:p>
          <a:p xmlns:a="http://schemas.openxmlformats.org/drawingml/2006/main">
            <a:r>
              <a:t>Nguồn giáo trình: AIO chương 26–27; KHTN 3.6–3.7.</a:t>
            </a:r>
          </a:p>
          <a:p xmlns:a="http://schemas.openxmlformats.org/drawingml/2006/main">
            <a:r>
              <a:t>Bài tiếp theo trong nguồn: AIO 26.2 Thực hành, 26.3 trắc nghiệm; AIO 27.4 Credit Card Fraud Detection hoặc 27.5 Twitter Sentiment Analysis.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2.2: Logistic Regression và Softmax</a:t>
            </a:r>
          </a:p>
          <a:p xmlns:a="http://schemas.openxmlformats.org/drawingml/2006/main">
            <a:r>
              <a:t>Nguồn giáo trình: AIO chương 26–27; KHTN 3.6–3.7.</a:t>
            </a:r>
          </a:p>
          <a:p xmlns:a="http://schemas.openxmlformats.org/drawingml/2006/main">
            <a:r>
              <a:t>Bài tiếp theo trong nguồn: AIO 26.2 Thực hành, 26.3 trắc nghiệm; AIO 27.4 Credit Card Fraud Detection hoặc 27.5 Twitter Sentiment Analysis.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[0.5,0.75,1,0]</a:t>
            </a:r>
          </a:p>
          <a:p xmlns:a="http://schemas.openxmlformats.org/drawingml/2006/main">
            <a:r>
              <a:t>Tham khảo: AIO chương 26–27; KHTN 3.6–3.7.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[[0.2689414213699951,0.7310585786300049],[0.5,0.5]]</a:t>
            </a:r>
          </a:p>
          <a:p xmlns:a="http://schemas.openxmlformats.org/drawingml/2006/main">
            <a:r>
              <a:t>Tham khảo: AIO chương 26–27; KHTN 3.6–3.7.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2.2: Logistic Regression và Softmax</a:t>
            </a:r>
          </a:p>
          <a:p xmlns:a="http://schemas.openxmlformats.org/drawingml/2006/main">
            <a:r>
              <a:t>Nguồn giáo trình: AIO chương 26–27; KHTN 3.6–3.7.</a:t>
            </a:r>
          </a:p>
          <a:p xmlns:a="http://schemas.openxmlformats.org/drawingml/2006/main">
            <a:r>
              <a:t>Bài tiếp theo trong nguồn: AIO 26.2 Thực hành, 26.3 trắc nghiệm; AIO 27.4 Credit Card Fraud Detection hoặc 27.5 Twitter Sentiment Analysis.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2.2: Logistic Regression và Softmax</a:t>
            </a:r>
          </a:p>
          <a:p xmlns:a="http://schemas.openxmlformats.org/drawingml/2006/main">
            <a:r>
              <a:t>Nguồn giáo trình: AIO chương 26–27; KHTN 3.6–3.7.</a:t>
            </a:r>
          </a:p>
          <a:p xmlns:a="http://schemas.openxmlformats.org/drawingml/2006/main">
            <a:r>
              <a:t>Bài tiếp theo trong nguồn: AIO 26.2 Thực hành, 26.3 trắc nghiệm; AIO 27.4 Credit Card Fraud Detection hoặc 27.5 Twitter Sentiment Analysis.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2.2: Logistic Regression và Softmax</a:t>
            </a:r>
          </a:p>
          <a:p xmlns:a="http://schemas.openxmlformats.org/drawingml/2006/main">
            <a:r>
              <a:t>Nguồn giáo trình: AIO chương 26–27; KHTN 3.6–3.7.</a:t>
            </a:r>
          </a:p>
          <a:p xmlns:a="http://schemas.openxmlformats.org/drawingml/2006/main">
            <a:r>
              <a:t>Bài tiếp theo trong nguồn: AIO 26.2 Thực hành, 26.3 trắc nghiệm; AIO 27.4 Credit Card Fraud Detection hoặc 27.5 Twitter Sentiment Analysis.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2.2: Logistic Regression và Softmax</a:t>
            </a:r>
          </a:p>
          <a:p xmlns:a="http://schemas.openxmlformats.org/drawingml/2006/main">
            <a:r>
              <a:t>Nguồn giáo trình: AIO chương 26–27; KHTN 3.6–3.7.</a:t>
            </a:r>
          </a:p>
          <a:p xmlns:a="http://schemas.openxmlformats.org/drawingml/2006/main">
            <a:r>
              <a:t>Bài tiếp theo trong nguồn: AIO 26.2 Thực hành, 26.3 trắc nghiệm; AIO 27.4 Credit Card Fraud Detection hoặc 27.5 Twitter Sentiment Analysis.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ca765975844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0197ddf7da4582" /><Relationship Type="http://schemas.openxmlformats.org/officeDocument/2006/relationships/slideLayout" Target="/ppt/slideLayouts/slideLayout1.xml" Id="R6ceea75848be49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eea75848be49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f5702aafb483c" /><Relationship Type="http://schemas.openxmlformats.org/officeDocument/2006/relationships/notesSlide" Target="/ppt/notesSlides/notesSlide1.xml" Id="R0ed77cc04e034d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8dece1990412a" /><Relationship Type="http://schemas.openxmlformats.org/officeDocument/2006/relationships/notesSlide" Target="/ppt/notesSlides/notesSlide2.xml" Id="Re6137e39ca714a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82949f8fb4bee" /><Relationship Type="http://schemas.openxmlformats.org/officeDocument/2006/relationships/notesSlide" Target="/ppt/notesSlides/notesSlide3.xml" Id="R516e7a3c910046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74d721f9c4826" /><Relationship Type="http://schemas.openxmlformats.org/officeDocument/2006/relationships/notesSlide" Target="/ppt/notesSlides/notesSlide4.xml" Id="R60e6cc4974a64a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6eeb25a034b1a" /><Relationship Type="http://schemas.openxmlformats.org/officeDocument/2006/relationships/notesSlide" Target="/ppt/notesSlides/notesSlide5.xml" Id="R16896a4872b542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0c6d3f04145c5" /><Relationship Type="http://schemas.openxmlformats.org/officeDocument/2006/relationships/notesSlide" Target="/ppt/notesSlides/notesSlide6.xml" Id="R8cce3e4d3d5e48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e928b12c24b47" /><Relationship Type="http://schemas.openxmlformats.org/officeDocument/2006/relationships/notesSlide" Target="/ppt/notesSlides/notesSlide7.xml" Id="R0d0265ae824947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efd6a251b4913" /><Relationship Type="http://schemas.openxmlformats.org/officeDocument/2006/relationships/notesSlide" Target="/ppt/notesSlides/notesSlide8.xml" Id="Rcf8ada278adc41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d127182e64f05" /><Relationship Type="http://schemas.openxmlformats.org/officeDocument/2006/relationships/notesSlide" Target="/ppt/notesSlides/notesSlide9.xml" Id="R8c35e7fdc6af4c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18d3b5e2d4b7c" /><Relationship Type="http://schemas.openxmlformats.org/officeDocument/2006/relationships/notesSlide" Target="/ppt/notesSlides/notesSlide10.xml" Id="R6c3a4f81270f46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505ef54ff4054" /><Relationship Type="http://schemas.openxmlformats.org/officeDocument/2006/relationships/notesSlide" Target="/ppt/notesSlides/notesSlide11.xml" Id="Rc0de79f1ed0742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4cf114d984f9a" /><Relationship Type="http://schemas.openxmlformats.org/officeDocument/2006/relationships/notesSlide" Target="/ppt/notesSlides/notesSlide12.xml" Id="Rfb1f7b3a9fc64c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b3221e4d14949" /><Relationship Type="http://schemas.openxmlformats.org/officeDocument/2006/relationships/notesSlide" Target="/ppt/notesSlides/notesSlide13.xml" Id="R8f6d64dfd0a541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4D858-9C1C-4651-B520-17D422A8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2.2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C56A8-66FD-4B22-8545-D464092A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Logistic Regression và Softmax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DFCD5-E9A0-43DA-900E-DC12A984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Một số bất kỳ từ linear layer chuyển thành probability ra sao?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7B075-A490-475B-8043-2BB53177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2.2 · 1/13</a:t>
            </a:r>
          </a:p>
        </p:txBody>
      </p:sp>
    </p:spTree>
    <p:extLst>
      <p:ext uri="{BB962C8B-B14F-4D97-AF65-F5344CB8AC3E}">
        <p14:creationId xmlns:p14="http://schemas.microsoft.com/office/powerpoint/2010/main" val="19734265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8B4E1-76D8-49A4-98BF-7E8B3D99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78551-9C62-44FB-8FCA-EC237B57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Sigmoid cho binary probability; softmax tạo phân bố qua nhiều classes.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04B7A-F15D-4618-8B5E-6A804FB1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Logit là số trước activation; probability sau activation.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D8907-FBC0-42D1-A28C-8AEA2FE4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Decision threshold là lựa chọn sau khi học, theo metric/chi phí.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F6C03-BEE0-4ABA-880F-CBA93795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sigmoid(z)=1/(1+exp(-z))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70581-C0E5-4956-8169-5744A21D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2.2 · 2/13</a:t>
            </a:r>
          </a:p>
        </p:txBody>
      </p:sp>
    </p:spTree>
    <p:extLst>
      <p:ext uri="{BB962C8B-B14F-4D97-AF65-F5344CB8AC3E}">
        <p14:creationId xmlns:p14="http://schemas.microsoft.com/office/powerpoint/2010/main" val="913285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3A15E-A39F-4357-B8B3-4E02DC5E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logits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[0,1.098612,1000,-1000]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EF4BC-46C1-4A7B-B851-D475CB63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2.2 · 3/13</a:t>
            </a:r>
          </a:p>
        </p:txBody>
      </p:sp>
    </p:spTree>
    <p:extLst>
      <p:ext uri="{BB962C8B-B14F-4D97-AF65-F5344CB8AC3E}">
        <p14:creationId xmlns:p14="http://schemas.microsoft.com/office/powerpoint/2010/main" val="18335382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CC34E-B0F0-4608-8F00-9A0D7B8C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8D788-8E0B-4E1C-ADE5-282DE442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0.5,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0.75,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1,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0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A47E6-A2CF-4872-AB5D-FCC0C2A6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2.2 · 4/13</a:t>
            </a:r>
          </a:p>
        </p:txBody>
      </p:sp>
    </p:spTree>
    <p:extLst>
      <p:ext uri="{BB962C8B-B14F-4D97-AF65-F5344CB8AC3E}">
        <p14:creationId xmlns:p14="http://schemas.microsoft.com/office/powerpoint/2010/main" val="1049356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B1DCE-D802-4A4D-9F67-E01B5500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90FD6-A614-4D92-BEDB-27883E8A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sklearn.linear_model import LogisticRegression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sklearn.pipeline import make_pipeline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sklearn.preprocessing import StandardScaler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 = np.array([[-2],[-1],[1],[2]],dtype=float)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y = np.array([0,0,1,1])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model = make_pipeline(StandardScaler(),LogisticRegression(random_state=42))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model.fit(X,y)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new = np.array([[-1.5],[0],[1.5]])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print("classes:",model[-1].classes_.tolist())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print("P(y=1):",model.predict_proba(new)[:,1].round(4).tolist())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print("predict:",model.predict(new).tolist())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Mô hình học logits; threshold là quyết định sau đó.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model.predict(new)[0]==0 and model.predict(new)[2]==1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11BCB-75F1-4F11-A716-39B96FD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50005-E6E5-40D1-9F7E-8E2A1A25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2.2 · 5/13</a:t>
            </a:r>
          </a:p>
        </p:txBody>
      </p:sp>
    </p:spTree>
    <p:extLst>
      <p:ext uri="{BB962C8B-B14F-4D97-AF65-F5344CB8AC3E}">
        <p14:creationId xmlns:p14="http://schemas.microsoft.com/office/powerpoint/2010/main" val="21033329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89308-1AA4-4EF3-9051-F4AFC60B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982F1-36CC-4EF2-861D-FCFB21F7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classes: [0, 1]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P(y=1): [0.2796, 0.5, 0.7204]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predict: [0, 1, 1]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48714-72DC-475F-AA00-C73BA23C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2.2 · 6/13</a:t>
            </a:r>
          </a:p>
        </p:txBody>
      </p:sp>
    </p:spTree>
    <p:extLst>
      <p:ext uri="{BB962C8B-B14F-4D97-AF65-F5344CB8AC3E}">
        <p14:creationId xmlns:p14="http://schemas.microsoft.com/office/powerpoint/2010/main" val="11564564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B1354-DBF1-420A-BB5A-EA2EEDB6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4D485-D6F5-4777-8EAB-81CC9772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predict_proba cột1 phải khớp label trong classes_, không đoán ý nghĩa từ vị trí.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26DC9-2F2B-4D1B-B227-18BD922E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So probability và label ở x=0; thay threshold mà không fit lại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0DCD7-F3F9-426E-9721-A2B62767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2.2 · 7/13</a:t>
            </a:r>
          </a:p>
        </p:txBody>
      </p:sp>
    </p:spTree>
    <p:extLst>
      <p:ext uri="{BB962C8B-B14F-4D97-AF65-F5344CB8AC3E}">
        <p14:creationId xmlns:p14="http://schemas.microsoft.com/office/powerpoint/2010/main" val="14913015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368D6-BB4D-4476-B479-C1A25275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25B57-CDA9-442A-A224-383DA502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sigmoid ổn định cho mọi logit; không exp overflow.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logits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[0,1.098612,1000,-1000]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F2684-9062-4C71-9F58-67386A98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2.2 · 8/13</a:t>
            </a:r>
          </a:p>
        </p:txBody>
      </p:sp>
    </p:spTree>
    <p:extLst>
      <p:ext uri="{BB962C8B-B14F-4D97-AF65-F5344CB8AC3E}">
        <p14:creationId xmlns:p14="http://schemas.microsoft.com/office/powerpoint/2010/main" val="20075652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10945-ED0D-4671-891D-B69D40E9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33A68-8516-408D-994A-9491CBD2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Stable softmax theo từng hàng: trừ max trước exp.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[[1000,1001],[0,0]]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39F61-FACB-4C98-B32F-C427B488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2.2 · 9/13</a:t>
            </a:r>
          </a:p>
        </p:txBody>
      </p:sp>
    </p:spTree>
    <p:extLst>
      <p:ext uri="{BB962C8B-B14F-4D97-AF65-F5344CB8AC3E}">
        <p14:creationId xmlns:p14="http://schemas.microsoft.com/office/powerpoint/2010/main" val="12710243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579E5-13D5-4047-B55B-DEA42AB2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E7575-9964-48E4-9F30-597DA6E2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sigmoid ổn định cho mọi logit; không exp overflow.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AA368-DDE0-433F-9D12-AAEC4CCD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logits: list số trong[-1000,1000].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9B8D1-F57D-4500-9621-EBA3D0F4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74292-8174-4B73-B459-30A3F735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2.2 · 10/13</a:t>
            </a:r>
          </a:p>
        </p:txBody>
      </p:sp>
    </p:spTree>
    <p:extLst>
      <p:ext uri="{BB962C8B-B14F-4D97-AF65-F5344CB8AC3E}">
        <p14:creationId xmlns:p14="http://schemas.microsoft.com/office/powerpoint/2010/main" val="4626112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6444C-AFEE-47D3-A14E-6E63B578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40FF5-3C0E-40A0-974F-5589F004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Stable softmax theo từng hàng: trừ max trước exp.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D18AB-4BCE-47FA-A316-4ADA0D35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rows: ma trận số; mỗi hàng không rỗng; |logit|&lt;=1000.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09BC6-4376-4EEE-A888-992C07B2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CF87B-6612-45F7-9956-79CFADBE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2.2 · 11/13</a:t>
            </a:r>
          </a:p>
        </p:txBody>
      </p:sp>
    </p:spTree>
    <p:extLst>
      <p:ext uri="{BB962C8B-B14F-4D97-AF65-F5344CB8AC3E}">
        <p14:creationId xmlns:p14="http://schemas.microsoft.com/office/powerpoint/2010/main" val="8228807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C1DEF-C8A3-47BE-B9E0-49BA467F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FA952-FB63-4DEA-BF4E-C795F799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Phân loại bằng probabilities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89255-ABC5-4ADC-B87C-8CD595AE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prob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5EFBE-7155-4572-95B3-A26E439F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Meanlogloss; score=exp(-meanlogloss).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03250-9DB5-4285-8B75-72095089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76A13-EB38-4002-8421-E2C9688B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2.2 · 12/13</a:t>
            </a:r>
          </a:p>
        </p:txBody>
      </p:sp>
    </p:spTree>
    <p:extLst>
      <p:ext uri="{BB962C8B-B14F-4D97-AF65-F5344CB8AC3E}">
        <p14:creationId xmlns:p14="http://schemas.microsoft.com/office/powerpoint/2010/main" val="3247855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7B579-65DD-4C4C-9070-FB52EE93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E1E7B-1344-481E-A93F-BE71F181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So probability và label ở x=0; thay threshold mà không fit lại model.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D64BF-8340-4C02-BFD4-2E3B566C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chương 26–27; KHTN 3.6–3.7.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D02F1-4612-4A75-A5D0-36AE1D0F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26.2 Thực hành, 26.3 trắc nghiệm; AIO 27.4 Credit Card Fraud Detection hoặc 27.5 Twitter Sentiment Analysis.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66D27-A644-43D6-8AF2-C35EF88A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2.2 · 13/13</a:t>
            </a:r>
          </a:p>
        </p:txBody>
      </p:sp>
    </p:spTree>
    <p:extLst>
      <p:ext uri="{BB962C8B-B14F-4D97-AF65-F5344CB8AC3E}">
        <p14:creationId xmlns:p14="http://schemas.microsoft.com/office/powerpoint/2010/main" val="327184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2026-10-01T09:00:18.3950000Z</dcterms:created>
  <dcterms:modified xsi:type="dcterms:W3CDTF">2026-10-01T09:00:18.3950000Z</dcterms:modified>
</coreProperties>
</file>