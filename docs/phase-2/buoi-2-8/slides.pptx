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72e5f1cf05403b" /><Relationship Type="http://schemas.openxmlformats.org/officeDocument/2006/relationships/extended-properties" Target="/docProps/app.xml" Id="R6fd958a4ee9b4df1" /><Relationship Type="http://schemas.openxmlformats.org/officeDocument/2006/relationships/officeDocument" Target="/ppt/presentation.xml" Id="Rdf9d5c603e0f49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de883600e040dc"/>
  </p:sldMasterIdLst>
  <p:notesMasterIdLst>
    <p:notesMasterId xmlns:r="http://schemas.openxmlformats.org/officeDocument/2006/relationships" r:id="R9f347fd0a4944503"/>
  </p:notesMasterIdLst>
  <p:sldIdLst>
    <p:sldId xmlns:r="http://schemas.openxmlformats.org/officeDocument/2006/relationships" id="256" r:id="R37a5ca95ce134f1f"/>
    <p:sldId xmlns:r="http://schemas.openxmlformats.org/officeDocument/2006/relationships" id="257" r:id="Raedd82b41c2b4def"/>
    <p:sldId xmlns:r="http://schemas.openxmlformats.org/officeDocument/2006/relationships" id="258" r:id="R92c76ee748bc41b8"/>
    <p:sldId xmlns:r="http://schemas.openxmlformats.org/officeDocument/2006/relationships" id="259" r:id="R8752e8a285964ddb"/>
    <p:sldId xmlns:r="http://schemas.openxmlformats.org/officeDocument/2006/relationships" id="260" r:id="Re7eb4705397a48d0"/>
    <p:sldId xmlns:r="http://schemas.openxmlformats.org/officeDocument/2006/relationships" id="261" r:id="R9d9d60f5be7b407a"/>
    <p:sldId xmlns:r="http://schemas.openxmlformats.org/officeDocument/2006/relationships" id="262" r:id="R6ba93d4a68e442a0"/>
    <p:sldId xmlns:r="http://schemas.openxmlformats.org/officeDocument/2006/relationships" id="263" r:id="Rd51ced2313e148d8"/>
    <p:sldId xmlns:r="http://schemas.openxmlformats.org/officeDocument/2006/relationships" id="264" r:id="Rbcc6a6827f68444d"/>
    <p:sldId xmlns:r="http://schemas.openxmlformats.org/officeDocument/2006/relationships" id="265" r:id="R3f6c399100aa480b"/>
    <p:sldId xmlns:r="http://schemas.openxmlformats.org/officeDocument/2006/relationships" id="266" r:id="R79b0ee18a2724e3b"/>
    <p:sldId xmlns:r="http://schemas.openxmlformats.org/officeDocument/2006/relationships" id="267" r:id="Re7524e6659fe4f21"/>
    <p:sldId xmlns:r="http://schemas.openxmlformats.org/officeDocument/2006/relationships" id="268" r:id="R5080edae51b24617"/>
    <p:sldId xmlns:r="http://schemas.openxmlformats.org/officeDocument/2006/relationships" id="269" r:id="R8dbd14176edd47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8628eeabfa4b04" /><Relationship Type="http://schemas.openxmlformats.org/officeDocument/2006/relationships/slideMaster" Target="/ppt/slideMasters/slideMaster1.xml" Id="Redde883600e040dc" /><Relationship Type="http://schemas.openxmlformats.org/officeDocument/2006/relationships/notesMaster" Target="/ppt/notesMasters/notesMaster1.xml" Id="R9f347fd0a4944503" /><Relationship Type="http://schemas.openxmlformats.org/officeDocument/2006/relationships/presProps" Target="/ppt/presProps.xml" Id="R7a1eb0283a6c4db0" /><Relationship Type="http://schemas.openxmlformats.org/officeDocument/2006/relationships/tableStyles" Target="/ppt/tableStyles.xml" Id="R6b8e664d580c4518" /><Relationship Type="http://schemas.openxmlformats.org/officeDocument/2006/relationships/slide" Target="/ppt/slides/slide1.xml" Id="R37a5ca95ce134f1f" /><Relationship Type="http://schemas.openxmlformats.org/officeDocument/2006/relationships/slide" Target="/ppt/slides/slide2.xml" Id="Raedd82b41c2b4def" /><Relationship Type="http://schemas.openxmlformats.org/officeDocument/2006/relationships/slide" Target="/ppt/slides/slide3.xml" Id="R92c76ee748bc41b8" /><Relationship Type="http://schemas.openxmlformats.org/officeDocument/2006/relationships/slide" Target="/ppt/slides/slide4.xml" Id="R8752e8a285964ddb" /><Relationship Type="http://schemas.openxmlformats.org/officeDocument/2006/relationships/slide" Target="/ppt/slides/slide5.xml" Id="Re7eb4705397a48d0" /><Relationship Type="http://schemas.openxmlformats.org/officeDocument/2006/relationships/slide" Target="/ppt/slides/slide6.xml" Id="R9d9d60f5be7b407a" /><Relationship Type="http://schemas.openxmlformats.org/officeDocument/2006/relationships/slide" Target="/ppt/slides/slide7.xml" Id="R6ba93d4a68e442a0" /><Relationship Type="http://schemas.openxmlformats.org/officeDocument/2006/relationships/slide" Target="/ppt/slides/slide8.xml" Id="Rd51ced2313e148d8" /><Relationship Type="http://schemas.openxmlformats.org/officeDocument/2006/relationships/slide" Target="/ppt/slides/slide9.xml" Id="Rbcc6a6827f68444d" /><Relationship Type="http://schemas.openxmlformats.org/officeDocument/2006/relationships/slide" Target="/ppt/slides/slide10.xml" Id="R3f6c399100aa480b" /><Relationship Type="http://schemas.openxmlformats.org/officeDocument/2006/relationships/slide" Target="/ppt/slides/slide11.xml" Id="R79b0ee18a2724e3b" /><Relationship Type="http://schemas.openxmlformats.org/officeDocument/2006/relationships/slide" Target="/ppt/slides/slide12.xml" Id="Re7524e6659fe4f21" /><Relationship Type="http://schemas.openxmlformats.org/officeDocument/2006/relationships/slide" Target="/ppt/slides/slide13.xml" Id="R5080edae51b24617" /><Relationship Type="http://schemas.openxmlformats.org/officeDocument/2006/relationships/slide" Target="/ppt/slides/slide14.xml" Id="R8dbd14176edd47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965e57943740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d10b215baf4591" /><Relationship Type="http://schemas.openxmlformats.org/officeDocument/2006/relationships/notesMaster" Target="/ppt/notesMasters/notesMaster1.xml" Id="R68a0a4427cf145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691d7fcfef445d" /><Relationship Type="http://schemas.openxmlformats.org/officeDocument/2006/relationships/notesMaster" Target="/ppt/notesMasters/notesMaster1.xml" Id="R66b089e22c0c4a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000aa5662f430c" /><Relationship Type="http://schemas.openxmlformats.org/officeDocument/2006/relationships/notesMaster" Target="/ppt/notesMasters/notesMaster1.xml" Id="Ref331cba657e4e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e589b6e3d644f0" /><Relationship Type="http://schemas.openxmlformats.org/officeDocument/2006/relationships/notesMaster" Target="/ppt/notesMasters/notesMaster1.xml" Id="R35023f5bf64140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ec81b1fcd946e6" /><Relationship Type="http://schemas.openxmlformats.org/officeDocument/2006/relationships/notesMaster" Target="/ppt/notesMasters/notesMaster1.xml" Id="R22b53ff5013643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0b013ebde84b03" /><Relationship Type="http://schemas.openxmlformats.org/officeDocument/2006/relationships/notesMaster" Target="/ppt/notesMasters/notesMaster1.xml" Id="Raecdd5540f2243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2835991daf4614" /><Relationship Type="http://schemas.openxmlformats.org/officeDocument/2006/relationships/notesMaster" Target="/ppt/notesMasters/notesMaster1.xml" Id="R842ab2f88ba044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9c9e9228a14bdd" /><Relationship Type="http://schemas.openxmlformats.org/officeDocument/2006/relationships/notesMaster" Target="/ppt/notesMasters/notesMaster1.xml" Id="R6ddea498e06b48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0cee01804840d0" /><Relationship Type="http://schemas.openxmlformats.org/officeDocument/2006/relationships/notesMaster" Target="/ppt/notesMasters/notesMaster1.xml" Id="R3d5d95314f564c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e2e3ecd43a48ee" /><Relationship Type="http://schemas.openxmlformats.org/officeDocument/2006/relationships/notesMaster" Target="/ppt/notesMasters/notesMaster1.xml" Id="Ra4ce2811529846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660b8e47e8494a" /><Relationship Type="http://schemas.openxmlformats.org/officeDocument/2006/relationships/notesMaster" Target="/ppt/notesMasters/notesMaster1.xml" Id="R168a8a2b592846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f7d654887842c8" /><Relationship Type="http://schemas.openxmlformats.org/officeDocument/2006/relationships/notesMaster" Target="/ppt/notesMasters/notesMaster1.xml" Id="R4ea462244a534f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631ec0284f4141" /><Relationship Type="http://schemas.openxmlformats.org/officeDocument/2006/relationships/notesMaster" Target="/ppt/notesMasters/notesMaster1.xml" Id="R9027016b63b247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d6a9d9328844ad" /><Relationship Type="http://schemas.openxmlformats.org/officeDocument/2006/relationships/notesMaster" Target="/ppt/notesMasters/notesMaster1.xml" Id="R9e95bdb8910247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NT 8.2; KHTN chương 7; UMAP Basic Usage.. NT 9.8 phần PCA; ví dụ t-SNE trong sklearn; phần Iris trong UMAP Basic Usage.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2.8: PCA, t-SNE và UMAP</a:t>
            </a:r>
          </a:p>
          <a:p xmlns:a="http://schemas.openxmlformats.org/drawingml/2006/main">
            <a:r>
              <a:t>Nguồn giáo trình: NT 8.2; KHTN chương 7; UMAP Basic Usage.</a:t>
            </a:r>
          </a:p>
          <a:p xmlns:a="http://schemas.openxmlformats.org/drawingml/2006/main">
            <a:r>
              <a:t>Bài tiếp theo trong nguồn: NT 9.8 phần PCA; ví dụ t-SNE trong sklearn; phần Iris trong UMAP Basic Usage.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2.8: PCA, t-SNE và UMAP</a:t>
            </a:r>
          </a:p>
          <a:p xmlns:a="http://schemas.openxmlformats.org/drawingml/2006/main">
            <a:r>
              <a:t>Nguồn giáo trình: NT 8.2; KHTN chương 7; UMAP Basic Usage.</a:t>
            </a:r>
          </a:p>
          <a:p xmlns:a="http://schemas.openxmlformats.org/drawingml/2006/main">
            <a:r>
              <a:t>Bài tiếp theo trong nguồn: NT 9.8 phần PCA; ví dụ t-SNE trong sklearn; phần Iris trong UMAP Basic Usage.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2.8: PCA, t-SNE và UMAP</a:t>
            </a:r>
          </a:p>
          <a:p xmlns:a="http://schemas.openxmlformats.org/drawingml/2006/main">
            <a:r>
              <a:t>Nguồn giáo trình: NT 8.2; KHTN chương 7; UMAP Basic Usage.</a:t>
            </a:r>
          </a:p>
          <a:p xmlns:a="http://schemas.openxmlformats.org/drawingml/2006/main">
            <a:r>
              <a:t>Bài tiếp theo trong nguồn: NT 9.8 phần PCA; ví dụ t-SNE trong sklearn; phần Iris trong UMAP Basic Usage.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2.8: PCA, t-SNE và UMAP</a:t>
            </a:r>
          </a:p>
          <a:p xmlns:a="http://schemas.openxmlformats.org/drawingml/2006/main">
            <a:r>
              <a:t>Nguồn giáo trình: NT 8.2; KHTN chương 7; UMAP Basic Usage.</a:t>
            </a:r>
          </a:p>
          <a:p xmlns:a="http://schemas.openxmlformats.org/drawingml/2006/main">
            <a:r>
              <a:t>Bài tiếp theo trong nguồn: NT 9.8 phần PCA; ví dụ t-SNE trong sklearn; phần Iris trong UMAP Basic Usage.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2.8: PCA, t-SNE và UMAP</a:t>
            </a:r>
          </a:p>
          <a:p xmlns:a="http://schemas.openxmlformats.org/drawingml/2006/main">
            <a:r>
              <a:t>Nguồn giáo trình: NT 8.2; KHTN chương 7; UMAP Basic Usage.</a:t>
            </a:r>
          </a:p>
          <a:p xmlns:a="http://schemas.openxmlformats.org/drawingml/2006/main">
            <a:r>
              <a:t>Bài tiếp theo trong nguồn: NT 9.8 phần PCA; ví dụ t-SNE trong sklearn; phần Iris trong UMAP Basic Usage.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2.8: PCA, t-SNE và UMAP</a:t>
            </a:r>
          </a:p>
          <a:p xmlns:a="http://schemas.openxmlformats.org/drawingml/2006/main">
            <a:r>
              <a:t>Nguồn giáo trình: NT 8.2; KHTN chương 7; UMAP Basic Usage.</a:t>
            </a:r>
          </a:p>
          <a:p xmlns:a="http://schemas.openxmlformats.org/drawingml/2006/main">
            <a:r>
              <a:t>Bài tiếp theo trong nguồn: NT 9.8 phần PCA; ví dụ t-SNE trong sklearn; phần Iris trong UMAP Basic Usage.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2.8: PCA, t-SNE và UMAP</a:t>
            </a:r>
          </a:p>
          <a:p xmlns:a="http://schemas.openxmlformats.org/drawingml/2006/main">
            <a:r>
              <a:t>Nguồn giáo trình: NT 8.2; KHTN chương 7; UMAP Basic Usage.</a:t>
            </a:r>
          </a:p>
          <a:p xmlns:a="http://schemas.openxmlformats.org/drawingml/2006/main">
            <a:r>
              <a:t>Bài tiếp theo trong nguồn: NT 9.8 phần PCA; ví dụ t-SNE trong sklearn; phần Iris trong UMAP Basic Usage.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[[-1.414213562373095],[1.414213562373095]]</a:t>
            </a:r>
          </a:p>
          <a:p xmlns:a="http://schemas.openxmlformats.org/drawingml/2006/main">
            <a:r>
              <a:t>Tham khảo: NT 8.2; KHTN chương 7; UMAP Basic Usage.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[0.75,0.25,0]</a:t>
            </a:r>
          </a:p>
          <a:p xmlns:a="http://schemas.openxmlformats.org/drawingml/2006/main">
            <a:r>
              <a:t>Tham khảo: NT 8.2; KHTN chương 7; UMAP Basic Usage.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2.8: PCA, t-SNE và UMAP</a:t>
            </a:r>
          </a:p>
          <a:p xmlns:a="http://schemas.openxmlformats.org/drawingml/2006/main">
            <a:r>
              <a:t>Nguồn giáo trình: NT 8.2; KHTN chương 7; UMAP Basic Usage.</a:t>
            </a:r>
          </a:p>
          <a:p xmlns:a="http://schemas.openxmlformats.org/drawingml/2006/main">
            <a:r>
              <a:t>Bài tiếp theo trong nguồn: NT 9.8 phần PCA; ví dụ t-SNE trong sklearn; phần Iris trong UMAP Basic Usage.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2.8: PCA, t-SNE và UMAP</a:t>
            </a:r>
          </a:p>
          <a:p xmlns:a="http://schemas.openxmlformats.org/drawingml/2006/main">
            <a:r>
              <a:t>Nguồn giáo trình: NT 8.2; KHTN chương 7; UMAP Basic Usage.</a:t>
            </a:r>
          </a:p>
          <a:p xmlns:a="http://schemas.openxmlformats.org/drawingml/2006/main">
            <a:r>
              <a:t>Bài tiếp theo trong nguồn: NT 9.8 phần PCA; ví dụ t-SNE trong sklearn; phần Iris trong UMAP Basic Usage.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2.8: PCA, t-SNE và UMAP</a:t>
            </a:r>
          </a:p>
          <a:p xmlns:a="http://schemas.openxmlformats.org/drawingml/2006/main">
            <a:r>
              <a:t>Nguồn giáo trình: NT 8.2; KHTN chương 7; UMAP Basic Usage.</a:t>
            </a:r>
          </a:p>
          <a:p xmlns:a="http://schemas.openxmlformats.org/drawingml/2006/main">
            <a:r>
              <a:t>Bài tiếp theo trong nguồn: NT 9.8 phần PCA; ví dụ t-SNE trong sklearn; phần Iris trong UMAP Basic Usage.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2.8: PCA, t-SNE và UMAP</a:t>
            </a:r>
          </a:p>
          <a:p xmlns:a="http://schemas.openxmlformats.org/drawingml/2006/main">
            <a:r>
              <a:t>Nguồn giáo trình: NT 8.2; KHTN chương 7; UMAP Basic Usage.</a:t>
            </a:r>
          </a:p>
          <a:p xmlns:a="http://schemas.openxmlformats.org/drawingml/2006/main">
            <a:r>
              <a:t>Bài tiếp theo trong nguồn: NT 9.8 phần PCA; ví dụ t-SNE trong sklearn; phần Iris trong UMAP Basic Usage.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25181ac9942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7f0ba96cc84bb0" /><Relationship Type="http://schemas.openxmlformats.org/officeDocument/2006/relationships/slideLayout" Target="/ppt/slideLayouts/slideLayout1.xml" Id="R1499b1a5c28942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99b1a5c28942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459604479424f" /><Relationship Type="http://schemas.openxmlformats.org/officeDocument/2006/relationships/notesSlide" Target="/ppt/notesSlides/notesSlide1.xml" Id="R52b03d9ea56b4c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73face3a44951" /><Relationship Type="http://schemas.openxmlformats.org/officeDocument/2006/relationships/notesSlide" Target="/ppt/notesSlides/notesSlide2.xml" Id="R76e2d541810e4f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9ac5211a94483" /><Relationship Type="http://schemas.openxmlformats.org/officeDocument/2006/relationships/notesSlide" Target="/ppt/notesSlides/notesSlide3.xml" Id="R4b0d0ed55c8f41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0dd0fac5e4358" /><Relationship Type="http://schemas.openxmlformats.org/officeDocument/2006/relationships/notesSlide" Target="/ppt/notesSlides/notesSlide4.xml" Id="R0cb7d9bb580e44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d7400ff164700" /><Relationship Type="http://schemas.openxmlformats.org/officeDocument/2006/relationships/notesSlide" Target="/ppt/notesSlides/notesSlide5.xml" Id="R9836031418ee4e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75246c2804ece" /><Relationship Type="http://schemas.openxmlformats.org/officeDocument/2006/relationships/notesSlide" Target="/ppt/notesSlides/notesSlide6.xml" Id="R586e09f720ae4d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03b1f2dbf4ad9" /><Relationship Type="http://schemas.openxmlformats.org/officeDocument/2006/relationships/notesSlide" Target="/ppt/notesSlides/notesSlide7.xml" Id="R1b18b9b241c249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00b29503a42b0" /><Relationship Type="http://schemas.openxmlformats.org/officeDocument/2006/relationships/notesSlide" Target="/ppt/notesSlides/notesSlide8.xml" Id="Reb2a681bbb504b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91ac461b344cf" /><Relationship Type="http://schemas.openxmlformats.org/officeDocument/2006/relationships/notesSlide" Target="/ppt/notesSlides/notesSlide9.xml" Id="Rac4f9a6893354c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7106a56b741f0" /><Relationship Type="http://schemas.openxmlformats.org/officeDocument/2006/relationships/notesSlide" Target="/ppt/notesSlides/notesSlide10.xml" Id="R8dedb367c2714e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cfb4cf05c4fb4" /><Relationship Type="http://schemas.openxmlformats.org/officeDocument/2006/relationships/notesSlide" Target="/ppt/notesSlides/notesSlide11.xml" Id="R835f55c9096b41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3a406e4ae44e8" /><Relationship Type="http://schemas.openxmlformats.org/officeDocument/2006/relationships/notesSlide" Target="/ppt/notesSlides/notesSlide12.xml" Id="R3d994c93d1d74f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831c89b3e418c" /><Relationship Type="http://schemas.openxmlformats.org/officeDocument/2006/relationships/notesSlide" Target="/ppt/notesSlides/notesSlide13.xml" Id="R94c76325822c48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77c862aad49f1" /><Relationship Type="http://schemas.openxmlformats.org/officeDocument/2006/relationships/notesSlide" Target="/ppt/notesSlides/notesSlide14.xml" Id="Rb1e3af54251a45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B1ABF-E30C-49E8-80E8-D79B2C26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2.8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458EC-696C-4143-8809-7C0BEECB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PCA, t-SNE và UMAP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E203B-47E1-4C62-A503-45729ED2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Giảm chiều để nén dữ liệu khác giảm chiều để vẽ thế nào?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3234A-32F0-4716-9EEF-B6D1499C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2.8 · 1/14</a:t>
            </a:r>
          </a:p>
        </p:txBody>
      </p:sp>
    </p:spTree>
    <p:extLst>
      <p:ext uri="{BB962C8B-B14F-4D97-AF65-F5344CB8AC3E}">
        <p14:creationId xmlns:p14="http://schemas.microsoft.com/office/powerpoint/2010/main" val="845541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5FC54-1C32-47B2-A025-B21CE4D4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5489D-A8D3-4917-89EB-1D3591A4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PCA tìm directions giữ variance, cần centering và xử lý scale.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0BCAB-8E06-4CBB-94FD-050F5E97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t-SNE/UMAP tập trung cấu trúc lân cận để khám phá/trực quan.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67875-60EF-444A-AF2E-C70B50D1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PCA trước classifier phải fit trong folds; hình2D không thay validation.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70E7A-DC56-4DDD-A312-C17DCD70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Z = (X - mean) × componentsᵀ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5B168-BA5E-4ECC-A7F0-6374B583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2.8 · 2/14</a:t>
            </a:r>
          </a:p>
        </p:txBody>
      </p:sp>
    </p:spTree>
    <p:extLst>
      <p:ext uri="{BB962C8B-B14F-4D97-AF65-F5344CB8AC3E}">
        <p14:creationId xmlns:p14="http://schemas.microsoft.com/office/powerpoint/2010/main" val="316810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7935F-83C4-43CE-A629-34532C3B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[[1,1],[3,3]]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components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[[0.707107,0.707107]]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72AC1-B240-4C2C-9EAF-ECA07359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2.8 · 3/14</a:t>
            </a:r>
          </a:p>
        </p:txBody>
      </p:sp>
    </p:spTree>
    <p:extLst>
      <p:ext uri="{BB962C8B-B14F-4D97-AF65-F5344CB8AC3E}">
        <p14:creationId xmlns:p14="http://schemas.microsoft.com/office/powerpoint/2010/main" val="465453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D2FC8-68FD-4EE3-958A-9B6F6F16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55560-24C2-4810-AA92-4EB95356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-1.414214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1.414214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C46D9-B538-4106-9B4D-4A5419D7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2.8 · 4/14</a:t>
            </a:r>
          </a:p>
        </p:txBody>
      </p:sp>
    </p:spTree>
    <p:extLst>
      <p:ext uri="{BB962C8B-B14F-4D97-AF65-F5344CB8AC3E}">
        <p14:creationId xmlns:p14="http://schemas.microsoft.com/office/powerpoint/2010/main" val="1179218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6357D-DDD4-4E79-AA47-54C55837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1BFFE-1162-4D41-8AD6-C12A5E62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sklearn.datasets import load_iris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sklearn.preprocessing import StandardScaler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sklearn.decomposition import PCA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sklearn.manifold import TSNE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X,y = load_iris(return_X_y=True)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StandardScaler().fit_transform(X)  # Đây là lab visualization, không test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pca = PCA(n_components=2).fit(X)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Z = pca.transform(X)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print("PCA shape:",Z.shape)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print("Explained variance:",pca.explained_variance_ratio_.round(4).tolist())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 = TSNE(n_components=2,perplexity=20,max_iter=250,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random_state=42,init="pca",learning_rate="auto").fit_transform(X)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73F3B-A584-4328-BBFA-6F7480B4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6D38B-7A51-4A7E-8F7B-E3F2A023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2.8 · 5/14</a:t>
            </a:r>
          </a:p>
        </p:txBody>
      </p:sp>
    </p:spTree>
    <p:extLst>
      <p:ext uri="{BB962C8B-B14F-4D97-AF65-F5344CB8AC3E}">
        <p14:creationId xmlns:p14="http://schemas.microsoft.com/office/powerpoint/2010/main" val="613522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5119E-2723-4260-928B-8CB2C8F8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C4701-A200-4BB9-BD29-C484A662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print("t-SNE shape:",T.shape,"finite:",bool(np.isfinite(T).all()))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UMAP là thư viện riêng; code đầy đủ nằm trong nguồn của bài.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Phép chiếu đẹp không chứng minh một classifier tổng quát tốt.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0BEE9-2B38-4322-86D7-0A77CB0D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887D4-B831-4160-AFD8-894014A2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2.8 · 6/14</a:t>
            </a:r>
          </a:p>
        </p:txBody>
      </p:sp>
    </p:spTree>
    <p:extLst>
      <p:ext uri="{BB962C8B-B14F-4D97-AF65-F5344CB8AC3E}">
        <p14:creationId xmlns:p14="http://schemas.microsoft.com/office/powerpoint/2010/main" val="1106026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E29A1-9DCA-49E3-89C1-30CD8921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1BC60-F558-451B-9147-84274E59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PCA shape: (150, 2)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Explained variance: [0.7296, 0.2285]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t-SNE shape: (150, 2) finite: True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EFBAB-369A-4A2B-AB16-F35C490C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2.8 · 7/14</a:t>
            </a:r>
          </a:p>
        </p:txBody>
      </p:sp>
    </p:spTree>
    <p:extLst>
      <p:ext uri="{BB962C8B-B14F-4D97-AF65-F5344CB8AC3E}">
        <p14:creationId xmlns:p14="http://schemas.microsoft.com/office/powerpoint/2010/main" val="1884661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88713-CFE3-48ED-827A-4C70C507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D87D0-94E6-424E-91E2-0FFD142B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90% variance không đồng nghĩa90% thông tin phân loại.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915C8-4E8A-4BD3-8A55-E2D476F1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Đọc explained variance của Iris và kiểm shape n_samples× 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49A2F-4798-41CA-8A49-89566767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2.8 · 8/14</a:t>
            </a:r>
          </a:p>
        </p:txBody>
      </p:sp>
    </p:spTree>
    <p:extLst>
      <p:ext uri="{BB962C8B-B14F-4D97-AF65-F5344CB8AC3E}">
        <p14:creationId xmlns:p14="http://schemas.microsoft.com/office/powerpoint/2010/main" val="951995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697E2-4D78-4992-8BBB-C5AC4DB5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FECC4-C895-401F-A35D-E905EB07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Center bằng mean vector cấp sẵn, rồi dot với từng component.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[[1,1],[3,3]]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components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[[0.707107,0.707107]]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019AE-2CB1-455C-AF6F-37D70725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2.8 · 9/14</a:t>
            </a:r>
          </a:p>
        </p:txBody>
      </p:sp>
    </p:spTree>
    <p:extLst>
      <p:ext uri="{BB962C8B-B14F-4D97-AF65-F5344CB8AC3E}">
        <p14:creationId xmlns:p14="http://schemas.microsoft.com/office/powerpoint/2010/main" val="17478870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1CAFC-4AAF-4F0C-8505-053357D5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4286B-9E1C-482A-AF45-864F6B12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explained_variance_ratio cho eigenvalues nonnegative; tổng0 thì ratios0.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eigenvalues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[3,1,0]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75DE6-3476-4595-92EB-FD35215E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2.8 · 10/14</a:t>
            </a:r>
          </a:p>
        </p:txBody>
      </p:sp>
    </p:spTree>
    <p:extLst>
      <p:ext uri="{BB962C8B-B14F-4D97-AF65-F5344CB8AC3E}">
        <p14:creationId xmlns:p14="http://schemas.microsoft.com/office/powerpoint/2010/main" val="20941829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88188-E3CC-4BAB-AA97-EBC2F582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1E8EE-4530-4FC2-A414-50B62787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Center bằng mean vector cấp sẵn, rồi dot với từng component.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6B4AF-5754-4C82-88C3-54D510EC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X: nxd; mean: d; components: kxd.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BFCFC-6DD8-4487-AB35-B57BF827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82B8F-7CCC-42A3-B8FD-DED9A44D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2.8 · 11/14</a:t>
            </a:r>
          </a:p>
        </p:txBody>
      </p:sp>
    </p:spTree>
    <p:extLst>
      <p:ext uri="{BB962C8B-B14F-4D97-AF65-F5344CB8AC3E}">
        <p14:creationId xmlns:p14="http://schemas.microsoft.com/office/powerpoint/2010/main" val="6416093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15BC8-4E5D-4092-B6CA-6284C873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65E64-D0A7-42E8-8B2F-455954CC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explained_variance_ratio cho eigenvalues nonnegative; tổng0 thì ratios0.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5FDEF-A5DC-421D-BD7D-EB5DE6DE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eigenvalues: list nonnegative.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BE3D8-6C63-4E49-B642-F85AD282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488B1-3968-41EC-A68C-AD7BA198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2.8 · 12/14</a:t>
            </a:r>
          </a:p>
        </p:txBody>
      </p:sp>
    </p:spTree>
    <p:extLst>
      <p:ext uri="{BB962C8B-B14F-4D97-AF65-F5344CB8AC3E}">
        <p14:creationId xmlns:p14="http://schemas.microsoft.com/office/powerpoint/2010/main" val="5060622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B8335-E513-45DC-8066-FFD3B344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D9C1A-9BC5-4218-BDD1-919B90A2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Classifier trước/sau PCA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C2BE3-4574-4323-A2C1-AEF1B289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cls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43E7F-A55E-4147-8391-EDC358B2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classes0/1/2.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E742D-6E72-4404-80B2-67C63EE0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BAC76-B3EA-447E-9D3F-47D91B5E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2.8 · 13/14</a:t>
            </a:r>
          </a:p>
        </p:txBody>
      </p:sp>
    </p:spTree>
    <p:extLst>
      <p:ext uri="{BB962C8B-B14F-4D97-AF65-F5344CB8AC3E}">
        <p14:creationId xmlns:p14="http://schemas.microsoft.com/office/powerpoint/2010/main" val="2228844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937C2-2734-40A0-A8CE-99132596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7E59A-E7AC-45CB-B204-19B7A041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Đọc explained variance của Iris và kiểm shape n_samples× 2.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6FC62-1952-4299-B056-9FF75B7F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8.2; KHTN chương 7; UMAP Basic Usage.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C2700-9684-4718-822F-1CA4DCF5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9.8 phần PCA; ví dụ t-SNE trong sklearn; phần Iris trong UMAP Basic Usage.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8750D-1AC1-42AF-9476-1E7382D8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2.8 · 14/14</a:t>
            </a:r>
          </a:p>
        </p:txBody>
      </p:sp>
    </p:spTree>
    <p:extLst>
      <p:ext uri="{BB962C8B-B14F-4D97-AF65-F5344CB8AC3E}">
        <p14:creationId xmlns:p14="http://schemas.microsoft.com/office/powerpoint/2010/main" val="541508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2026-10-01T09:01:13.5980000Z</dcterms:created>
  <dcterms:modified xsi:type="dcterms:W3CDTF">2026-10-01T09:01:13.5980000Z</dcterms:modified>
</coreProperties>
</file>