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3bede5a5604447" /><Relationship Type="http://schemas.openxmlformats.org/officeDocument/2006/relationships/extended-properties" Target="/docProps/app.xml" Id="R2f76c9452df64008" /><Relationship Type="http://schemas.openxmlformats.org/officeDocument/2006/relationships/officeDocument" Target="/ppt/presentation.xml" Id="Rc2cbe5f55c7948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b4d707c3c04aa6"/>
  </p:sldMasterIdLst>
  <p:notesMasterIdLst>
    <p:notesMasterId xmlns:r="http://schemas.openxmlformats.org/officeDocument/2006/relationships" r:id="R08a8d7992738496b"/>
  </p:notesMasterIdLst>
  <p:sldIdLst>
    <p:sldId xmlns:r="http://schemas.openxmlformats.org/officeDocument/2006/relationships" id="256" r:id="R2c08b49ebec040c6"/>
    <p:sldId xmlns:r="http://schemas.openxmlformats.org/officeDocument/2006/relationships" id="257" r:id="R597cadb20f10460c"/>
    <p:sldId xmlns:r="http://schemas.openxmlformats.org/officeDocument/2006/relationships" id="258" r:id="R39415765d3f348a5"/>
    <p:sldId xmlns:r="http://schemas.openxmlformats.org/officeDocument/2006/relationships" id="259" r:id="R418a97f01d484b88"/>
    <p:sldId xmlns:r="http://schemas.openxmlformats.org/officeDocument/2006/relationships" id="260" r:id="R1fc9da802a674cef"/>
    <p:sldId xmlns:r="http://schemas.openxmlformats.org/officeDocument/2006/relationships" id="261" r:id="R90ee8e1e8fcd4c8d"/>
    <p:sldId xmlns:r="http://schemas.openxmlformats.org/officeDocument/2006/relationships" id="262" r:id="Raf4f747f23bb4cd3"/>
    <p:sldId xmlns:r="http://schemas.openxmlformats.org/officeDocument/2006/relationships" id="263" r:id="R0503b1358792433c"/>
    <p:sldId xmlns:r="http://schemas.openxmlformats.org/officeDocument/2006/relationships" id="264" r:id="R1ef848226de247ff"/>
    <p:sldId xmlns:r="http://schemas.openxmlformats.org/officeDocument/2006/relationships" id="265" r:id="R3899a82d93b44092"/>
    <p:sldId xmlns:r="http://schemas.openxmlformats.org/officeDocument/2006/relationships" id="266" r:id="R5a7181d0172a4ff2"/>
    <p:sldId xmlns:r="http://schemas.openxmlformats.org/officeDocument/2006/relationships" id="267" r:id="Rcb5c4bfc25c443db"/>
    <p:sldId xmlns:r="http://schemas.openxmlformats.org/officeDocument/2006/relationships" id="268" r:id="R4e493e6e4ad343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c50e6bf6174157" /><Relationship Type="http://schemas.openxmlformats.org/officeDocument/2006/relationships/slideMaster" Target="/ppt/slideMasters/slideMaster1.xml" Id="Rfab4d707c3c04aa6" /><Relationship Type="http://schemas.openxmlformats.org/officeDocument/2006/relationships/notesMaster" Target="/ppt/notesMasters/notesMaster1.xml" Id="R08a8d7992738496b" /><Relationship Type="http://schemas.openxmlformats.org/officeDocument/2006/relationships/presProps" Target="/ppt/presProps.xml" Id="R08fd6bdb64284c38" /><Relationship Type="http://schemas.openxmlformats.org/officeDocument/2006/relationships/tableStyles" Target="/ppt/tableStyles.xml" Id="Rac2d377ebf9a40ed" /><Relationship Type="http://schemas.openxmlformats.org/officeDocument/2006/relationships/slide" Target="/ppt/slides/slide1.xml" Id="R2c08b49ebec040c6" /><Relationship Type="http://schemas.openxmlformats.org/officeDocument/2006/relationships/slide" Target="/ppt/slides/slide2.xml" Id="R597cadb20f10460c" /><Relationship Type="http://schemas.openxmlformats.org/officeDocument/2006/relationships/slide" Target="/ppt/slides/slide3.xml" Id="R39415765d3f348a5" /><Relationship Type="http://schemas.openxmlformats.org/officeDocument/2006/relationships/slide" Target="/ppt/slides/slide4.xml" Id="R418a97f01d484b88" /><Relationship Type="http://schemas.openxmlformats.org/officeDocument/2006/relationships/slide" Target="/ppt/slides/slide5.xml" Id="R1fc9da802a674cef" /><Relationship Type="http://schemas.openxmlformats.org/officeDocument/2006/relationships/slide" Target="/ppt/slides/slide6.xml" Id="R90ee8e1e8fcd4c8d" /><Relationship Type="http://schemas.openxmlformats.org/officeDocument/2006/relationships/slide" Target="/ppt/slides/slide7.xml" Id="Raf4f747f23bb4cd3" /><Relationship Type="http://schemas.openxmlformats.org/officeDocument/2006/relationships/slide" Target="/ppt/slides/slide8.xml" Id="R0503b1358792433c" /><Relationship Type="http://schemas.openxmlformats.org/officeDocument/2006/relationships/slide" Target="/ppt/slides/slide9.xml" Id="R1ef848226de247ff" /><Relationship Type="http://schemas.openxmlformats.org/officeDocument/2006/relationships/slide" Target="/ppt/slides/slide10.xml" Id="R3899a82d93b44092" /><Relationship Type="http://schemas.openxmlformats.org/officeDocument/2006/relationships/slide" Target="/ppt/slides/slide11.xml" Id="R5a7181d0172a4ff2" /><Relationship Type="http://schemas.openxmlformats.org/officeDocument/2006/relationships/slide" Target="/ppt/slides/slide12.xml" Id="Rcb5c4bfc25c443db" /><Relationship Type="http://schemas.openxmlformats.org/officeDocument/2006/relationships/slide" Target="/ppt/slides/slide13.xml" Id="R4e493e6e4ad343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f18c7467c54f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05bcf3fddf49bc" /><Relationship Type="http://schemas.openxmlformats.org/officeDocument/2006/relationships/notesMaster" Target="/ppt/notesMasters/notesMaster1.xml" Id="R4f3ce3dff4ca49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a850238bd94e7f" /><Relationship Type="http://schemas.openxmlformats.org/officeDocument/2006/relationships/notesMaster" Target="/ppt/notesMasters/notesMaster1.xml" Id="Rad5c319d8a0d43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95dae9b05a417a" /><Relationship Type="http://schemas.openxmlformats.org/officeDocument/2006/relationships/notesMaster" Target="/ppt/notesMasters/notesMaster1.xml" Id="R2bd8b726b29646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a8bdf000054fe2" /><Relationship Type="http://schemas.openxmlformats.org/officeDocument/2006/relationships/notesMaster" Target="/ppt/notesMasters/notesMaster1.xml" Id="Rb8ed83dc87ad43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ed51e9f0c04c34" /><Relationship Type="http://schemas.openxmlformats.org/officeDocument/2006/relationships/notesMaster" Target="/ppt/notesMasters/notesMaster1.xml" Id="Rdd360148c20b41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f5297901844c7c" /><Relationship Type="http://schemas.openxmlformats.org/officeDocument/2006/relationships/notesMaster" Target="/ppt/notesMasters/notesMaster1.xml" Id="Rd2de57241ba54d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44acf881d84e48" /><Relationship Type="http://schemas.openxmlformats.org/officeDocument/2006/relationships/notesMaster" Target="/ppt/notesMasters/notesMaster1.xml" Id="Rdaf7d6e862d34d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1444259484444d" /><Relationship Type="http://schemas.openxmlformats.org/officeDocument/2006/relationships/notesMaster" Target="/ppt/notesMasters/notesMaster1.xml" Id="R847edf4b1dd249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c20ca8fb1e4832" /><Relationship Type="http://schemas.openxmlformats.org/officeDocument/2006/relationships/notesMaster" Target="/ppt/notesMasters/notesMaster1.xml" Id="Red92beea7dfa46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1dfe9b3de849b9" /><Relationship Type="http://schemas.openxmlformats.org/officeDocument/2006/relationships/notesMaster" Target="/ppt/notesMasters/notesMaster1.xml" Id="Rc3ddbeeeba5447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977c8ff77c45de" /><Relationship Type="http://schemas.openxmlformats.org/officeDocument/2006/relationships/notesMaster" Target="/ppt/notesMasters/notesMaster1.xml" Id="R68b8065c6f3741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502bfd024a4d53" /><Relationship Type="http://schemas.openxmlformats.org/officeDocument/2006/relationships/notesMaster" Target="/ppt/notesMasters/notesMaster1.xml" Id="R1d8dfba3295f4b2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ed72a0b0fb044c2" /><Relationship Type="http://schemas.openxmlformats.org/officeDocument/2006/relationships/notesMaster" Target="/ppt/notesMasters/notesMaster1.xml" Id="R2ca1428661df44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AIO chương 7–8.. AIO 7.2 Câu hỏi tự luận, 7.3 và 8.2 Câu hỏi trắc nghiệm.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1.8: Xác suất và thống kê dùng trong AI</a:t>
            </a:r>
          </a:p>
          <a:p xmlns:a="http://schemas.openxmlformats.org/drawingml/2006/main">
            <a:r>
              <a:t>Nguồn giáo trình: AIO chương 7–8.</a:t>
            </a:r>
          </a:p>
          <a:p xmlns:a="http://schemas.openxmlformats.org/drawingml/2006/main">
            <a:r>
              <a:t>Bài tiếp theo trong nguồn: AIO 7.2 Câu hỏi tự luận, 7.3 và 8.2 Câu hỏi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1.8: Xác suất và thống kê dùng trong AI</a:t>
            </a:r>
          </a:p>
          <a:p xmlns:a="http://schemas.openxmlformats.org/drawingml/2006/main">
            <a:r>
              <a:t>Nguồn giáo trình: AIO chương 7–8.</a:t>
            </a:r>
          </a:p>
          <a:p xmlns:a="http://schemas.openxmlformats.org/drawingml/2006/main">
            <a:r>
              <a:t>Bài tiếp theo trong nguồn: AIO 7.2 Câu hỏi tự luận, 7.3 và 8.2 Câu hỏi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1.8: Xác suất và thống kê dùng trong AI</a:t>
            </a:r>
          </a:p>
          <a:p xmlns:a="http://schemas.openxmlformats.org/drawingml/2006/main">
            <a:r>
              <a:t>Nguồn giáo trình: AIO chương 7–8.</a:t>
            </a:r>
          </a:p>
          <a:p xmlns:a="http://schemas.openxmlformats.org/drawingml/2006/main">
            <a:r>
              <a:t>Bài tiếp theo trong nguồn: AIO 7.2 Câu hỏi tự luận, 7.3 và 8.2 Câu hỏi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1.8: Xác suất và thống kê dùng trong AI</a:t>
            </a:r>
          </a:p>
          <a:p xmlns:a="http://schemas.openxmlformats.org/drawingml/2006/main">
            <a:r>
              <a:t>Nguồn giáo trình: AIO chương 7–8.</a:t>
            </a:r>
          </a:p>
          <a:p xmlns:a="http://schemas.openxmlformats.org/drawingml/2006/main">
            <a:r>
              <a:t>Bài tiếp theo trong nguồn: AIO 7.2 Câu hỏi tự luận, 7.3 và 8.2 Câu hỏi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1.8: Xác suất và thống kê dùng trong AI</a:t>
            </a:r>
          </a:p>
          <a:p xmlns:a="http://schemas.openxmlformats.org/drawingml/2006/main">
            <a:r>
              <a:t>Nguồn giáo trình: AIO chương 7–8.</a:t>
            </a:r>
          </a:p>
          <a:p xmlns:a="http://schemas.openxmlformats.org/drawingml/2006/main">
            <a:r>
              <a:t>Bài tiếp theo trong nguồn: AIO 7.2 Câu hỏi tự luận, 7.3 và 8.2 Câu hỏi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1.8: Xác suất và thống kê dùng trong AI</a:t>
            </a:r>
          </a:p>
          <a:p xmlns:a="http://schemas.openxmlformats.org/drawingml/2006/main">
            <a:r>
              <a:t>Nguồn giáo trình: AIO chương 7–8.</a:t>
            </a:r>
          </a:p>
          <a:p xmlns:a="http://schemas.openxmlformats.org/drawingml/2006/main">
            <a:r>
              <a:t>Bài tiếp theo trong nguồn: AIO 7.2 Câu hỏi tự luận, 7.3 và 8.2 Câu hỏi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{"mean":2,"variance":0.6666666666666666}</a:t>
            </a:r>
          </a:p>
          <a:p xmlns:a="http://schemas.openxmlformats.org/drawingml/2006/main">
            <a:r>
              <a:t>Tham khảo: AIO chương 7–8.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0.6923076923076923</a:t>
            </a:r>
          </a:p>
          <a:p xmlns:a="http://schemas.openxmlformats.org/drawingml/2006/main">
            <a:r>
              <a:t>Tham khảo: AIO chương 7–8.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1.8: Xác suất và thống kê dùng trong AI</a:t>
            </a:r>
          </a:p>
          <a:p xmlns:a="http://schemas.openxmlformats.org/drawingml/2006/main">
            <a:r>
              <a:t>Nguồn giáo trình: AIO chương 7–8.</a:t>
            </a:r>
          </a:p>
          <a:p xmlns:a="http://schemas.openxmlformats.org/drawingml/2006/main">
            <a:r>
              <a:t>Bài tiếp theo trong nguồn: AIO 7.2 Câu hỏi tự luận, 7.3 và 8.2 Câu hỏi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1.8: Xác suất và thống kê dùng trong AI</a:t>
            </a:r>
          </a:p>
          <a:p xmlns:a="http://schemas.openxmlformats.org/drawingml/2006/main">
            <a:r>
              <a:t>Nguồn giáo trình: AIO chương 7–8.</a:t>
            </a:r>
          </a:p>
          <a:p xmlns:a="http://schemas.openxmlformats.org/drawingml/2006/main">
            <a:r>
              <a:t>Bài tiếp theo trong nguồn: AIO 7.2 Câu hỏi tự luận, 7.3 và 8.2 Câu hỏi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1.8: Xác suất và thống kê dùng trong AI</a:t>
            </a:r>
          </a:p>
          <a:p xmlns:a="http://schemas.openxmlformats.org/drawingml/2006/main">
            <a:r>
              <a:t>Nguồn giáo trình: AIO chương 7–8.</a:t>
            </a:r>
          </a:p>
          <a:p xmlns:a="http://schemas.openxmlformats.org/drawingml/2006/main">
            <a:r>
              <a:t>Bài tiếp theo trong nguồn: AIO 7.2 Câu hỏi tự luận, 7.3 và 8.2 Câu hỏi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1.8: Xác suất và thống kê dùng trong AI</a:t>
            </a:r>
          </a:p>
          <a:p xmlns:a="http://schemas.openxmlformats.org/drawingml/2006/main">
            <a:r>
              <a:t>Nguồn giáo trình: AIO chương 7–8.</a:t>
            </a:r>
          </a:p>
          <a:p xmlns:a="http://schemas.openxmlformats.org/drawingml/2006/main">
            <a:r>
              <a:t>Bài tiếp theo trong nguồn: AIO 7.2 Câu hỏi tự luận, 7.3 và 8.2 Câu hỏi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b9d80206b14c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d760da3891410b" /><Relationship Type="http://schemas.openxmlformats.org/officeDocument/2006/relationships/slideLayout" Target="/ppt/slideLayouts/slideLayout1.xml" Id="R745663e6552d48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5663e6552d48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43da3d40e47a7" /><Relationship Type="http://schemas.openxmlformats.org/officeDocument/2006/relationships/notesSlide" Target="/ppt/notesSlides/notesSlide1.xml" Id="R5aa37793661045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ca049b8b24e3c" /><Relationship Type="http://schemas.openxmlformats.org/officeDocument/2006/relationships/notesSlide" Target="/ppt/notesSlides/notesSlide2.xml" Id="R3fb28e52c99045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88cdd84b24f62" /><Relationship Type="http://schemas.openxmlformats.org/officeDocument/2006/relationships/notesSlide" Target="/ppt/notesSlides/notesSlide3.xml" Id="R5305703b273045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9179a00e34a10" /><Relationship Type="http://schemas.openxmlformats.org/officeDocument/2006/relationships/notesSlide" Target="/ppt/notesSlides/notesSlide4.xml" Id="R167ebb4433734a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7b49bff3d451a" /><Relationship Type="http://schemas.openxmlformats.org/officeDocument/2006/relationships/notesSlide" Target="/ppt/notesSlides/notesSlide5.xml" Id="R58e39c2331b148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5b19b64cb4bfb" /><Relationship Type="http://schemas.openxmlformats.org/officeDocument/2006/relationships/notesSlide" Target="/ppt/notesSlides/notesSlide6.xml" Id="R4fd723b4ff4b40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0f55aeaaa43b0" /><Relationship Type="http://schemas.openxmlformats.org/officeDocument/2006/relationships/notesSlide" Target="/ppt/notesSlides/notesSlide7.xml" Id="R7300b674932343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ff8541d6c4bb5" /><Relationship Type="http://schemas.openxmlformats.org/officeDocument/2006/relationships/notesSlide" Target="/ppt/notesSlides/notesSlide8.xml" Id="R5e868cacc03c4a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22cd94b594abd" /><Relationship Type="http://schemas.openxmlformats.org/officeDocument/2006/relationships/notesSlide" Target="/ppt/notesSlides/notesSlide9.xml" Id="R46eafb27dabd4f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3f51072cf4e6b" /><Relationship Type="http://schemas.openxmlformats.org/officeDocument/2006/relationships/notesSlide" Target="/ppt/notesSlides/notesSlide10.xml" Id="R91b0c8e5282043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3321d85cf4ce2" /><Relationship Type="http://schemas.openxmlformats.org/officeDocument/2006/relationships/notesSlide" Target="/ppt/notesSlides/notesSlide11.xml" Id="R961553648a4141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b25bef2f745e1" /><Relationship Type="http://schemas.openxmlformats.org/officeDocument/2006/relationships/notesSlide" Target="/ppt/notesSlides/notesSlide12.xml" Id="R1784bf87104248b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293769f444f57" /><Relationship Type="http://schemas.openxmlformats.org/officeDocument/2006/relationships/notesSlide" Target="/ppt/notesSlides/notesSlide13.xml" Id="R07882d83937c4c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8DDA3-8529-44EE-A2B1-E01901A3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1.8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30201-0B20-4FB2-838B-27395724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Xác suất và thống kê dùng trong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B5332-3A5C-48CE-8155-7D06AB7D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P(cảnh báo|lỗi) có bằng P(lỗi|cảnh báo) không?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97FA9-8197-4B91-A90D-83DB0414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1.8 · 1/13</a:t>
            </a:r>
          </a:p>
        </p:txBody>
      </p:sp>
    </p:spTree>
    <p:extLst>
      <p:ext uri="{BB962C8B-B14F-4D97-AF65-F5344CB8AC3E}">
        <p14:creationId xmlns:p14="http://schemas.microsoft.com/office/powerpoint/2010/main" val="16871543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E691E-7D61-497B-A995-9ECC2CB8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0F5FB-2531-49FA-847B-9AD7D4EC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Mean dễ bị outlier kéo; median mô tả vị trí giữa khi sắp thứ tự.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4E90D-8F1B-4F16-A750-9378144C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Variance/std mô tả độ phân tán; phải phân biệt population/sample convention.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69BB87-09C0-426C-877D-C69855B9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Xác suất có điều kiện phụ thuộc mẫu số; nhãn quyết định không phải probability.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2A704-2E37-4CA6-9949-FD3BE10D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P(lỗi|cảnh báo) = TP/(TP+FP)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3C067-9F70-45FB-96CB-53134055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1.8 · 2/13</a:t>
            </a:r>
          </a:p>
        </p:txBody>
      </p:sp>
    </p:spTree>
    <p:extLst>
      <p:ext uri="{BB962C8B-B14F-4D97-AF65-F5344CB8AC3E}">
        <p14:creationId xmlns:p14="http://schemas.microsoft.com/office/powerpoint/2010/main" val="21194838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789B9-BC43-4ED5-ABAE-259BDEB8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values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[1,2,3]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3E1A1-7CA6-4C06-B7CF-C10436EE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1.8 · 3/13</a:t>
            </a:r>
          </a:p>
        </p:txBody>
      </p:sp>
    </p:spTree>
    <p:extLst>
      <p:ext uri="{BB962C8B-B14F-4D97-AF65-F5344CB8AC3E}">
        <p14:creationId xmlns:p14="http://schemas.microsoft.com/office/powerpoint/2010/main" val="1891891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DAB4B-AF6C-482B-BCBC-9C75099B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E4336-2875-4E16-9483-C06E2531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"mean": 2,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"variance": 0.666667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BBF63-6DC5-4246-A3CD-BFF8B817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1.8 · 4/13</a:t>
            </a:r>
          </a:p>
        </p:txBody>
      </p:sp>
    </p:spTree>
    <p:extLst>
      <p:ext uri="{BB962C8B-B14F-4D97-AF65-F5344CB8AC3E}">
        <p14:creationId xmlns:p14="http://schemas.microsoft.com/office/powerpoint/2010/main" val="1063574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58304-5E00-4960-BA7B-AE84ED27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7B35C-729E-4E1B-AB14-4BEBE79B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 = np.array([1,2,3,100],dtype=float)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print("Mean:",x.mean(),"Median:",np.median(x))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print("Std population:",round(x.std(ddof=0),4))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20 vật lỗi, 80 vật tốt; detector bắt đúng 18 và báo nhầm 8.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tp,fn,fp,tn = 18,2,8,72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print("P(canh bao|loi):",tp/(tp+fn))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print("P(loi|canh bao):",round(tp/(tp+fp),6))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print("Hai xác suất có điều kiện này không bằng nhau.")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x.mean()==26.5 and np.median(x)==2.5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DFB89-1F24-43DC-ACCB-1B6A6EB3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B0610-EB6E-4BB7-A430-5F173534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1.8 · 5/13</a:t>
            </a:r>
          </a:p>
        </p:txBody>
      </p:sp>
    </p:spTree>
    <p:extLst>
      <p:ext uri="{BB962C8B-B14F-4D97-AF65-F5344CB8AC3E}">
        <p14:creationId xmlns:p14="http://schemas.microsoft.com/office/powerpoint/2010/main" val="12309863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905BA-C69A-490C-9926-5FC41351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1D6F7-2268-48CE-AA82-44F5CE79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Mean: 26.5 Median: 2.5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Std population: 42.4411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P(canh bao|loi): 0.9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P(loi|canh bao): 0.692308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Hai xác suất có điều kiện này không bằng nhau.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2E940-2B81-492F-B83C-C23DA353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1.8 · 6/13</a:t>
            </a:r>
          </a:p>
        </p:txBody>
      </p:sp>
    </p:spTree>
    <p:extLst>
      <p:ext uri="{BB962C8B-B14F-4D97-AF65-F5344CB8AC3E}">
        <p14:creationId xmlns:p14="http://schemas.microsoft.com/office/powerpoint/2010/main" val="21283669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88EA5-1F25-4A1D-97AB-CAB8E740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79515-F97C-416C-9BEC-2CDB6A8F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Đảo điều kiện thay đổi mẫu số và ý nghĩa.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4EF48-2B59-4332-B862-1207B869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Từ TP18, FP8, FN2, TN72, tính hai xác suất và giải thích khác nhau.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0B75F-CB24-48C1-A229-F8AB2080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1.8 · 7/13</a:t>
            </a:r>
          </a:p>
        </p:txBody>
      </p:sp>
    </p:spTree>
    <p:extLst>
      <p:ext uri="{BB962C8B-B14F-4D97-AF65-F5344CB8AC3E}">
        <p14:creationId xmlns:p14="http://schemas.microsoft.com/office/powerpoint/2010/main" val="19476189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DC3684-CBD2-4B7D-807E-6C6CF378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FC820-2718-4410-9067-6F581B28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Trả mean, populationvariance; phân biệt generatorcollapse với cùng mean.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values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[1,2,3]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D868F-C6D9-4EF7-BA76-5F00F80F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1.8 · 8/13</a:t>
            </a:r>
          </a:p>
        </p:txBody>
      </p:sp>
    </p:spTree>
    <p:extLst>
      <p:ext uri="{BB962C8B-B14F-4D97-AF65-F5344CB8AC3E}">
        <p14:creationId xmlns:p14="http://schemas.microsoft.com/office/powerpoint/2010/main" val="6796063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3B5C5-B02C-4D17-BABE-7F01227D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B7581-919F-40D1-8D21-2BD6461C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Từ TN, FP, FN, TP tính P(positive thật|báo positive); denominator0 trả 0.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fp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fn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85155-C537-48BE-A4D2-35A2D702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1.8 · 9/13</a:t>
            </a:r>
          </a:p>
        </p:txBody>
      </p:sp>
    </p:spTree>
    <p:extLst>
      <p:ext uri="{BB962C8B-B14F-4D97-AF65-F5344CB8AC3E}">
        <p14:creationId xmlns:p14="http://schemas.microsoft.com/office/powerpoint/2010/main" val="17239811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50298-B506-4BE6-B8E7-E5747C7E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73EBE-34A1-4FEA-AA33-CDF499F2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Trả mean, populationvariance; phân biệt generatorcollapse với cùng mean.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66182-ACB8-4F15-BCFF-A9D8C3EC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values: nonemptylistnumber.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FA0AA-AF5F-48B8-8A71-12FE29E6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C0C78-03CF-4A36-AC70-5E0093A3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1.8 · 10/13</a:t>
            </a:r>
          </a:p>
        </p:txBody>
      </p:sp>
    </p:spTree>
    <p:extLst>
      <p:ext uri="{BB962C8B-B14F-4D97-AF65-F5344CB8AC3E}">
        <p14:creationId xmlns:p14="http://schemas.microsoft.com/office/powerpoint/2010/main" val="10062072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AA507-E967-4789-A27A-8AF3EA84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C3F25-3DA9-4685-BEED-999A71CF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Từ TN, FP, FN, TP tính P(positive thật|báo positive); denominator0 trả 0.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EEDA6-5E8F-41E7-B26F-19E15B49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tn/fp/fn/tp: nonnegative integers.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E5C28-C375-404C-8ACB-507B8EAF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0F9F6-71B8-4AAE-B2C7-CF75BAC1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1.8 · 11/13</a:t>
            </a:r>
          </a:p>
        </p:txBody>
      </p:sp>
    </p:spTree>
    <p:extLst>
      <p:ext uri="{BB962C8B-B14F-4D97-AF65-F5344CB8AC3E}">
        <p14:creationId xmlns:p14="http://schemas.microsoft.com/office/powerpoint/2010/main" val="20811630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CF37B-B4EA-4BD3-9952-811504C4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14995-B406-47C8-A057-0CC42C7B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Binary log loss trung bình, dùng natural log; prob0/1 clip vào[1e-12,1-1e-12].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7799A-8128-422D-8E86-4AF996B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y: list0/1; prob: list[0,1] cùng chiều dài&gt;0.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0E71F-A06D-4B54-96D3-F97BF833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BTVN_03.txt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24AAB-A221-459D-BD57-EFFCCDA2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1.8 · 12/13</a:t>
            </a:r>
          </a:p>
        </p:txBody>
      </p:sp>
    </p:spTree>
    <p:extLst>
      <p:ext uri="{BB962C8B-B14F-4D97-AF65-F5344CB8AC3E}">
        <p14:creationId xmlns:p14="http://schemas.microsoft.com/office/powerpoint/2010/main" val="15128169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CD19F-16C9-4D38-9141-C99D28FA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D4885-64F0-4AAC-928E-6D239987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Từ TP18, FP8, FN2, TN72, tính hai xác suất và giải thích khác nhau.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ECB43-1858-4552-9A55-D8601E07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chương 7–8.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1ED25-25F7-40BC-B404-E75F3FD0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7.2 Câu hỏi tự luận, 7.3 và 8.2 Câu hỏi trắc nghiệm.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96ECD-477D-47CF-89E5-47D13B6C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1.8 · 13/13</a:t>
            </a:r>
          </a:p>
        </p:txBody>
      </p:sp>
    </p:spTree>
    <p:extLst>
      <p:ext uri="{BB962C8B-B14F-4D97-AF65-F5344CB8AC3E}">
        <p14:creationId xmlns:p14="http://schemas.microsoft.com/office/powerpoint/2010/main" val="215539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2026-10-01T09:01:45.0600000Z</dcterms:created>
  <dcterms:modified xsi:type="dcterms:W3CDTF">2026-10-01T09:01:45.0600000Z</dcterms:modified>
</coreProperties>
</file>