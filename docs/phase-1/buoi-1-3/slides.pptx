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5afeae0ab4840" /><Relationship Type="http://schemas.openxmlformats.org/officeDocument/2006/relationships/extended-properties" Target="/docProps/app.xml" Id="R5ce70e53df2444ec" /><Relationship Type="http://schemas.openxmlformats.org/officeDocument/2006/relationships/officeDocument" Target="/ppt/presentation.xml" Id="Rbae43062945e43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8b3899c03045de"/>
  </p:sldMasterIdLst>
  <p:notesMasterIdLst>
    <p:notesMasterId xmlns:r="http://schemas.openxmlformats.org/officeDocument/2006/relationships" r:id="R5d5bd676f03c421d"/>
  </p:notesMasterIdLst>
  <p:sldIdLst>
    <p:sldId xmlns:r="http://schemas.openxmlformats.org/officeDocument/2006/relationships" id="256" r:id="R3078b15798d24e6a"/>
    <p:sldId xmlns:r="http://schemas.openxmlformats.org/officeDocument/2006/relationships" id="257" r:id="R09d2e955f81c4a3e"/>
    <p:sldId xmlns:r="http://schemas.openxmlformats.org/officeDocument/2006/relationships" id="258" r:id="Rf434420c59424aa4"/>
    <p:sldId xmlns:r="http://schemas.openxmlformats.org/officeDocument/2006/relationships" id="259" r:id="R56d2867291894e9e"/>
    <p:sldId xmlns:r="http://schemas.openxmlformats.org/officeDocument/2006/relationships" id="260" r:id="R51e6cea2162f4d4d"/>
    <p:sldId xmlns:r="http://schemas.openxmlformats.org/officeDocument/2006/relationships" id="261" r:id="Rcc8e4fe4feb1429f"/>
    <p:sldId xmlns:r="http://schemas.openxmlformats.org/officeDocument/2006/relationships" id="262" r:id="R26c9ffc619f94a13"/>
    <p:sldId xmlns:r="http://schemas.openxmlformats.org/officeDocument/2006/relationships" id="263" r:id="R94195630b84d4ae8"/>
    <p:sldId xmlns:r="http://schemas.openxmlformats.org/officeDocument/2006/relationships" id="264" r:id="R79f228d599ed4e74"/>
    <p:sldId xmlns:r="http://schemas.openxmlformats.org/officeDocument/2006/relationships" id="265" r:id="R32dcc36fea824c1d"/>
    <p:sldId xmlns:r="http://schemas.openxmlformats.org/officeDocument/2006/relationships" id="266" r:id="R0ca5b791c4f342ac"/>
    <p:sldId xmlns:r="http://schemas.openxmlformats.org/officeDocument/2006/relationships" id="267" r:id="R899d6cc1b6f445f2"/>
    <p:sldId xmlns:r="http://schemas.openxmlformats.org/officeDocument/2006/relationships" id="268" r:id="R6893b8bf78cc4fea"/>
    <p:sldId xmlns:r="http://schemas.openxmlformats.org/officeDocument/2006/relationships" id="269" r:id="R9a03b0245cd4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024aef02ab49b8" /><Relationship Type="http://schemas.openxmlformats.org/officeDocument/2006/relationships/slideMaster" Target="/ppt/slideMasters/slideMaster1.xml" Id="R208b3899c03045de" /><Relationship Type="http://schemas.openxmlformats.org/officeDocument/2006/relationships/notesMaster" Target="/ppt/notesMasters/notesMaster1.xml" Id="R5d5bd676f03c421d" /><Relationship Type="http://schemas.openxmlformats.org/officeDocument/2006/relationships/presProps" Target="/ppt/presProps.xml" Id="Ra4f239bc76154bfa" /><Relationship Type="http://schemas.openxmlformats.org/officeDocument/2006/relationships/tableStyles" Target="/ppt/tableStyles.xml" Id="Rf5fbc18d5a8f4cbc" /><Relationship Type="http://schemas.openxmlformats.org/officeDocument/2006/relationships/slide" Target="/ppt/slides/slide1.xml" Id="R3078b15798d24e6a" /><Relationship Type="http://schemas.openxmlformats.org/officeDocument/2006/relationships/slide" Target="/ppt/slides/slide2.xml" Id="R09d2e955f81c4a3e" /><Relationship Type="http://schemas.openxmlformats.org/officeDocument/2006/relationships/slide" Target="/ppt/slides/slide3.xml" Id="Rf434420c59424aa4" /><Relationship Type="http://schemas.openxmlformats.org/officeDocument/2006/relationships/slide" Target="/ppt/slides/slide4.xml" Id="R56d2867291894e9e" /><Relationship Type="http://schemas.openxmlformats.org/officeDocument/2006/relationships/slide" Target="/ppt/slides/slide5.xml" Id="R51e6cea2162f4d4d" /><Relationship Type="http://schemas.openxmlformats.org/officeDocument/2006/relationships/slide" Target="/ppt/slides/slide6.xml" Id="Rcc8e4fe4feb1429f" /><Relationship Type="http://schemas.openxmlformats.org/officeDocument/2006/relationships/slide" Target="/ppt/slides/slide7.xml" Id="R26c9ffc619f94a13" /><Relationship Type="http://schemas.openxmlformats.org/officeDocument/2006/relationships/slide" Target="/ppt/slides/slide8.xml" Id="R94195630b84d4ae8" /><Relationship Type="http://schemas.openxmlformats.org/officeDocument/2006/relationships/slide" Target="/ppt/slides/slide9.xml" Id="R79f228d599ed4e74" /><Relationship Type="http://schemas.openxmlformats.org/officeDocument/2006/relationships/slide" Target="/ppt/slides/slide10.xml" Id="R32dcc36fea824c1d" /><Relationship Type="http://schemas.openxmlformats.org/officeDocument/2006/relationships/slide" Target="/ppt/slides/slide11.xml" Id="R0ca5b791c4f342ac" /><Relationship Type="http://schemas.openxmlformats.org/officeDocument/2006/relationships/slide" Target="/ppt/slides/slide12.xml" Id="R899d6cc1b6f445f2" /><Relationship Type="http://schemas.openxmlformats.org/officeDocument/2006/relationships/slide" Target="/ppt/slides/slide13.xml" Id="R6893b8bf78cc4fea" /><Relationship Type="http://schemas.openxmlformats.org/officeDocument/2006/relationships/slide" Target="/ppt/slides/slide14.xml" Id="R9a03b0245cd4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3f1cedf83448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2662f7759c495a" /><Relationship Type="http://schemas.openxmlformats.org/officeDocument/2006/relationships/notesMaster" Target="/ppt/notesMasters/notesMaster1.xml" Id="R5884e6d1f3a945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dfd1da74144739" /><Relationship Type="http://schemas.openxmlformats.org/officeDocument/2006/relationships/notesMaster" Target="/ppt/notesMasters/notesMaster1.xml" Id="R376388b9ed4543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8b967a35204418" /><Relationship Type="http://schemas.openxmlformats.org/officeDocument/2006/relationships/notesMaster" Target="/ppt/notesMasters/notesMaster1.xml" Id="R47ae7f33339540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2444fe1d041e5" /><Relationship Type="http://schemas.openxmlformats.org/officeDocument/2006/relationships/notesMaster" Target="/ppt/notesMasters/notesMaster1.xml" Id="R7d84e015b1be4b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99544d7184878" /><Relationship Type="http://schemas.openxmlformats.org/officeDocument/2006/relationships/notesMaster" Target="/ppt/notesMasters/notesMaster1.xml" Id="R3307790e6b774d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fd44aec6ef456e" /><Relationship Type="http://schemas.openxmlformats.org/officeDocument/2006/relationships/notesMaster" Target="/ppt/notesMasters/notesMaster1.xml" Id="R8ca5b024551444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8f999381394506" /><Relationship Type="http://schemas.openxmlformats.org/officeDocument/2006/relationships/notesMaster" Target="/ppt/notesMasters/notesMaster1.xml" Id="R84fb251117fd49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a1a72e5d854958" /><Relationship Type="http://schemas.openxmlformats.org/officeDocument/2006/relationships/notesMaster" Target="/ppt/notesMasters/notesMaster1.xml" Id="Rbd88aed7462146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0d0c118d274647" /><Relationship Type="http://schemas.openxmlformats.org/officeDocument/2006/relationships/notesMaster" Target="/ppt/notesMasters/notesMaster1.xml" Id="Rc8d1e8154aac41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b6a69f5a234bf1" /><Relationship Type="http://schemas.openxmlformats.org/officeDocument/2006/relationships/notesMaster" Target="/ppt/notesMasters/notesMaster1.xml" Id="R46b3220e9f9d41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49025fffe441bd" /><Relationship Type="http://schemas.openxmlformats.org/officeDocument/2006/relationships/notesMaster" Target="/ppt/notesMasters/notesMaster1.xml" Id="Re2d1f28183024f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f9adc8d87144f3" /><Relationship Type="http://schemas.openxmlformats.org/officeDocument/2006/relationships/notesMaster" Target="/ppt/notesMasters/notesMaster1.xml" Id="R5f3c1201f9a040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a24ab2eed947c5" /><Relationship Type="http://schemas.openxmlformats.org/officeDocument/2006/relationships/notesMaster" Target="/ppt/notesMasters/notesMaster1.xml" Id="R0ce34ab97ebd4e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75ebe93ea64dc6" /><Relationship Type="http://schemas.openxmlformats.org/officeDocument/2006/relationships/notesMaster" Target="/ppt/notesMasters/notesMaster1.xml" Id="Rb7be976aaa034b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Slide trang 2,11,14–16; NT 7.3–7.4.. NT 9.5 dùng KFold; NT 9.6 dùng Stratified CV; làm đúng split và seed đã ghi trong hai đề.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[2]</a:t>
            </a:r>
          </a:p>
          <a:p xmlns:a="http://schemas.openxmlformats.org/drawingml/2006/main">
            <a:r>
              <a:t>Tham khảo: Slide trang 2,11,14–16; NT 7.3–7.4.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{"train":[1,3],"valid":[0,2]}</a:t>
            </a:r>
          </a:p>
          <a:p xmlns:a="http://schemas.openxmlformats.org/drawingml/2006/main">
            <a:r>
              <a:t>Tham khảo: Slide trang 2,11,14–16; NT 7.3–7.4.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1.3: Chia dữ liệu và cross-validation</a:t>
            </a:r>
          </a:p>
          <a:p xmlns:a="http://schemas.openxmlformats.org/drawingml/2006/main">
            <a:r>
              <a:t>Nguồn giáo trình: Slide trang 2,11,14–16; NT 7.3–7.4.</a:t>
            </a:r>
          </a:p>
          <a:p xmlns:a="http://schemas.openxmlformats.org/drawingml/2006/main">
            <a:r>
              <a:t>Bài tiếp theo trong nguồn: NT 9.5 dùng KFold; NT 9.6 dùng Stratified CV; làm đúng split và seed đã ghi trong hai đề.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044418726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6cd92e20da4757" /><Relationship Type="http://schemas.openxmlformats.org/officeDocument/2006/relationships/slideLayout" Target="/ppt/slideLayouts/slideLayout1.xml" Id="Ra00618eb367047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618eb367047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f8f87c1624473" /><Relationship Type="http://schemas.openxmlformats.org/officeDocument/2006/relationships/notesSlide" Target="/ppt/notesSlides/notesSlide1.xml" Id="R30ad2f7e74094f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d64134fc145dd" /><Relationship Type="http://schemas.openxmlformats.org/officeDocument/2006/relationships/notesSlide" Target="/ppt/notesSlides/notesSlide2.xml" Id="R0ce780eea978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76d428e534dd3" /><Relationship Type="http://schemas.openxmlformats.org/officeDocument/2006/relationships/notesSlide" Target="/ppt/notesSlides/notesSlide3.xml" Id="R497636a4960c4e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83fdf065b4909" /><Relationship Type="http://schemas.openxmlformats.org/officeDocument/2006/relationships/notesSlide" Target="/ppt/notesSlides/notesSlide4.xml" Id="Rbc74c5f179b545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61eaf369e4bbe" /><Relationship Type="http://schemas.openxmlformats.org/officeDocument/2006/relationships/notesSlide" Target="/ppt/notesSlides/notesSlide5.xml" Id="R8ca87912fa1343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961238e814d76" /><Relationship Type="http://schemas.openxmlformats.org/officeDocument/2006/relationships/notesSlide" Target="/ppt/notesSlides/notesSlide6.xml" Id="Re405385bd7a44e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01d8043744a4" /><Relationship Type="http://schemas.openxmlformats.org/officeDocument/2006/relationships/notesSlide" Target="/ppt/notesSlides/notesSlide7.xml" Id="Ra04b4ac5fcbe4f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773683c4d4bf9" /><Relationship Type="http://schemas.openxmlformats.org/officeDocument/2006/relationships/notesSlide" Target="/ppt/notesSlides/notesSlide8.xml" Id="R12b9a57a414f4f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fccd6c24b4e08" /><Relationship Type="http://schemas.openxmlformats.org/officeDocument/2006/relationships/notesSlide" Target="/ppt/notesSlides/notesSlide9.xml" Id="Rfdb45d96c31148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44445e67f437a" /><Relationship Type="http://schemas.openxmlformats.org/officeDocument/2006/relationships/notesSlide" Target="/ppt/notesSlides/notesSlide10.xml" Id="Rddae7a10c63044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4aab2bcb14d52" /><Relationship Type="http://schemas.openxmlformats.org/officeDocument/2006/relationships/notesSlide" Target="/ppt/notesSlides/notesSlide11.xml" Id="Rc6e904c7a38248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11bf3836243ab" /><Relationship Type="http://schemas.openxmlformats.org/officeDocument/2006/relationships/notesSlide" Target="/ppt/notesSlides/notesSlide12.xml" Id="Rda8aaf9f55294a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cdfba0aa04bd9" /><Relationship Type="http://schemas.openxmlformats.org/officeDocument/2006/relationships/notesSlide" Target="/ppt/notesSlides/notesSlide13.xml" Id="R6ff24e84715f4e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aef4598fc4ffb" /><Relationship Type="http://schemas.openxmlformats.org/officeDocument/2006/relationships/notesSlide" Target="/ppt/notesSlides/notesSlide14.xml" Id="Rbaede68798bd44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5E135-6346-47B8-8210-922D2679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E4AAB-2F7B-41E2-A206-786E8F81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Chia dữ liệu và cross-validation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6C242-B2FA-4BC7-B8FC-74C4EDDC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Ảnh cùng con vật vào cả train và valid có công bằng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685E1-35FC-47A4-9CE2-0081506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1/14</a:t>
            </a:r>
          </a:p>
        </p:txBody>
      </p:sp>
    </p:spTree>
    <p:extLst>
      <p:ext uri="{BB962C8B-B14F-4D97-AF65-F5344CB8AC3E}">
        <p14:creationId xmlns:p14="http://schemas.microsoft.com/office/powerpoint/2010/main" val="597358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12553-5657-4C13-8A15-A6105569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8523B-6342-44C3-9386-CC539E12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Train học tham số; validation chọn cấu hình; test đánh giá cuối.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CE688-D828-473E-B971-6ECE5173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Stratified giữ tỉ lệ lớp; group split giữ đối tượng độc lập.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8173A-405E-4E55-A5DD-EAEEB927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Time split mô phỏng dự đoán tương lai; CV lặp protocol hợp lý qua folds.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F4A8A-CC07-4892-9511-CA6B6AAA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groups_train ∩ groups_valid = 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3054D-AD10-4436-8AF4-CC38FC8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2/14</a:t>
            </a:r>
          </a:p>
        </p:txBody>
      </p:sp>
    </p:spTree>
    <p:extLst>
      <p:ext uri="{BB962C8B-B14F-4D97-AF65-F5344CB8AC3E}">
        <p14:creationId xmlns:p14="http://schemas.microsoft.com/office/powerpoint/2010/main" val="538627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A2E4A-339B-4848-9195-8D4C659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train_groups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valid_groups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28989-4795-4ED5-9AC1-E3B2AA04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3/14</a:t>
            </a:r>
          </a:p>
        </p:txBody>
      </p:sp>
    </p:spTree>
    <p:extLst>
      <p:ext uri="{BB962C8B-B14F-4D97-AF65-F5344CB8AC3E}">
        <p14:creationId xmlns:p14="http://schemas.microsoft.com/office/powerpoint/2010/main" val="1012976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1335A-3BCC-438B-9FE0-399AD2A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6E6F6-8C83-434A-91CC-5DC84D9A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323B0-7BE2-4639-BDEC-4AE50C6F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4/14</a:t>
            </a:r>
          </a:p>
        </p:txBody>
      </p:sp>
    </p:spTree>
    <p:extLst>
      <p:ext uri="{BB962C8B-B14F-4D97-AF65-F5344CB8AC3E}">
        <p14:creationId xmlns:p14="http://schemas.microsoft.com/office/powerpoint/2010/main" val="975455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87BEE-B794-4DEF-8D69-33D6ED3F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FB492-A6CC-4EB0-B5B2-2880A94E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sklearn.model_selection import GroupKFold,StratifiedKFold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Hai ảnh cùng con vật phải thuộc cùng một group khi đánh giá cá thể mới.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ids = np.arange(8)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groups = np.array([0,0,1,1,2,2,3,3])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np.array([0,0,1,1,0,0,1,1])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ids.reshape(-1,1)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print("Group folds:")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train,valid in GroupKFold(n_splits=2).split(X,y,groups):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print("train",train.tolist(),"valid",valid.tolist())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assert set(groups[train]).isdisjoint(set(groups[valid]))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print("Stratified giữ tỉ lệ lớp, không tự giữ group:")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train,valid in StratifiedKFold(2,shuffle=True,random_state=42).split(X,y):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overlap = sorted(set(groups[train]) &amp; set(groups[valid]))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588D7-8998-4D99-AA6A-4D26ACA9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18616-B582-4867-8A39-729C46D2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1.3 · 5/14</a:t>
            </a:r>
          </a:p>
        </p:txBody>
      </p:sp>
    </p:spTree>
    <p:extLst>
      <p:ext uri="{BB962C8B-B14F-4D97-AF65-F5344CB8AC3E}">
        <p14:creationId xmlns:p14="http://schemas.microsoft.com/office/powerpoint/2010/main" val="1985698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265B4-149B-4B62-B7C6-821C999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DC2BD-60E6-4CEA-8D72-C5C1513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print("groups trùng:",overlap)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036C6-0C21-4455-8418-DFE4DEE8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1EC25-E44B-4E46-BC1D-76EB501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1.3 · 6/14</a:t>
            </a:r>
          </a:p>
        </p:txBody>
      </p:sp>
    </p:spTree>
    <p:extLst>
      <p:ext uri="{BB962C8B-B14F-4D97-AF65-F5344CB8AC3E}">
        <p14:creationId xmlns:p14="http://schemas.microsoft.com/office/powerpoint/2010/main" val="584133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0CCE7-7F00-48C2-9545-677AB4C3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A2BF9-C6AC-41BC-A4E9-1C0B534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Group folds: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train [0, 1, 4, 5] valid [2, 3, 6, 7]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train [2, 3, 6, 7] valid [0, 1, 4, 5]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Stratified giữ tỉ lệ lớp, không tự giữ group: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groups trùng: [np.int64(0), np.int64(1), np.int64(2), np.int64(3)]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groups trùng: [np.int64(0), np.int64(1), np.int64(2), np.int64(3)]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E6B5D-FCED-4676-9F4A-5B19D693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7/14</a:t>
            </a:r>
          </a:p>
        </p:txBody>
      </p:sp>
    </p:spTree>
    <p:extLst>
      <p:ext uri="{BB962C8B-B14F-4D97-AF65-F5344CB8AC3E}">
        <p14:creationId xmlns:p14="http://schemas.microsoft.com/office/powerpoint/2010/main" val="944874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F41E6-956A-444A-B040-3217973D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6A43F-3104-47B5-BAB4-8DEF4B0D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shuffle thời gian khi task yêu cầu dự đoán tương lai.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8C8D3-25BC-4932-85C3-050AA447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Lập split cho ảnh cùng người, dữ liệu độc lập và dữ liệu theo ngày.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715B7-D5FC-46CB-B443-2558577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8/14</a:t>
            </a:r>
          </a:p>
        </p:txBody>
      </p:sp>
    </p:spTree>
    <p:extLst>
      <p:ext uri="{BB962C8B-B14F-4D97-AF65-F5344CB8AC3E}">
        <p14:creationId xmlns:p14="http://schemas.microsoft.com/office/powerpoint/2010/main" val="680142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A0C5A-5942-44C9-9A1D-F086DB2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A80E8-B166-48E3-B3C0-90B81A5C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các group có mặt trong cả train và valid, sorted tăng.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train_groups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valid_groups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DB3F5-81A9-47BB-97EE-953B02C2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9/14</a:t>
            </a:r>
          </a:p>
        </p:txBody>
      </p:sp>
    </p:spTree>
    <p:extLst>
      <p:ext uri="{BB962C8B-B14F-4D97-AF65-F5344CB8AC3E}">
        <p14:creationId xmlns:p14="http://schemas.microsoft.com/office/powerpoint/2010/main" val="18864718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A2E0B-ADB1-44E3-856E-36E14392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73758-F3CE-4350-8B33-3E6D1B71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Tách indices theo time&lt;=cutoff là train, còn lại valid. Giữ thứ tự input.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[5,1,8,3]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2A313-B604-4571-B930-450F066F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10/14</a:t>
            </a:r>
          </a:p>
        </p:txBody>
      </p:sp>
    </p:spTree>
    <p:extLst>
      <p:ext uri="{BB962C8B-B14F-4D97-AF65-F5344CB8AC3E}">
        <p14:creationId xmlns:p14="http://schemas.microsoft.com/office/powerpoint/2010/main" val="14084057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FEFE6-F58F-46FD-9A9A-C4B1013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D526E-6C5C-45A4-9972-128935CC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các group có mặt trong cả train và valid, sorted tăng.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D08E9-F32B-47EF-A5AB-8776A30E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train_groups/valid_groups: list integer.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1D246-5125-44E2-96CD-BE72955A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3AF94-54C1-4204-8257-6AD0A41B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11/14</a:t>
            </a:r>
          </a:p>
        </p:txBody>
      </p:sp>
    </p:spTree>
    <p:extLst>
      <p:ext uri="{BB962C8B-B14F-4D97-AF65-F5344CB8AC3E}">
        <p14:creationId xmlns:p14="http://schemas.microsoft.com/office/powerpoint/2010/main" val="4699019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4E4FB-E8C6-4221-9A85-D047925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464B8-D328-4403-9B78-7D192375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Tách indices theo time&lt;=cutoff là train, còn lại valid. Giữ thứ tự input.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AB655-621A-4C5F-A451-303A46C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time: list số; cutoff: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E96FE-986D-4F54-87FF-ECCABDE5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9FD0-6FBC-499E-8937-5BDC206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12/14</a:t>
            </a:r>
          </a:p>
        </p:txBody>
      </p:sp>
    </p:spTree>
    <p:extLst>
      <p:ext uri="{BB962C8B-B14F-4D97-AF65-F5344CB8AC3E}">
        <p14:creationId xmlns:p14="http://schemas.microsoft.com/office/powerpoint/2010/main" val="10676067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00481-DFB9-4774-8DAB-400E1CDC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46228-BA1B-40CD-9C68-8F37C1E9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shuffle; chia indices0..n-1 thànhkfold, fold đầu nhận phần dư. Trả list {train, valid}.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0AD55-C512-48DF-8C71-DA0D116E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n, k: integers,2&lt;=k&lt;=min(20, n), n&lt;=200. Không shuffle.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B8284-9E3E-4EB7-877F-627FD803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D357E-F683-4521-B8E5-6CE8329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13/14</a:t>
            </a:r>
          </a:p>
        </p:txBody>
      </p:sp>
    </p:spTree>
    <p:extLst>
      <p:ext uri="{BB962C8B-B14F-4D97-AF65-F5344CB8AC3E}">
        <p14:creationId xmlns:p14="http://schemas.microsoft.com/office/powerpoint/2010/main" val="612900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64025-8A52-4DC7-B19C-F97CED36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4B0F0-8870-4DE9-9847-AF66C153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Lập split cho ảnh cùng người, dữ liệu độc lập và dữ liệu theo ngày.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31FBA-172C-495F-A3FA-C618B6AE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Slide trang 2,11,14–16; NT 7.3–7.4.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1C4C6-9A78-448F-A78C-204DC59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9.5 dùng KFold; NT 9.6 dùng Stratified CV; làm đúng split và seed đã ghi trong hai đề.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83F3D-31A9-44B8-814D-59C219C3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1.3 · 14/14</a:t>
            </a:r>
          </a:p>
        </p:txBody>
      </p:sp>
    </p:spTree>
    <p:extLst>
      <p:ext uri="{BB962C8B-B14F-4D97-AF65-F5344CB8AC3E}">
        <p14:creationId xmlns:p14="http://schemas.microsoft.com/office/powerpoint/2010/main" val="322303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2026-10-01T09:01:05.4800000Z</dcterms:created>
  <dcterms:modified xsi:type="dcterms:W3CDTF">2026-10-01T09:01:05.4800000Z</dcterms:modified>
</coreProperties>
</file>