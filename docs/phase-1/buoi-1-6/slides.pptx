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b392414dbd4e86" /><Relationship Type="http://schemas.openxmlformats.org/officeDocument/2006/relationships/extended-properties" Target="/docProps/app.xml" Id="Re9b575351c8a4024" /><Relationship Type="http://schemas.openxmlformats.org/officeDocument/2006/relationships/officeDocument" Target="/ppt/presentation.xml" Id="R88ee32e542bc49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133cad03814125"/>
  </p:sldMasterIdLst>
  <p:notesMasterIdLst>
    <p:notesMasterId xmlns:r="http://schemas.openxmlformats.org/officeDocument/2006/relationships" r:id="R49390e3050974d36"/>
  </p:notesMasterIdLst>
  <p:sldIdLst>
    <p:sldId xmlns:r="http://schemas.openxmlformats.org/officeDocument/2006/relationships" id="256" r:id="Rc15e438a22be4b77"/>
    <p:sldId xmlns:r="http://schemas.openxmlformats.org/officeDocument/2006/relationships" id="257" r:id="Rb451014f7d584c83"/>
    <p:sldId xmlns:r="http://schemas.openxmlformats.org/officeDocument/2006/relationships" id="258" r:id="Rcecf3652cadf4c44"/>
    <p:sldId xmlns:r="http://schemas.openxmlformats.org/officeDocument/2006/relationships" id="259" r:id="R9e8119bacf344343"/>
    <p:sldId xmlns:r="http://schemas.openxmlformats.org/officeDocument/2006/relationships" id="260" r:id="Ra1afb814901f4bb3"/>
    <p:sldId xmlns:r="http://schemas.openxmlformats.org/officeDocument/2006/relationships" id="261" r:id="R36a8e45ae8994e52"/>
    <p:sldId xmlns:r="http://schemas.openxmlformats.org/officeDocument/2006/relationships" id="262" r:id="Re99434fa36844621"/>
    <p:sldId xmlns:r="http://schemas.openxmlformats.org/officeDocument/2006/relationships" id="263" r:id="Rc8e0269bd2624597"/>
    <p:sldId xmlns:r="http://schemas.openxmlformats.org/officeDocument/2006/relationships" id="264" r:id="Rbd5acc2c8aad48f8"/>
    <p:sldId xmlns:r="http://schemas.openxmlformats.org/officeDocument/2006/relationships" id="265" r:id="Rc1589117f4b34166"/>
    <p:sldId xmlns:r="http://schemas.openxmlformats.org/officeDocument/2006/relationships" id="266" r:id="Rc2022a7bfd2342ba"/>
    <p:sldId xmlns:r="http://schemas.openxmlformats.org/officeDocument/2006/relationships" id="267" r:id="R3376455bd8f04f65"/>
    <p:sldId xmlns:r="http://schemas.openxmlformats.org/officeDocument/2006/relationships" id="268" r:id="R8f51603ed7324e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69dd5574a848c6" /><Relationship Type="http://schemas.openxmlformats.org/officeDocument/2006/relationships/slideMaster" Target="/ppt/slideMasters/slideMaster1.xml" Id="R5e133cad03814125" /><Relationship Type="http://schemas.openxmlformats.org/officeDocument/2006/relationships/notesMaster" Target="/ppt/notesMasters/notesMaster1.xml" Id="R49390e3050974d36" /><Relationship Type="http://schemas.openxmlformats.org/officeDocument/2006/relationships/presProps" Target="/ppt/presProps.xml" Id="R1bb8b3bd00554bb9" /><Relationship Type="http://schemas.openxmlformats.org/officeDocument/2006/relationships/tableStyles" Target="/ppt/tableStyles.xml" Id="Ra3ec9bdfdba54c17" /><Relationship Type="http://schemas.openxmlformats.org/officeDocument/2006/relationships/slide" Target="/ppt/slides/slide1.xml" Id="Rc15e438a22be4b77" /><Relationship Type="http://schemas.openxmlformats.org/officeDocument/2006/relationships/slide" Target="/ppt/slides/slide2.xml" Id="Rb451014f7d584c83" /><Relationship Type="http://schemas.openxmlformats.org/officeDocument/2006/relationships/slide" Target="/ppt/slides/slide3.xml" Id="Rcecf3652cadf4c44" /><Relationship Type="http://schemas.openxmlformats.org/officeDocument/2006/relationships/slide" Target="/ppt/slides/slide4.xml" Id="R9e8119bacf344343" /><Relationship Type="http://schemas.openxmlformats.org/officeDocument/2006/relationships/slide" Target="/ppt/slides/slide5.xml" Id="Ra1afb814901f4bb3" /><Relationship Type="http://schemas.openxmlformats.org/officeDocument/2006/relationships/slide" Target="/ppt/slides/slide6.xml" Id="R36a8e45ae8994e52" /><Relationship Type="http://schemas.openxmlformats.org/officeDocument/2006/relationships/slide" Target="/ppt/slides/slide7.xml" Id="Re99434fa36844621" /><Relationship Type="http://schemas.openxmlformats.org/officeDocument/2006/relationships/slide" Target="/ppt/slides/slide8.xml" Id="Rc8e0269bd2624597" /><Relationship Type="http://schemas.openxmlformats.org/officeDocument/2006/relationships/slide" Target="/ppt/slides/slide9.xml" Id="Rbd5acc2c8aad48f8" /><Relationship Type="http://schemas.openxmlformats.org/officeDocument/2006/relationships/slide" Target="/ppt/slides/slide10.xml" Id="Rc1589117f4b34166" /><Relationship Type="http://schemas.openxmlformats.org/officeDocument/2006/relationships/slide" Target="/ppt/slides/slide11.xml" Id="Rc2022a7bfd2342ba" /><Relationship Type="http://schemas.openxmlformats.org/officeDocument/2006/relationships/slide" Target="/ppt/slides/slide12.xml" Id="R3376455bd8f04f65" /><Relationship Type="http://schemas.openxmlformats.org/officeDocument/2006/relationships/slide" Target="/ppt/slides/slide13.xml" Id="R8f51603ed7324e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e7046c9af246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5bb3c5ec6a4bfc" /><Relationship Type="http://schemas.openxmlformats.org/officeDocument/2006/relationships/notesMaster" Target="/ppt/notesMasters/notesMaster1.xml" Id="R1ed35726d8ce46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4c06edbbc444dd" /><Relationship Type="http://schemas.openxmlformats.org/officeDocument/2006/relationships/notesMaster" Target="/ppt/notesMasters/notesMaster1.xml" Id="Re23eb195b4154d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38440f33a54945" /><Relationship Type="http://schemas.openxmlformats.org/officeDocument/2006/relationships/notesMaster" Target="/ppt/notesMasters/notesMaster1.xml" Id="R76841b84cf2a43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452fdc69fb49e4" /><Relationship Type="http://schemas.openxmlformats.org/officeDocument/2006/relationships/notesMaster" Target="/ppt/notesMasters/notesMaster1.xml" Id="R6b7006e1ee9f41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095da899984859" /><Relationship Type="http://schemas.openxmlformats.org/officeDocument/2006/relationships/notesMaster" Target="/ppt/notesMasters/notesMaster1.xml" Id="Rf24a8f14c2a34f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57483700f348c4" /><Relationship Type="http://schemas.openxmlformats.org/officeDocument/2006/relationships/notesMaster" Target="/ppt/notesMasters/notesMaster1.xml" Id="R8c675222c0b84fc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3b5c539b53477e" /><Relationship Type="http://schemas.openxmlformats.org/officeDocument/2006/relationships/notesMaster" Target="/ppt/notesMasters/notesMaster1.xml" Id="R8b8f3dd3f5d74e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b79d23a52ce46da" /><Relationship Type="http://schemas.openxmlformats.org/officeDocument/2006/relationships/notesMaster" Target="/ppt/notesMasters/notesMaster1.xml" Id="R8885f4abb6b245b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763b4b9d3b4e65" /><Relationship Type="http://schemas.openxmlformats.org/officeDocument/2006/relationships/notesMaster" Target="/ppt/notesMasters/notesMaster1.xml" Id="R48c2491b800942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e61f9c4074f4933" /><Relationship Type="http://schemas.openxmlformats.org/officeDocument/2006/relationships/notesMaster" Target="/ppt/notesMasters/notesMaster1.xml" Id="Rd1c498d767a044a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3d708c427bd4e73" /><Relationship Type="http://schemas.openxmlformats.org/officeDocument/2006/relationships/notesMaster" Target="/ppt/notesMasters/notesMaster1.xml" Id="Rbce1857c4fd14d9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1ce6c72e7fa4be2" /><Relationship Type="http://schemas.openxmlformats.org/officeDocument/2006/relationships/notesMaster" Target="/ppt/notesMasters/notesMaster1.xml" Id="Re8aacd6c3be04c9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12755f3f8ac4260" /><Relationship Type="http://schemas.openxmlformats.org/officeDocument/2006/relationships/notesMaster" Target="/ppt/notesMasters/notesMaster1.xml" Id="R75f223db021b4e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đã duyệt, Slide trang 22; KHTN 1.1.3; NT 9.5.. NT 9.5 “So sánh mô hình regression”; dùng load_diabetes() theo đề, đây là hồi quy khác bài aidiabetes phân loại trên LQDOJ.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1.6: Đánh giá regression</a:t>
            </a:r>
          </a:p>
          <a:p xmlns:a="http://schemas.openxmlformats.org/drawingml/2006/main">
            <a:r>
              <a:t>Nguồn giáo trình: Slide trang 22; KHTN 1.1.3; NT 9.5.</a:t>
            </a:r>
          </a:p>
          <a:p xmlns:a="http://schemas.openxmlformats.org/drawingml/2006/main">
            <a:r>
              <a:t>Bài tiếp theo trong nguồn: NT 9.5 “So sánh mô hình regression”; dùng load_diabetes() theo đề, đây là hồi quy khác bài aidiabetes phân loại trên LQDOJ.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1.6: Đánh giá regression</a:t>
            </a:r>
          </a:p>
          <a:p xmlns:a="http://schemas.openxmlformats.org/drawingml/2006/main">
            <a:r>
              <a:t>Nguồn giáo trình: Slide trang 22; KHTN 1.1.3; NT 9.5.</a:t>
            </a:r>
          </a:p>
          <a:p xmlns:a="http://schemas.openxmlformats.org/drawingml/2006/main">
            <a:r>
              <a:t>Bài tiếp theo trong nguồn: NT 9.5 “So sánh mô hình regression”; dùng load_diabetes() theo đề, đây là hồi quy khác bài aidiabetes phân loại trên LQDOJ.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1.6: Đánh giá regression</a:t>
            </a:r>
          </a:p>
          <a:p xmlns:a="http://schemas.openxmlformats.org/drawingml/2006/main">
            <a:r>
              <a:t>Nguồn giáo trình: Slide trang 22; KHTN 1.1.3; NT 9.5.</a:t>
            </a:r>
          </a:p>
          <a:p xmlns:a="http://schemas.openxmlformats.org/drawingml/2006/main">
            <a:r>
              <a:t>Bài tiếp theo trong nguồn: NT 9.5 “So sánh mô hình regression”; dùng load_diabetes() theo đề, đây là hồi quy khác bài aidiabetes phân loại trên LQDOJ.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1.6: Đánh giá regression</a:t>
            </a:r>
          </a:p>
          <a:p xmlns:a="http://schemas.openxmlformats.org/drawingml/2006/main">
            <a:r>
              <a:t>Nguồn giáo trình: Slide trang 22; KHTN 1.1.3; NT 9.5.</a:t>
            </a:r>
          </a:p>
          <a:p xmlns:a="http://schemas.openxmlformats.org/drawingml/2006/main">
            <a:r>
              <a:t>Bài tiếp theo trong nguồn: NT 9.5 “So sánh mô hình regression”; dùng load_diabetes() theo đề, đây là hồi quy khác bài aidiabetes phân loại trên LQDOJ.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1.6: Đánh giá regression</a:t>
            </a:r>
          </a:p>
          <a:p xmlns:a="http://schemas.openxmlformats.org/drawingml/2006/main">
            <a:r>
              <a:t>Nguồn giáo trình: Slide trang 22; KHTN 1.1.3; NT 9.5.</a:t>
            </a:r>
          </a:p>
          <a:p xmlns:a="http://schemas.openxmlformats.org/drawingml/2006/main">
            <a:r>
              <a:t>Bài tiếp theo trong nguồn: NT 9.5 “So sánh mô hình regression”; dùng load_diabetes() theo đề, đây là hồi quy khác bài aidiabetes phân loại trên LQDOJ.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1.6: Đánh giá regression</a:t>
            </a:r>
          </a:p>
          <a:p xmlns:a="http://schemas.openxmlformats.org/drawingml/2006/main">
            <a:r>
              <a:t>Nguồn giáo trình: Slide trang 22; KHTN 1.1.3; NT 9.5.</a:t>
            </a:r>
          </a:p>
          <a:p xmlns:a="http://schemas.openxmlformats.org/drawingml/2006/main">
            <a:r>
              <a:t>Bài tiếp theo trong nguồn: NT 9.5 “So sánh mô hình regression”; dùng load_diabetes() theo đề, đây là hồi quy khác bài aidiabetes phân loại trên LQDOJ.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{"mae":1.5,"mse":2.5,"rmse":1.5811388300841898}</a:t>
            </a:r>
          </a:p>
          <a:p xmlns:a="http://schemas.openxmlformats.org/drawingml/2006/main">
            <a:r>
              <a:t>Tham khảo: Slide trang 22; KHTN 1.1.3; NT 9.5.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{"mean":26.5,"median":2.5}</a:t>
            </a:r>
          </a:p>
          <a:p xmlns:a="http://schemas.openxmlformats.org/drawingml/2006/main">
            <a:r>
              <a:t>Tham khảo: Slide trang 22; KHTN 1.1.3; NT 9.5.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1.6: Đánh giá regression</a:t>
            </a:r>
          </a:p>
          <a:p xmlns:a="http://schemas.openxmlformats.org/drawingml/2006/main">
            <a:r>
              <a:t>Nguồn giáo trình: Slide trang 22; KHTN 1.1.3; NT 9.5.</a:t>
            </a:r>
          </a:p>
          <a:p xmlns:a="http://schemas.openxmlformats.org/drawingml/2006/main">
            <a:r>
              <a:t>Bài tiếp theo trong nguồn: NT 9.5 “So sánh mô hình regression”; dùng load_diabetes() theo đề, đây là hồi quy khác bài aidiabetes phân loại trên LQDOJ.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1.6: Đánh giá regression</a:t>
            </a:r>
          </a:p>
          <a:p xmlns:a="http://schemas.openxmlformats.org/drawingml/2006/main">
            <a:r>
              <a:t>Nguồn giáo trình: Slide trang 22; KHTN 1.1.3; NT 9.5.</a:t>
            </a:r>
          </a:p>
          <a:p xmlns:a="http://schemas.openxmlformats.org/drawingml/2006/main">
            <a:r>
              <a:t>Bài tiếp theo trong nguồn: NT 9.5 “So sánh mô hình regression”; dùng load_diabetes() theo đề, đây là hồi quy khác bài aidiabetes phân loại trên LQDOJ.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1.6: Đánh giá regression</a:t>
            </a:r>
          </a:p>
          <a:p xmlns:a="http://schemas.openxmlformats.org/drawingml/2006/main">
            <a:r>
              <a:t>Nguồn giáo trình: Slide trang 22; KHTN 1.1.3; NT 9.5.</a:t>
            </a:r>
          </a:p>
          <a:p xmlns:a="http://schemas.openxmlformats.org/drawingml/2006/main">
            <a:r>
              <a:t>Bài tiếp theo trong nguồn: NT 9.5 “So sánh mô hình regression”; dùng load_diabetes() theo đề, đây là hồi quy khác bài aidiabetes phân loại trên LQDOJ.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1.6: Đánh giá regression</a:t>
            </a:r>
          </a:p>
          <a:p xmlns:a="http://schemas.openxmlformats.org/drawingml/2006/main">
            <a:r>
              <a:t>Nguồn giáo trình: Slide trang 22; KHTN 1.1.3; NT 9.5.</a:t>
            </a:r>
          </a:p>
          <a:p xmlns:a="http://schemas.openxmlformats.org/drawingml/2006/main">
            <a:r>
              <a:t>Bài tiếp theo trong nguồn: NT 9.5 “So sánh mô hình regression”; dùng load_diabetes() theo đề, đây là hồi quy khác bài aidiabetes phân loại trên LQDOJ.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3a1e1fca864f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c9b01a2cd44271" /><Relationship Type="http://schemas.openxmlformats.org/officeDocument/2006/relationships/slideLayout" Target="/ppt/slideLayouts/slideLayout1.xml" Id="Rc47680db485c48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7680db485c48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1a5b5ce5744a37" /><Relationship Type="http://schemas.openxmlformats.org/officeDocument/2006/relationships/notesSlide" Target="/ppt/notesSlides/notesSlide1.xml" Id="R77185e9fe45a4d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8120e50804d3c" /><Relationship Type="http://schemas.openxmlformats.org/officeDocument/2006/relationships/notesSlide" Target="/ppt/notesSlides/notesSlide2.xml" Id="R1978114f7f0840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9729fc01eb43f5" /><Relationship Type="http://schemas.openxmlformats.org/officeDocument/2006/relationships/notesSlide" Target="/ppt/notesSlides/notesSlide3.xml" Id="R3b329f20bc4b4c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30ec7a8506440e" /><Relationship Type="http://schemas.openxmlformats.org/officeDocument/2006/relationships/notesSlide" Target="/ppt/notesSlides/notesSlide4.xml" Id="Re68a0e68f22148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c891f552414e32" /><Relationship Type="http://schemas.openxmlformats.org/officeDocument/2006/relationships/notesSlide" Target="/ppt/notesSlides/notesSlide5.xml" Id="R3aeec6f344e348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27c50e4c26480f" /><Relationship Type="http://schemas.openxmlformats.org/officeDocument/2006/relationships/notesSlide" Target="/ppt/notesSlides/notesSlide6.xml" Id="R1f245ba52f534a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3b5f14861a43cb" /><Relationship Type="http://schemas.openxmlformats.org/officeDocument/2006/relationships/notesSlide" Target="/ppt/notesSlides/notesSlide7.xml" Id="R2bf3413796de466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4bda703ef4ca0" /><Relationship Type="http://schemas.openxmlformats.org/officeDocument/2006/relationships/notesSlide" Target="/ppt/notesSlides/notesSlide8.xml" Id="R6d59a870ed5c4f9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7c7207e5d343cf" /><Relationship Type="http://schemas.openxmlformats.org/officeDocument/2006/relationships/notesSlide" Target="/ppt/notesSlides/notesSlide9.xml" Id="R478487cbd60641a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2ea4d1ca984a45" /><Relationship Type="http://schemas.openxmlformats.org/officeDocument/2006/relationships/notesSlide" Target="/ppt/notesSlides/notesSlide10.xml" Id="R5ba16af4cf1545e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0f8369d4d7460e" /><Relationship Type="http://schemas.openxmlformats.org/officeDocument/2006/relationships/notesSlide" Target="/ppt/notesSlides/notesSlide11.xml" Id="R7cacd25754674e8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97c0646194015" /><Relationship Type="http://schemas.openxmlformats.org/officeDocument/2006/relationships/notesSlide" Target="/ppt/notesSlides/notesSlide12.xml" Id="R77c582448a504d7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21949681e6458b" /><Relationship Type="http://schemas.openxmlformats.org/officeDocument/2006/relationships/notesSlide" Target="/ppt/notesSlides/notesSlide13.xml" Id="R26f6f85b1d70428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24F839-2BBC-4360-8823-BECCC391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Buổi 1.6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444F3B-88FF-45CD-91FD-903C4B57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Đánh giá regression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B3946B-F0BF-45EB-8608-477DD03F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Một lỗi rất lớn ảnh hưởng MAE và RMSE giống nhau không?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E46A9-37EE-400E-B87E-3FE72925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1.6 · 1/13</a:t>
            </a:r>
          </a:p>
        </p:txBody>
      </p:sp>
    </p:spTree>
    <p:extLst>
      <p:ext uri="{BB962C8B-B14F-4D97-AF65-F5344CB8AC3E}">
        <p14:creationId xmlns:p14="http://schemas.microsoft.com/office/powerpoint/2010/main" val="7391184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2DBA8C-D4FA-4F1F-8D1F-C1292344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Ý tưởng cần hiểu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0FD122-9A9A-4AE3-A0CE-73C69F2E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MAE lấy độ lớn sai số; MSE bình phương sai số, RMSE lấy căn sau khi trung bình.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1D89BC-E134-4F59-B491-075DD964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RMSE nhạy hơn với lỗi lớn; đơn vị RMSE giống target.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C36821-32ED-4CC8-942F-91AABB6F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Chọn và đọc metric của đề, không chọn metric thuận lợi cho mình.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9B25B9-2EE1-402B-BA6E-67026B42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MAE=mean|ŷ-y|; RMSE=sqrt(mean(ŷ-y)²)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E8E07-08F1-4AF2-8F3B-FED1B7A6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1.6 · 2/13</a:t>
            </a:r>
          </a:p>
        </p:txBody>
      </p:sp>
    </p:spTree>
    <p:extLst>
      <p:ext uri="{BB962C8B-B14F-4D97-AF65-F5344CB8AC3E}">
        <p14:creationId xmlns:p14="http://schemas.microsoft.com/office/powerpoint/2010/main" val="10048960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C6C60F-A1DA-49C6-83EC-6A6E3563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Ví dụ: đọc input trước khi tính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[1,3]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pred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[2,5]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BBAE67-B02E-4C90-8071-A7A529D7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1.6 · 3/13</a:t>
            </a:r>
          </a:p>
        </p:txBody>
      </p:sp>
    </p:spTree>
    <p:extLst>
      <p:ext uri="{BB962C8B-B14F-4D97-AF65-F5344CB8AC3E}">
        <p14:creationId xmlns:p14="http://schemas.microsoft.com/office/powerpoint/2010/main" val="15196345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71353C-C265-4C70-895B-469DF0B5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Đối chiếu phép tính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A975FD-390C-464F-B303-FE71D1EF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"mae": 1.5,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"mse": 2.5,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"rmse": 1.581139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A03E43-3F3D-4349-9054-8AB0ECBC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1.6 · 4/13</a:t>
            </a:r>
          </a:p>
        </p:txBody>
      </p:sp>
    </p:spTree>
    <p:extLst>
      <p:ext uri="{BB962C8B-B14F-4D97-AF65-F5344CB8AC3E}">
        <p14:creationId xmlns:p14="http://schemas.microsoft.com/office/powerpoint/2010/main" val="2051281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B591AA-B0BB-48D9-86F7-6E30CC4D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61B10C-E047-488E-ADC2-8153236D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import numpy as np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y = np.array([1.0,3.0])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pred = np.array([2.0,5.0])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error = pred-y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mae = np.abs(error).mean()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mse = (error**2).mean()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rmse = np.sqrt(mse)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print("Sai số:",error.tolist())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print("MAE:",mae)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print("MSE:",mse)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print("RMSE:",round(rmse,6))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assert mae==1.5 and mse==2.5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2057C9-801F-4C9D-842E-2B3BEC6A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4F562A-6686-45DC-98AE-7876F34A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1.6 · 5/13</a:t>
            </a:r>
          </a:p>
        </p:txBody>
      </p:sp>
    </p:spTree>
    <p:extLst>
      <p:ext uri="{BB962C8B-B14F-4D97-AF65-F5344CB8AC3E}">
        <p14:creationId xmlns:p14="http://schemas.microsoft.com/office/powerpoint/2010/main" val="13234135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9DC369-0582-4E1D-9101-54E981D1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của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5571CB-8E7D-4FA0-A03E-DDE2D436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Sai số: [1.0, 2.0]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MAE: 1.5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MSE: 2.5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RMSE: 1.581139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934F85-1CB4-43E0-A852-BE52DC23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1.6 · 6/13</a:t>
            </a:r>
          </a:p>
        </p:txBody>
      </p:sp>
    </p:spTree>
    <p:extLst>
      <p:ext uri="{BB962C8B-B14F-4D97-AF65-F5344CB8AC3E}">
        <p14:creationId xmlns:p14="http://schemas.microsoft.com/office/powerpoint/2010/main" val="13202859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A8E257-2B1F-435A-BC26-C95A1553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Điểm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E3E58C-A50B-4330-9323-65610CA1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Mean của căn sai số không phải căn của mean squared error.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395415-B0BF-49D2-A44F-2654C85E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Giữ một dự đoán đúng, tăng lỗi mẫu còn lại và so mức tăng hai metrics.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62E5F4-B518-4992-90BA-FA412BC8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1.6 · 7/13</a:t>
            </a:r>
          </a:p>
        </p:txBody>
      </p:sp>
    </p:spTree>
    <p:extLst>
      <p:ext uri="{BB962C8B-B14F-4D97-AF65-F5344CB8AC3E}">
        <p14:creationId xmlns:p14="http://schemas.microsoft.com/office/powerpoint/2010/main" val="14196512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D80F9D-E2F8-4235-B0F7-FA2F63C6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6A538A-D220-49F2-ACD7-A8AE7088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Trả {mae, mse, rmse} từ y/pred.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[1,3]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pred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[2,5]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03BF44-FC71-4159-AE85-7ECED9DA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1.6 · 8/13</a:t>
            </a:r>
          </a:p>
        </p:txBody>
      </p:sp>
    </p:spTree>
    <p:extLst>
      <p:ext uri="{BB962C8B-B14F-4D97-AF65-F5344CB8AC3E}">
        <p14:creationId xmlns:p14="http://schemas.microsoft.com/office/powerpoint/2010/main" val="5840618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616C42-2D72-44ED-BCAB-106A885D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7281CC-CEB5-407A-8DFE-3F0231B6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Trả mean và median của list.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values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[1,2,3,100]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B24962-2139-4212-AFC8-8FE2B3FE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1.6 · 9/13</a:t>
            </a:r>
          </a:p>
        </p:txBody>
      </p:sp>
    </p:spTree>
    <p:extLst>
      <p:ext uri="{BB962C8B-B14F-4D97-AF65-F5344CB8AC3E}">
        <p14:creationId xmlns:p14="http://schemas.microsoft.com/office/powerpoint/2010/main" val="20851632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147D31-55F9-4551-ADBC-779966CD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1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E0AD92-63C9-4E14-B4C4-1D27BC05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Trả {mae, mse, rmse} từ y/pred.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7603CB-7063-46A5-B215-06F32517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y/pred: list số cùng chiều dài&gt;0.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B7D771-B3A8-4A56-AAF1-B7975455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BTVN_01.txt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6AEFBB-7972-4C5F-A1DF-39ED0117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1.6 · 10/13</a:t>
            </a:r>
          </a:p>
        </p:txBody>
      </p:sp>
    </p:spTree>
    <p:extLst>
      <p:ext uri="{BB962C8B-B14F-4D97-AF65-F5344CB8AC3E}">
        <p14:creationId xmlns:p14="http://schemas.microsoft.com/office/powerpoint/2010/main" val="1780415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21E3F4-DEFA-42F1-9538-4D3A6573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2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C2B94E-9FCA-462F-9C70-1C18206E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Trả mean và median của list.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04A2F0-DDC3-417A-949F-5572D818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values: list số không rỗng.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F9FE44-9B19-4C37-B28E-0874B00A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BTVN_02.txt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FAE8A2-9CC3-4668-BCA0-16CB4A70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1.6 · 11/13</a:t>
            </a:r>
          </a:p>
        </p:txBody>
      </p:sp>
    </p:spTree>
    <p:extLst>
      <p:ext uri="{BB962C8B-B14F-4D97-AF65-F5344CB8AC3E}">
        <p14:creationId xmlns:p14="http://schemas.microsoft.com/office/powerpoint/2010/main" val="919444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43DB38-1C96-4151-BC86-137EBB45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3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773B22-B02E-476D-99F8-77B74461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Chọn model có validation RMSE nhỏ nhất; hòa thì id nhỏ nhất. Không chọn bằng train RMSE.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973B54-78E8-4F21-BEC3-C8C72072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models: list {id, train_rmse, valid_rmse}, không rỗng.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571BB5-18D8-4B55-B9D7-E9A4B139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BTVN_03.txt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7375A1-E786-4D21-8BFD-14BE6EFE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1.6 · 12/13</a:t>
            </a:r>
          </a:p>
        </p:txBody>
      </p:sp>
    </p:spTree>
    <p:extLst>
      <p:ext uri="{BB962C8B-B14F-4D97-AF65-F5344CB8AC3E}">
        <p14:creationId xmlns:p14="http://schemas.microsoft.com/office/powerpoint/2010/main" val="20930569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F3026B-36D9-4DAB-8369-87CEDED0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bài và nguồn học tiếp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05DA22-189B-4E0C-94DD-23470772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Giữ một dự đoán đúng, tăng lỗi mẫu còn lại và so mức tăng hai metrics.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24A4A2-CA89-4745-8F1D-D9BC0EBF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Slide trang 22; KHTN 1.1.3; NT 9.5.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16B84C-C647-4F48-8ECD-81DE5C9D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NT 9.5 “So sánh mô hình regression”; dùng load_diabetes() theo đề, đây là hồi quy khác bài aidiabetes phân loại trên LQDOJ.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F7C427-6133-4B7D-9589-779AEDE7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1.6 · 13/13</a:t>
            </a:r>
          </a:p>
        </p:txBody>
      </p:sp>
    </p:spTree>
    <p:extLst>
      <p:ext uri="{BB962C8B-B14F-4D97-AF65-F5344CB8AC3E}">
        <p14:creationId xmlns:p14="http://schemas.microsoft.com/office/powerpoint/2010/main" val="16564972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2026-10-01T09:01:30.3970000Z</dcterms:created>
  <dcterms:modified xsi:type="dcterms:W3CDTF">2026-10-01T09:01:30.3970000Z</dcterms:modified>
</coreProperties>
</file>