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01432d008c44ea" /><Relationship Type="http://schemas.openxmlformats.org/officeDocument/2006/relationships/extended-properties" Target="/docProps/app.xml" Id="R8a6c6e3f5b194490" /><Relationship Type="http://schemas.openxmlformats.org/officeDocument/2006/relationships/officeDocument" Target="/ppt/presentation.xml" Id="Rfad0806c9a7e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0b850d1eec43bd"/>
  </p:sldMasterIdLst>
  <p:notesMasterIdLst>
    <p:notesMasterId xmlns:r="http://schemas.openxmlformats.org/officeDocument/2006/relationships" r:id="R16902937007149db"/>
  </p:notesMasterIdLst>
  <p:sldIdLst>
    <p:sldId xmlns:r="http://schemas.openxmlformats.org/officeDocument/2006/relationships" id="256" r:id="Rdefa5216b9584600"/>
    <p:sldId xmlns:r="http://schemas.openxmlformats.org/officeDocument/2006/relationships" id="257" r:id="Ra18ffa9b13b241e9"/>
    <p:sldId xmlns:r="http://schemas.openxmlformats.org/officeDocument/2006/relationships" id="258" r:id="R44355d1cd3f94f95"/>
    <p:sldId xmlns:r="http://schemas.openxmlformats.org/officeDocument/2006/relationships" id="259" r:id="R2a4aee31fe0c495d"/>
    <p:sldId xmlns:r="http://schemas.openxmlformats.org/officeDocument/2006/relationships" id="260" r:id="R2084a083bd304ccf"/>
    <p:sldId xmlns:r="http://schemas.openxmlformats.org/officeDocument/2006/relationships" id="261" r:id="Rb874ae6231c44946"/>
    <p:sldId xmlns:r="http://schemas.openxmlformats.org/officeDocument/2006/relationships" id="262" r:id="R8d918d1ad8704443"/>
    <p:sldId xmlns:r="http://schemas.openxmlformats.org/officeDocument/2006/relationships" id="263" r:id="R940ee575d54b4fd4"/>
    <p:sldId xmlns:r="http://schemas.openxmlformats.org/officeDocument/2006/relationships" id="264" r:id="R5929157250154ee7"/>
    <p:sldId xmlns:r="http://schemas.openxmlformats.org/officeDocument/2006/relationships" id="265" r:id="R513337a1742d4a80"/>
    <p:sldId xmlns:r="http://schemas.openxmlformats.org/officeDocument/2006/relationships" id="266" r:id="R4a54446be3034d82"/>
    <p:sldId xmlns:r="http://schemas.openxmlformats.org/officeDocument/2006/relationships" id="267" r:id="Rac98958c572d4016"/>
    <p:sldId xmlns:r="http://schemas.openxmlformats.org/officeDocument/2006/relationships" id="268" r:id="R1699d2c1b0e94f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f9989da2948ab" /><Relationship Type="http://schemas.openxmlformats.org/officeDocument/2006/relationships/slideMaster" Target="/ppt/slideMasters/slideMaster1.xml" Id="R5e0b850d1eec43bd" /><Relationship Type="http://schemas.openxmlformats.org/officeDocument/2006/relationships/notesMaster" Target="/ppt/notesMasters/notesMaster1.xml" Id="R16902937007149db" /><Relationship Type="http://schemas.openxmlformats.org/officeDocument/2006/relationships/presProps" Target="/ppt/presProps.xml" Id="R52fa9fb005224df0" /><Relationship Type="http://schemas.openxmlformats.org/officeDocument/2006/relationships/tableStyles" Target="/ppt/tableStyles.xml" Id="R2552ed9a1a104802" /><Relationship Type="http://schemas.openxmlformats.org/officeDocument/2006/relationships/slide" Target="/ppt/slides/slide1.xml" Id="Rdefa5216b9584600" /><Relationship Type="http://schemas.openxmlformats.org/officeDocument/2006/relationships/slide" Target="/ppt/slides/slide2.xml" Id="Ra18ffa9b13b241e9" /><Relationship Type="http://schemas.openxmlformats.org/officeDocument/2006/relationships/slide" Target="/ppt/slides/slide3.xml" Id="R44355d1cd3f94f95" /><Relationship Type="http://schemas.openxmlformats.org/officeDocument/2006/relationships/slide" Target="/ppt/slides/slide4.xml" Id="R2a4aee31fe0c495d" /><Relationship Type="http://schemas.openxmlformats.org/officeDocument/2006/relationships/slide" Target="/ppt/slides/slide5.xml" Id="R2084a083bd304ccf" /><Relationship Type="http://schemas.openxmlformats.org/officeDocument/2006/relationships/slide" Target="/ppt/slides/slide6.xml" Id="Rb874ae6231c44946" /><Relationship Type="http://schemas.openxmlformats.org/officeDocument/2006/relationships/slide" Target="/ppt/slides/slide7.xml" Id="R8d918d1ad8704443" /><Relationship Type="http://schemas.openxmlformats.org/officeDocument/2006/relationships/slide" Target="/ppt/slides/slide8.xml" Id="R940ee575d54b4fd4" /><Relationship Type="http://schemas.openxmlformats.org/officeDocument/2006/relationships/slide" Target="/ppt/slides/slide9.xml" Id="R5929157250154ee7" /><Relationship Type="http://schemas.openxmlformats.org/officeDocument/2006/relationships/slide" Target="/ppt/slides/slide10.xml" Id="R513337a1742d4a80" /><Relationship Type="http://schemas.openxmlformats.org/officeDocument/2006/relationships/slide" Target="/ppt/slides/slide11.xml" Id="R4a54446be3034d82" /><Relationship Type="http://schemas.openxmlformats.org/officeDocument/2006/relationships/slide" Target="/ppt/slides/slide12.xml" Id="Rac98958c572d4016" /><Relationship Type="http://schemas.openxmlformats.org/officeDocument/2006/relationships/slide" Target="/ppt/slides/slide13.xml" Id="R1699d2c1b0e9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be61be44f044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71048577e546a0" /><Relationship Type="http://schemas.openxmlformats.org/officeDocument/2006/relationships/notesMaster" Target="/ppt/notesMasters/notesMaster1.xml" Id="R9d5fcf14019846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482a71955a49a2" /><Relationship Type="http://schemas.openxmlformats.org/officeDocument/2006/relationships/notesMaster" Target="/ppt/notesMasters/notesMaster1.xml" Id="Rfee1dfdbee564b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cb7ef204aa448e" /><Relationship Type="http://schemas.openxmlformats.org/officeDocument/2006/relationships/notesMaster" Target="/ppt/notesMasters/notesMaster1.xml" Id="Rc24bb2abcc2e42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61d68edfc44d13" /><Relationship Type="http://schemas.openxmlformats.org/officeDocument/2006/relationships/notesMaster" Target="/ppt/notesMasters/notesMaster1.xml" Id="Rcc6ae98f7bb24d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e88ff8c3e94352" /><Relationship Type="http://schemas.openxmlformats.org/officeDocument/2006/relationships/notesMaster" Target="/ppt/notesMasters/notesMaster1.xml" Id="R5bd7058bcfd34c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f4fef258b34f8f" /><Relationship Type="http://schemas.openxmlformats.org/officeDocument/2006/relationships/notesMaster" Target="/ppt/notesMasters/notesMaster1.xml" Id="Rce26bd758afd4c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c31bb671d44155" /><Relationship Type="http://schemas.openxmlformats.org/officeDocument/2006/relationships/notesMaster" Target="/ppt/notesMasters/notesMaster1.xml" Id="Rcc9521d66c8447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f4ba199faf42a2" /><Relationship Type="http://schemas.openxmlformats.org/officeDocument/2006/relationships/notesMaster" Target="/ppt/notesMasters/notesMaster1.xml" Id="Radaf2ba496e74e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5a0c9156794d35" /><Relationship Type="http://schemas.openxmlformats.org/officeDocument/2006/relationships/notesMaster" Target="/ppt/notesMasters/notesMaster1.xml" Id="R7a1b177ed27840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ec8135ad1e47fc" /><Relationship Type="http://schemas.openxmlformats.org/officeDocument/2006/relationships/notesMaster" Target="/ppt/notesMasters/notesMaster1.xml" Id="Rce162f522ad748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31c0c66775402e" /><Relationship Type="http://schemas.openxmlformats.org/officeDocument/2006/relationships/notesMaster" Target="/ppt/notesMasters/notesMaster1.xml" Id="Rb39a13de417a4d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a52c7452064fb1" /><Relationship Type="http://schemas.openxmlformats.org/officeDocument/2006/relationships/notesMaster" Target="/ppt/notesMasters/notesMaster1.xml" Id="Rba9083c8f31b44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578b24314342e1" /><Relationship Type="http://schemas.openxmlformats.org/officeDocument/2006/relationships/notesMaster" Target="/ppt/notesMasters/notesMaster1.xml" Id="Rb3ff4fa38d5f46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6.1; NT 2; KHTN phần PCA.. AIO 6.2 Câu hỏi tự luận, 6.3 Câu hỏi trắc nghiệm.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[0,2]</a:t>
            </a:r>
          </a:p>
          <a:p xmlns:a="http://schemas.openxmlformats.org/drawingml/2006/main">
            <a:r>
              <a:t>Tham khảo: AIO 6.1; NT 2; KHTN phần PCA.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[[1,4],[2,5],[3,6]]</a:t>
            </a:r>
          </a:p>
          <a:p xmlns:a="http://schemas.openxmlformats.org/drawingml/2006/main">
            <a:r>
              <a:t>Tham khảo: AIO 6.1; NT 2; KHTN phần PCA.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1.7: Đại số tuyến tính dùng trong AI</a:t>
            </a:r>
          </a:p>
          <a:p xmlns:a="http://schemas.openxmlformats.org/drawingml/2006/main">
            <a:r>
              <a:t>Nguồn giáo trình: AIO 6.1; NT 2; KHTN phần PCA.</a:t>
            </a:r>
          </a:p>
          <a:p xmlns:a="http://schemas.openxmlformats.org/drawingml/2006/main">
            <a:r>
              <a:t>Bài tiếp theo trong nguồn: AIO 6.2 Câu hỏi tự luận, 6.3 Câu hỏi trắc nghiệm.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0b6b1565f42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653e400a9b4f82" /><Relationship Type="http://schemas.openxmlformats.org/officeDocument/2006/relationships/slideLayout" Target="/ppt/slideLayouts/slideLayout1.xml" Id="R2b2dde0d83f94b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dde0d83f94b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82d9e6ad2424a" /><Relationship Type="http://schemas.openxmlformats.org/officeDocument/2006/relationships/notesSlide" Target="/ppt/notesSlides/notesSlide1.xml" Id="R7dfd8a2764a542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1f2d0d0b64185" /><Relationship Type="http://schemas.openxmlformats.org/officeDocument/2006/relationships/notesSlide" Target="/ppt/notesSlides/notesSlide2.xml" Id="R452732bad5c148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0d9ebadf54ee8" /><Relationship Type="http://schemas.openxmlformats.org/officeDocument/2006/relationships/notesSlide" Target="/ppt/notesSlides/notesSlide3.xml" Id="Rc06b11e55d1641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1204904084a40" /><Relationship Type="http://schemas.openxmlformats.org/officeDocument/2006/relationships/notesSlide" Target="/ppt/notesSlides/notesSlide4.xml" Id="R9e0a5541e65143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37bd352994fa7" /><Relationship Type="http://schemas.openxmlformats.org/officeDocument/2006/relationships/notesSlide" Target="/ppt/notesSlides/notesSlide5.xml" Id="R930bd175457742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e79f99a3f463d" /><Relationship Type="http://schemas.openxmlformats.org/officeDocument/2006/relationships/notesSlide" Target="/ppt/notesSlides/notesSlide6.xml" Id="R6d1212204a6748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e59b1d6654ac2" /><Relationship Type="http://schemas.openxmlformats.org/officeDocument/2006/relationships/notesSlide" Target="/ppt/notesSlides/notesSlide7.xml" Id="R465dd47b3f9f42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9b8cddb724b91" /><Relationship Type="http://schemas.openxmlformats.org/officeDocument/2006/relationships/notesSlide" Target="/ppt/notesSlides/notesSlide8.xml" Id="Rcc68a990185246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4d1d0a4484d08" /><Relationship Type="http://schemas.openxmlformats.org/officeDocument/2006/relationships/notesSlide" Target="/ppt/notesSlides/notesSlide9.xml" Id="R5b1ef85bf5b84b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a79129608400b" /><Relationship Type="http://schemas.openxmlformats.org/officeDocument/2006/relationships/notesSlide" Target="/ppt/notesSlides/notesSlide10.xml" Id="R80009aa34f5844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716ab825043c3" /><Relationship Type="http://schemas.openxmlformats.org/officeDocument/2006/relationships/notesSlide" Target="/ppt/notesSlides/notesSlide11.xml" Id="R992939fde36d4b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c76b2493a4dda" /><Relationship Type="http://schemas.openxmlformats.org/officeDocument/2006/relationships/notesSlide" Target="/ppt/notesSlides/notesSlide12.xml" Id="R73fadc306aa045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a2ad0adcd44ab" /><Relationship Type="http://schemas.openxmlformats.org/officeDocument/2006/relationships/notesSlide" Target="/ppt/notesSlides/notesSlide13.xml" Id="R014c9be169e144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C80E-5661-470A-BD38-AFED708E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134ED-1C15-47CA-B74E-04E92EA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Đại số tuyến tính dùng trong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55F0F-A300-4C51-919D-DC8E19E0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X@w tạo một kết quả cho mỗi mẫu bằng cách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2583D-F3CD-48DD-B0C0-56F4B1AF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1/13</a:t>
            </a:r>
          </a:p>
        </p:txBody>
      </p:sp>
    </p:spTree>
    <p:extLst>
      <p:ext uri="{BB962C8B-B14F-4D97-AF65-F5344CB8AC3E}">
        <p14:creationId xmlns:p14="http://schemas.microsoft.com/office/powerpoint/2010/main" val="909278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EE846-856D-4967-9E6F-F8759B15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9F5EA-4ED0-4BF4-8742-18533241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Mỗi hàng của X là feature vector; dot product kết hợp các features bằng weights.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40AFC-9C78-4D55-AA7D-D1E0A04D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Matrix multiplication yêu cầu chiều trong khớp nhau.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7A6D4-EEFC-4FE4-A470-CDA21BC6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Euclidean/cosine là hai cách đo khác nhau; cosine bỏ qua độ lớn sau normalize.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B2CE4-05B8-4B48-909E-C4510E5C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ŷ = Xw +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ADA76-14A1-4511-91B0-A0292C57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2/13</a:t>
            </a:r>
          </a:p>
        </p:txBody>
      </p:sp>
    </p:spTree>
    <p:extLst>
      <p:ext uri="{BB962C8B-B14F-4D97-AF65-F5344CB8AC3E}">
        <p14:creationId xmlns:p14="http://schemas.microsoft.com/office/powerpoint/2010/main" val="7149846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7CF03-E218-4FA6-BA02-18E8B38D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matrix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[[1,2],[3,4]]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E4DFD-9BBD-4E91-91D5-7D9C3E32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3/13</a:t>
            </a:r>
          </a:p>
        </p:txBody>
      </p:sp>
    </p:spTree>
    <p:extLst>
      <p:ext uri="{BB962C8B-B14F-4D97-AF65-F5344CB8AC3E}">
        <p14:creationId xmlns:p14="http://schemas.microsoft.com/office/powerpoint/2010/main" val="684020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47B8E-6266-48E9-B8EC-8D4E213D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61DB7-DDF4-4AF8-A024-3E970779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C6D1C-48DB-4CA4-B83D-DCC4F51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4/13</a:t>
            </a:r>
          </a:p>
        </p:txBody>
      </p:sp>
    </p:spTree>
    <p:extLst>
      <p:ext uri="{BB962C8B-B14F-4D97-AF65-F5344CB8AC3E}">
        <p14:creationId xmlns:p14="http://schemas.microsoft.com/office/powerpoint/2010/main" val="950905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33247-CE88-43F2-B3B3-55F2175C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4C5A4-4080-44CD-8AAE-001B00C0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X: hai mẫu, hai features. W biến mỗi mẫu thành một số.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np.array([[1,2],[3,4]],dtype=float)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 = np.array([2,-1],dtype=float)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b = 1.0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pred = X@w+b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print("X shape:",X.shape,"w shape:",w.shape)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print("X @ w:",(X@w).tolist())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print("X @ w + b:",pred.tolist())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Cosine chỉ định nghĩa trực tiếp khi norm khác 0.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u,v = np.array([1,0]),np.array([1,1])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cosine = u@v/(np.linalg.norm(u)*np.linalg.norm(v))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print("Cosine:",round(float(cosine),6))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pred.tolist()==[1,3]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87FBE-C183-44A1-8725-41B41D34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0E74A-B80F-47A4-ADC6-14AC748F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1.7 · 5/13</a:t>
            </a:r>
          </a:p>
        </p:txBody>
      </p:sp>
    </p:spTree>
    <p:extLst>
      <p:ext uri="{BB962C8B-B14F-4D97-AF65-F5344CB8AC3E}">
        <p14:creationId xmlns:p14="http://schemas.microsoft.com/office/powerpoint/2010/main" val="1979774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B3D75-F333-470D-8EBD-3AC6E197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92D98-DDAF-4A56-B965-0BD2EE31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X shape: (2, 2) w shape: (2,)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X @ w: [0.0, 2.0]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X @ w + b: [1.0, 3.0]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Cosine: 0.707107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EB628-01C5-4860-A8D4-C7F8B766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6/13</a:t>
            </a:r>
          </a:p>
        </p:txBody>
      </p:sp>
    </p:spTree>
    <p:extLst>
      <p:ext uri="{BB962C8B-B14F-4D97-AF65-F5344CB8AC3E}">
        <p14:creationId xmlns:p14="http://schemas.microsoft.com/office/powerpoint/2010/main" val="233483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AF0BF-D5DB-48A9-BE09-57BB5BB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42416-3E96-4F63-B1F5-3E35E482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Cosine trực tiếp không xác định cho vector0; đề cần quy ước rõ.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BFB99-3BEB-4927-BE5B-5BBAFC93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bằng tay hàng đầu của X@w, rồi đối chiếu output NumPy.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880BE-E570-4D77-8169-FF778940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7/13</a:t>
            </a:r>
          </a:p>
        </p:txBody>
      </p:sp>
    </p:spTree>
    <p:extLst>
      <p:ext uri="{BB962C8B-B14F-4D97-AF65-F5344CB8AC3E}">
        <p14:creationId xmlns:p14="http://schemas.microsoft.com/office/powerpoint/2010/main" val="1354329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3C5E4-5F4D-4D69-9030-C6AF0B57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2A967-C4C1-472A-B4ED-949BF3E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matrix@vector; số cột bằng chiều dài vector.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matrix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[[1,2],[3,4]]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F159B-44A7-47D2-AC40-2E4FFC11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8/13</a:t>
            </a:r>
          </a:p>
        </p:txBody>
      </p:sp>
    </p:spTree>
    <p:extLst>
      <p:ext uri="{BB962C8B-B14F-4D97-AF65-F5344CB8AC3E}">
        <p14:creationId xmlns:p14="http://schemas.microsoft.com/office/powerpoint/2010/main" val="1871118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B374F-6D55-4AAC-B6FB-41BC475B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1EC8A-B356-4F98-BA8A-F105336B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Chuyển vị ma trận: output[j][i]=input[i][j].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matrix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[[1,2,3],[4,5,6]]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225B3-97EB-4B54-97E0-6A7CF9C4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9/13</a:t>
            </a:r>
          </a:p>
        </p:txBody>
      </p:sp>
    </p:spTree>
    <p:extLst>
      <p:ext uri="{BB962C8B-B14F-4D97-AF65-F5344CB8AC3E}">
        <p14:creationId xmlns:p14="http://schemas.microsoft.com/office/powerpoint/2010/main" val="1960134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CC523-B1BE-4E30-A644-FB806E4E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05B63-0444-4053-94B2-FCF9DC3D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matrix@vector; số cột bằng chiều dài vector.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24044-7EF3-41A2-ABD3-B4892A60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matrix: nxd; vector: d; n, d&gt;=1.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BF228-7597-404A-AE6F-220D00F9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C04AF-C92C-4B13-A422-D985727E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10/13</a:t>
            </a:r>
          </a:p>
        </p:txBody>
      </p:sp>
    </p:spTree>
    <p:extLst>
      <p:ext uri="{BB962C8B-B14F-4D97-AF65-F5344CB8AC3E}">
        <p14:creationId xmlns:p14="http://schemas.microsoft.com/office/powerpoint/2010/main" val="1412069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B7314-098B-43E7-ACB0-95775DA0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1AD50-CE0B-40A8-BB9F-7FB89EEC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Chuyển vị ma trận: output[j][i]=input[i][j].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A991E-CB9E-4AA6-A4A1-1149B3F7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matrix: ma trận hình chữ nhật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8C6A4-6198-4EFC-B3E3-CD13F744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02A94-5B61-4B3A-A821-4B4B2E36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11/13</a:t>
            </a:r>
          </a:p>
        </p:txBody>
      </p:sp>
    </p:spTree>
    <p:extLst>
      <p:ext uri="{BB962C8B-B14F-4D97-AF65-F5344CB8AC3E}">
        <p14:creationId xmlns:p14="http://schemas.microsoft.com/office/powerpoint/2010/main" val="9834391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50050-37F5-4647-85D5-D406377A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D7DE6-7B88-4DE5-B5D2-019ECB69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cosine của hai vector; có norm0 thì trả 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E18F9-180D-4141-956C-DFD5E263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a/b: list số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73438-7B47-4F5E-A58F-6B79F91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3A972-150F-4712-822A-FCC4E43E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12/13</a:t>
            </a:r>
          </a:p>
        </p:txBody>
      </p:sp>
    </p:spTree>
    <p:extLst>
      <p:ext uri="{BB962C8B-B14F-4D97-AF65-F5344CB8AC3E}">
        <p14:creationId xmlns:p14="http://schemas.microsoft.com/office/powerpoint/2010/main" val="17832115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8C8F9-CB31-4A44-AC5C-91A15477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BAB72-DC20-4E16-9824-05DFB505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bằng tay hàng đầu của X@w, rồi đối chiếu output NumPy.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1297B-D02F-4ECA-AE2A-005D992B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6.1; NT 2; KHTN phần PCA.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081E8-CA67-42BC-B689-4BC7C070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6.2 Câu hỏi tự luận, 6.3 Câu hỏi trắc nghiệm.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C3F81-9948-4717-A8B3-F0F184D1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1.7 · 13/13</a:t>
            </a:r>
          </a:p>
        </p:txBody>
      </p:sp>
    </p:spTree>
    <p:extLst>
      <p:ext uri="{BB962C8B-B14F-4D97-AF65-F5344CB8AC3E}">
        <p14:creationId xmlns:p14="http://schemas.microsoft.com/office/powerpoint/2010/main" val="1260828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2026-10-01T09:01:38.8330000Z</dcterms:created>
  <dcterms:modified xsi:type="dcterms:W3CDTF">2026-10-01T09:01:38.8330000Z</dcterms:modified>
</coreProperties>
</file>