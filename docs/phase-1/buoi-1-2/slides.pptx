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a48d28fd34434" /><Relationship Type="http://schemas.openxmlformats.org/officeDocument/2006/relationships/extended-properties" Target="/docProps/app.xml" Id="Re139e1d30e3942bf" /><Relationship Type="http://schemas.openxmlformats.org/officeDocument/2006/relationships/officeDocument" Target="/ppt/presentation.xml" Id="Rda8d19b9e7664d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8a32f686a441f7"/>
  </p:sldMasterIdLst>
  <p:notesMasterIdLst>
    <p:notesMasterId xmlns:r="http://schemas.openxmlformats.org/officeDocument/2006/relationships" r:id="R023bf50c83e34915"/>
  </p:notesMasterIdLst>
  <p:sldIdLst>
    <p:sldId xmlns:r="http://schemas.openxmlformats.org/officeDocument/2006/relationships" id="256" r:id="Rd45ae48a04b543ee"/>
    <p:sldId xmlns:r="http://schemas.openxmlformats.org/officeDocument/2006/relationships" id="257" r:id="Rd9976c3ac35148a0"/>
    <p:sldId xmlns:r="http://schemas.openxmlformats.org/officeDocument/2006/relationships" id="258" r:id="Rce73c9b09893401a"/>
    <p:sldId xmlns:r="http://schemas.openxmlformats.org/officeDocument/2006/relationships" id="259" r:id="R0bc5dfa9c9204ba2"/>
    <p:sldId xmlns:r="http://schemas.openxmlformats.org/officeDocument/2006/relationships" id="260" r:id="R410a854e86934e57"/>
    <p:sldId xmlns:r="http://schemas.openxmlformats.org/officeDocument/2006/relationships" id="261" r:id="R6563f3acdbba4c1e"/>
    <p:sldId xmlns:r="http://schemas.openxmlformats.org/officeDocument/2006/relationships" id="262" r:id="Rfd45905e2b8b4d7f"/>
    <p:sldId xmlns:r="http://schemas.openxmlformats.org/officeDocument/2006/relationships" id="263" r:id="Ra39b40109ead44c2"/>
    <p:sldId xmlns:r="http://schemas.openxmlformats.org/officeDocument/2006/relationships" id="264" r:id="R1d1aa64c5eae47e5"/>
    <p:sldId xmlns:r="http://schemas.openxmlformats.org/officeDocument/2006/relationships" id="265" r:id="Rd1e7777c20a3466b"/>
    <p:sldId xmlns:r="http://schemas.openxmlformats.org/officeDocument/2006/relationships" id="266" r:id="R74b89f8e56cb4c22"/>
    <p:sldId xmlns:r="http://schemas.openxmlformats.org/officeDocument/2006/relationships" id="267" r:id="Rbfc85de5e0e345de"/>
    <p:sldId xmlns:r="http://schemas.openxmlformats.org/officeDocument/2006/relationships" id="268" r:id="R45f871740acb42d3"/>
    <p:sldId xmlns:r="http://schemas.openxmlformats.org/officeDocument/2006/relationships" id="269" r:id="Rf0d9f1a743034519"/>
    <p:sldId xmlns:r="http://schemas.openxmlformats.org/officeDocument/2006/relationships" id="270" r:id="Rb13164af58ef41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aebee4b8e84b7e" /><Relationship Type="http://schemas.openxmlformats.org/officeDocument/2006/relationships/slideMaster" Target="/ppt/slideMasters/slideMaster1.xml" Id="R228a32f686a441f7" /><Relationship Type="http://schemas.openxmlformats.org/officeDocument/2006/relationships/notesMaster" Target="/ppt/notesMasters/notesMaster1.xml" Id="R023bf50c83e34915" /><Relationship Type="http://schemas.openxmlformats.org/officeDocument/2006/relationships/presProps" Target="/ppt/presProps.xml" Id="R7e97b42305b24846" /><Relationship Type="http://schemas.openxmlformats.org/officeDocument/2006/relationships/tableStyles" Target="/ppt/tableStyles.xml" Id="Rca3587598e8845b6" /><Relationship Type="http://schemas.openxmlformats.org/officeDocument/2006/relationships/slide" Target="/ppt/slides/slide1.xml" Id="Rd45ae48a04b543ee" /><Relationship Type="http://schemas.openxmlformats.org/officeDocument/2006/relationships/slide" Target="/ppt/slides/slide2.xml" Id="Rd9976c3ac35148a0" /><Relationship Type="http://schemas.openxmlformats.org/officeDocument/2006/relationships/slide" Target="/ppt/slides/slide3.xml" Id="Rce73c9b09893401a" /><Relationship Type="http://schemas.openxmlformats.org/officeDocument/2006/relationships/slide" Target="/ppt/slides/slide4.xml" Id="R0bc5dfa9c9204ba2" /><Relationship Type="http://schemas.openxmlformats.org/officeDocument/2006/relationships/slide" Target="/ppt/slides/slide5.xml" Id="R410a854e86934e57" /><Relationship Type="http://schemas.openxmlformats.org/officeDocument/2006/relationships/slide" Target="/ppt/slides/slide6.xml" Id="R6563f3acdbba4c1e" /><Relationship Type="http://schemas.openxmlformats.org/officeDocument/2006/relationships/slide" Target="/ppt/slides/slide7.xml" Id="Rfd45905e2b8b4d7f" /><Relationship Type="http://schemas.openxmlformats.org/officeDocument/2006/relationships/slide" Target="/ppt/slides/slide8.xml" Id="Ra39b40109ead44c2" /><Relationship Type="http://schemas.openxmlformats.org/officeDocument/2006/relationships/slide" Target="/ppt/slides/slide9.xml" Id="R1d1aa64c5eae47e5" /><Relationship Type="http://schemas.openxmlformats.org/officeDocument/2006/relationships/slide" Target="/ppt/slides/slide10.xml" Id="Rd1e7777c20a3466b" /><Relationship Type="http://schemas.openxmlformats.org/officeDocument/2006/relationships/slide" Target="/ppt/slides/slide11.xml" Id="R74b89f8e56cb4c22" /><Relationship Type="http://schemas.openxmlformats.org/officeDocument/2006/relationships/slide" Target="/ppt/slides/slide12.xml" Id="Rbfc85de5e0e345de" /><Relationship Type="http://schemas.openxmlformats.org/officeDocument/2006/relationships/slide" Target="/ppt/slides/slide13.xml" Id="R45f871740acb42d3" /><Relationship Type="http://schemas.openxmlformats.org/officeDocument/2006/relationships/slide" Target="/ppt/slides/slide14.xml" Id="Rf0d9f1a743034519" /><Relationship Type="http://schemas.openxmlformats.org/officeDocument/2006/relationships/slide" Target="/ppt/slides/slide15.xml" Id="Rb13164af58ef41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260edb66c04f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8958e71c240cd" /><Relationship Type="http://schemas.openxmlformats.org/officeDocument/2006/relationships/notesMaster" Target="/ppt/notesMasters/notesMaster1.xml" Id="R74fd2328212a4a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4d440bff5440b" /><Relationship Type="http://schemas.openxmlformats.org/officeDocument/2006/relationships/notesMaster" Target="/ppt/notesMasters/notesMaster1.xml" Id="Rfe3197830f76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14351db1424576" /><Relationship Type="http://schemas.openxmlformats.org/officeDocument/2006/relationships/notesMaster" Target="/ppt/notesMasters/notesMaster1.xml" Id="Rfd5c325398844f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45978b04014b0e" /><Relationship Type="http://schemas.openxmlformats.org/officeDocument/2006/relationships/notesMaster" Target="/ppt/notesMasters/notesMaster1.xml" Id="Ra0b2ba09b2bd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142ecaee154dc9" /><Relationship Type="http://schemas.openxmlformats.org/officeDocument/2006/relationships/notesMaster" Target="/ppt/notesMasters/notesMaster1.xml" Id="R3af5485544c74a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faf96f9f7480c" /><Relationship Type="http://schemas.openxmlformats.org/officeDocument/2006/relationships/notesMaster" Target="/ppt/notesMasters/notesMaster1.xml" Id="Rea80961ee17148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e272c5482943d6" /><Relationship Type="http://schemas.openxmlformats.org/officeDocument/2006/relationships/notesMaster" Target="/ppt/notesMasters/notesMaster1.xml" Id="Rd576e5defb9445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90c721c8024cb6" /><Relationship Type="http://schemas.openxmlformats.org/officeDocument/2006/relationships/notesMaster" Target="/ppt/notesMasters/notesMaster1.xml" Id="R67b9adf6096245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e6e52c6cb1451b" /><Relationship Type="http://schemas.openxmlformats.org/officeDocument/2006/relationships/notesMaster" Target="/ppt/notesMasters/notesMaster1.xml" Id="R275f3bd88a8a4c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3c76875d1f4828" /><Relationship Type="http://schemas.openxmlformats.org/officeDocument/2006/relationships/notesMaster" Target="/ppt/notesMasters/notesMaster1.xml" Id="R1e1bb8df9dda46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55f28df7d4561" /><Relationship Type="http://schemas.openxmlformats.org/officeDocument/2006/relationships/notesMaster" Target="/ppt/notesMasters/notesMaster1.xml" Id="R6889276d90484f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0222c2118647d0" /><Relationship Type="http://schemas.openxmlformats.org/officeDocument/2006/relationships/notesMaster" Target="/ppt/notesMasters/notesMaster1.xml" Id="R8dfb8c38020a4f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14df747ad74515" /><Relationship Type="http://schemas.openxmlformats.org/officeDocument/2006/relationships/notesMaster" Target="/ppt/notesMasters/notesMaster1.xml" Id="R43cca34307a241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90fd7f6d7d40e2" /><Relationship Type="http://schemas.openxmlformats.org/officeDocument/2006/relationships/notesMaster" Target="/ppt/notesMasters/notesMaster1.xml" Id="R47496bb0d2394f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68eb3d20cd491c" /><Relationship Type="http://schemas.openxmlformats.org/officeDocument/2006/relationships/notesMaster" Target="/ppt/notesMasters/notesMaster1.xml" Id="R1f984d0842c74a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Slide buổi 1, trang 3–13; KHTN 3.4.. Chạy notebook generalization được slide trang 10 dẫn tới; NT 9.5 yêu cầu so metric train/test.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[0.10000000000000009,0.4]</a:t>
            </a:r>
          </a:p>
          <a:p xmlns:a="http://schemas.openxmlformats.org/drawingml/2006/main">
            <a:r>
              <a:t>Tham khảo: Slide buổi 1, trang 3–13; KHTN 3.4.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2</a:t>
            </a:r>
          </a:p>
          <a:p xmlns:a="http://schemas.openxmlformats.org/drawingml/2006/main">
            <a:r>
              <a:t>Tham khảo: Slide buổi 1, trang 3–13; KHTN 3.4.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1.2: Generalization, underfitting và overfitting</a:t>
            </a:r>
          </a:p>
          <a:p xmlns:a="http://schemas.openxmlformats.org/drawingml/2006/main">
            <a:r>
              <a:t>Nguồn giáo trình: Slide buổi 1, trang 3–13; KHTN 3.4.</a:t>
            </a:r>
          </a:p>
          <a:p xmlns:a="http://schemas.openxmlformats.org/drawingml/2006/main">
            <a:r>
              <a:t>Bài tiếp theo trong nguồn: Chạy notebook generalization được slide trang 10 dẫn tới; NT 9.5 yêu cầu so metric train/test.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b9e68ef284f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0e842d41f4a10" /><Relationship Type="http://schemas.openxmlformats.org/officeDocument/2006/relationships/slideLayout" Target="/ppt/slideLayouts/slideLayout1.xml" Id="R6e745fa48b9347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745fa48b9347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5def878f64674" /><Relationship Type="http://schemas.openxmlformats.org/officeDocument/2006/relationships/notesSlide" Target="/ppt/notesSlides/notesSlide1.xml" Id="R7a38ec8f994945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42b6a22b24b57" /><Relationship Type="http://schemas.openxmlformats.org/officeDocument/2006/relationships/notesSlide" Target="/ppt/notesSlides/notesSlide2.xml" Id="Rd090c3997a86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e7a2523db4f4d" /><Relationship Type="http://schemas.openxmlformats.org/officeDocument/2006/relationships/notesSlide" Target="/ppt/notesSlides/notesSlide3.xml" Id="Recef4f979a0d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4c9fb8b3c4239" /><Relationship Type="http://schemas.openxmlformats.org/officeDocument/2006/relationships/notesSlide" Target="/ppt/notesSlides/notesSlide4.xml" Id="Rc878d81d4847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4d34eb8054b68" /><Relationship Type="http://schemas.openxmlformats.org/officeDocument/2006/relationships/chart" Target="/ppt/slides/charts/chart1.xml" Id="Rc61641bc1b7a4f10" /><Relationship Type="http://schemas.openxmlformats.org/officeDocument/2006/relationships/notesSlide" Target="/ppt/notesSlides/notesSlide5.xml" Id="Rbf409c7f53b44f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a9fd3af9544bf" /><Relationship Type="http://schemas.openxmlformats.org/officeDocument/2006/relationships/notesSlide" Target="/ppt/notesSlides/notesSlide6.xml" Id="R7f78914ba5714b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4bad45fd64ae2" /><Relationship Type="http://schemas.openxmlformats.org/officeDocument/2006/relationships/notesSlide" Target="/ppt/notesSlides/notesSlide7.xml" Id="Ra732e5c5dbe04b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7f2450ffc47cb" /><Relationship Type="http://schemas.openxmlformats.org/officeDocument/2006/relationships/notesSlide" Target="/ppt/notesSlides/notesSlide8.xml" Id="R2c1a165aa2a7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c4fa6290747c7" /><Relationship Type="http://schemas.openxmlformats.org/officeDocument/2006/relationships/notesSlide" Target="/ppt/notesSlides/notesSlide9.xml" Id="R6c7f9f923f9947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edc579eb1405f" /><Relationship Type="http://schemas.openxmlformats.org/officeDocument/2006/relationships/notesSlide" Target="/ppt/notesSlides/notesSlide10.xml" Id="R77259e170a4b4e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be1cba6ff4a39" /><Relationship Type="http://schemas.openxmlformats.org/officeDocument/2006/relationships/notesSlide" Target="/ppt/notesSlides/notesSlide11.xml" Id="Rff0ceb137abf4e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38fe77d224e7f" /><Relationship Type="http://schemas.openxmlformats.org/officeDocument/2006/relationships/notesSlide" Target="/ppt/notesSlides/notesSlide12.xml" Id="Rddf6ba8be0cd48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55c2609fd4ac8" /><Relationship Type="http://schemas.openxmlformats.org/officeDocument/2006/relationships/notesSlide" Target="/ppt/notesSlides/notesSlide13.xml" Id="R4e27da28abf249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6dc16f1c84d38" /><Relationship Type="http://schemas.openxmlformats.org/officeDocument/2006/relationships/notesSlide" Target="/ppt/notesSlides/notesSlide14.xml" Id="Rab9a27f8f6ae41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5dd6e40ec43c0" /><Relationship Type="http://schemas.openxmlformats.org/officeDocument/2006/relationships/notesSlide" Target="/ppt/notesSlides/notesSlide15.xml" Id="R06a46a82bb3f48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</c:v>
          </c:tx>
          <c:spPr>
            <a:solidFill xmlns:a="http://schemas.openxmlformats.org/drawingml/2006/main">
              <a:srgbClr val="153A4D"/>
            </a:solidFill>
          </c:spPr>
          <c:cat>
            <c:strRef>
              <c:f>'Chart Data'!$A$2:$A$5</c:f>
              <c:strCache>
                <c:ptCount val="4"/>
                <c:pt idx="0">
                  <c:v>depth1</c:v>
                </c:pt>
                <c:pt idx="1">
                  <c:v>depth3</c:v>
                </c:pt>
                <c:pt idx="2">
                  <c:v>depth10</c:v>
                </c:pt>
                <c:pt idx="3">
                  <c:v>depthNone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82.69</c:v>
                </c:pt>
                <c:pt idx="1">
                  <c:v>90.38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0B779D"/>
            </a:solidFill>
          </c:spPr>
          <c:cat>
            <c:strRef>
              <c:f>'Chart Data'!$C$2:$C$5</c:f>
              <c:strCache>
                <c:ptCount val="4"/>
                <c:pt idx="0">
                  <c:v>depth1</c:v>
                </c:pt>
                <c:pt idx="1">
                  <c:v>depth3</c:v>
                </c:pt>
                <c:pt idx="2">
                  <c:v>depth10</c:v>
                </c:pt>
                <c:pt idx="3">
                  <c:v>depthNone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78.57</c:v>
                </c:pt>
                <c:pt idx="1">
                  <c:v>85.71</c:v>
                </c:pt>
                <c:pt idx="2">
                  <c:v>75</c:v>
                </c:pt>
                <c:pt idx="3">
                  <c:v>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89C2C-CC5A-4242-A427-C75996BB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1.2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72890-ED86-4539-9B30-0F298FA4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Generalization, underfitting và overfitting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3B71F-9025-4611-90D8-2A4E3D6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Train100% có phải chắc chắn thi tốt hơn train90%?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FF8D5-B62E-4F21-9BCB-CB6530BE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1/15</a:t>
            </a:r>
          </a:p>
        </p:txBody>
      </p:sp>
    </p:spTree>
    <p:extLst>
      <p:ext uri="{BB962C8B-B14F-4D97-AF65-F5344CB8AC3E}">
        <p14:creationId xmlns:p14="http://schemas.microsoft.com/office/powerpoint/2010/main" val="2081600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C6C9C-4834-4024-B537-8C4258E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DE717-C0C7-4BA8-ABCE-7DFEA042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Generalization là hiệu quả trên mẫu mới của mục tiêu thực tế.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426C2-0D6E-4BF8-BA92-96CB5622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Underfit: chưa học đủ quan hệ; overfit: học cả chi tiết/noise của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E8388-1838-48CD-A93D-EA2D1287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So capacity trên cùng split và metric; một split nhỏ có thể nhiễu.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3AF41-F010-4707-921B-259882E6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gap = train_score - validation_score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33A3C-BE2C-41D1-A1F8-698E6F3A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2/15</a:t>
            </a:r>
          </a:p>
        </p:txBody>
      </p:sp>
    </p:spTree>
    <p:extLst>
      <p:ext uri="{BB962C8B-B14F-4D97-AF65-F5344CB8AC3E}">
        <p14:creationId xmlns:p14="http://schemas.microsoft.com/office/powerpoint/2010/main" val="1944444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0E61D-F066-4F63-A4D4-F8F9D8B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[0.7,0.6]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A6A45-0F09-4A6E-83A0-7B1E715D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3/15</a:t>
            </a:r>
          </a:p>
        </p:txBody>
      </p:sp>
    </p:spTree>
    <p:extLst>
      <p:ext uri="{BB962C8B-B14F-4D97-AF65-F5344CB8AC3E}">
        <p14:creationId xmlns:p14="http://schemas.microsoft.com/office/powerpoint/2010/main" val="1219586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D8635-7CDB-4DB0-B9EE-AD193ADE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D193-A7E1-4DCC-97C5-8CAB71B7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0.1,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0.4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34283-D424-4AF8-B279-13D125E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4/15</a:t>
            </a:r>
          </a:p>
        </p:txBody>
      </p:sp>
    </p:spTree>
    <p:extLst>
      <p:ext uri="{BB962C8B-B14F-4D97-AF65-F5344CB8AC3E}">
        <p14:creationId xmlns:p14="http://schemas.microsoft.com/office/powerpoint/2010/main" val="317947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70D6B-A6B3-46D6-AA94-D45635D7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Cùng split: train và validation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571625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1641bc1b7a4f10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36DAD-5D53-430D-9633-662BC48D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Đơn vị: % accuracy · Cùng split 80 mẫu của code; không là benchmark tổng quát.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7F3B5-32BE-4910-860E-2A4329B7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5/15</a:t>
            </a:r>
          </a:p>
        </p:txBody>
      </p:sp>
    </p:spTree>
    <p:extLst>
      <p:ext uri="{BB962C8B-B14F-4D97-AF65-F5344CB8AC3E}">
        <p14:creationId xmlns:p14="http://schemas.microsoft.com/office/powerpoint/2010/main" val="20728865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1B09D-EF94-4011-8884-E99E9EA5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02C7D-3BF6-442E-BC48-7765CB2A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make_moons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sklearn.tree import DecisionTreeClassifier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Cùng dữ liệu và split như ví dụ của thầy; đây là dữ liệu tổng hợp.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make_moons(n_samples=80, noise=0.35, 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Xtr,Xva,ytr,yva = train_test_split(X,y,test_size=0.35,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                       stratify=y,random_state=27)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print("depth | train_accuracy | valid_accuracy")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results = []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depth in [1,3,10,None]: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 = DecisionTreeClassifier(max_depth=depth,random_state=42)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model.fit(Xtr,ytr)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train_score = model.score(Xtr,ytr)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valid_score = model.score(Xva,yva)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B76CE-E02F-41CF-8017-723008D8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4B8D9-0094-415E-AF21-7192095F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1.2 · 6/15</a:t>
            </a:r>
          </a:p>
        </p:txBody>
      </p:sp>
    </p:spTree>
    <p:extLst>
      <p:ext uri="{BB962C8B-B14F-4D97-AF65-F5344CB8AC3E}">
        <p14:creationId xmlns:p14="http://schemas.microsoft.com/office/powerpoint/2010/main" val="17963407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06C02-0CD6-4A58-9E4E-B920008A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18386-6275-459C-9F43-5B0C397B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results.append([str(depth),train_score,valid_score])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print(depth, round(train_score,4), round(valid_score,4))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len(Xtr)==52 and len(Xva)==28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30DAB-1A55-420A-9EE8-82638F5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3F7AD-15A3-49CA-A5C2-A0F6A418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1.2 · 7/15</a:t>
            </a:r>
          </a:p>
        </p:txBody>
      </p:sp>
    </p:spTree>
    <p:extLst>
      <p:ext uri="{BB962C8B-B14F-4D97-AF65-F5344CB8AC3E}">
        <p14:creationId xmlns:p14="http://schemas.microsoft.com/office/powerpoint/2010/main" val="705240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4827D-3FB7-452F-BAF3-78EF96FE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F10EC-02F1-48FF-997D-6EE6E37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depth | train_accuracy | valid_accuracy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1 0.8269 0.7857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3 0.9038 0.8571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10 1.0 0.75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None 1.0 0.75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55770-EBA3-4755-8CE3-88707CFC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8/15</a:t>
            </a:r>
          </a:p>
        </p:txBody>
      </p:sp>
    </p:spTree>
    <p:extLst>
      <p:ext uri="{BB962C8B-B14F-4D97-AF65-F5344CB8AC3E}">
        <p14:creationId xmlns:p14="http://schemas.microsoft.com/office/powerpoint/2010/main" val="1185914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B6DD2-7979-4264-B41D-0B0D4F6A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7792F-A715-44C1-A66C-A4FF766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Gap là dấu hiệu; không dùng một ngưỡng gap cố định để kết luận mọi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18B31-DF12-42FD-8957-41607F5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Chọn depth từ validation của demo, sau đó giải thích vì sao không chọn bằng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42AC3-E110-4973-899A-6C4AE59C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9/15</a:t>
            </a:r>
          </a:p>
        </p:txBody>
      </p:sp>
    </p:spTree>
    <p:extLst>
      <p:ext uri="{BB962C8B-B14F-4D97-AF65-F5344CB8AC3E}">
        <p14:creationId xmlns:p14="http://schemas.microsoft.com/office/powerpoint/2010/main" val="706692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E2F04-2292-4150-9914-DA92C030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B519C-8931-4B54-A0AF-037E1E73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train_score-valid_score cho mỗi model, không tự gán overfit chỉ từ gap.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[0.8,1]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[0.7,0.6]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771B7-C150-4EB1-83C9-9D986320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10/15</a:t>
            </a:r>
          </a:p>
        </p:txBody>
      </p:sp>
    </p:spTree>
    <p:extLst>
      <p:ext uri="{BB962C8B-B14F-4D97-AF65-F5344CB8AC3E}">
        <p14:creationId xmlns:p14="http://schemas.microsoft.com/office/powerpoint/2010/main" val="14188545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FF5F7-715A-4492-8CF4-1C6D2DC9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8017F-B3AE-4DB4-933A-100B88B7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Chọn record có valid_score cao nhất; hòa chọn id nhỏ nhất. Không dùng train_score.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train_score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valid_score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B0B2A-94EA-488A-ABA7-84ECCD91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11/15</a:t>
            </a:r>
          </a:p>
        </p:txBody>
      </p:sp>
    </p:spTree>
    <p:extLst>
      <p:ext uri="{BB962C8B-B14F-4D97-AF65-F5344CB8AC3E}">
        <p14:creationId xmlns:p14="http://schemas.microsoft.com/office/powerpoint/2010/main" val="1906625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55CF9-EF4A-4EA6-8B56-FFD9161D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C501A-AC2F-44F0-B18E-999A5528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train_score-valid_score cho mỗi model, không tự gán overfit chỉ từ gap.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B1851-8159-42F4-AC47-A9547B4D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train/valid: list score cùng chiều dài.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0B880-6638-4F42-971E-B35EBA9C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07180-9B03-4E8B-AA1B-F555C69A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12/15</a:t>
            </a:r>
          </a:p>
        </p:txBody>
      </p:sp>
    </p:spTree>
    <p:extLst>
      <p:ext uri="{BB962C8B-B14F-4D97-AF65-F5344CB8AC3E}">
        <p14:creationId xmlns:p14="http://schemas.microsoft.com/office/powerpoint/2010/main" val="7129805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BDCE1-9901-47DB-820F-F134B64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6ADF9-D090-4BEF-9264-12C57FE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Chọn record có valid_score cao nhất; hòa chọn id nhỏ nhất. Không dùng train_score.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D4765-88F5-4D7F-9BDB-D81325F4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models: {id, train_score, valid_score},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84D87-7A10-4A64-B47A-37F47B59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2955C-6132-44A3-ADA0-CEE8D9B7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13/15</a:t>
            </a:r>
          </a:p>
        </p:txBody>
      </p:sp>
    </p:spTree>
    <p:extLst>
      <p:ext uri="{BB962C8B-B14F-4D97-AF65-F5344CB8AC3E}">
        <p14:creationId xmlns:p14="http://schemas.microsoft.com/office/powerpoint/2010/main" val="20840092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9B8BB-9A73-4414-8675-C8BC8F75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88697-B1B1-4FF0-BA87-6C3C1A43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Mean CV score cho mỗi model; chọn mean lớn nhất, tie id nhỏ.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24091-34EB-48DA-B9C0-770ECEF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trials:{id, scores: list score}, không rỗng.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E86BE-8C4E-4AF7-906B-8267FFDD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BTVN_03.txt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7019D-CB59-437D-89C7-234BA04A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14/15</a:t>
            </a:r>
          </a:p>
        </p:txBody>
      </p:sp>
    </p:spTree>
    <p:extLst>
      <p:ext uri="{BB962C8B-B14F-4D97-AF65-F5344CB8AC3E}">
        <p14:creationId xmlns:p14="http://schemas.microsoft.com/office/powerpoint/2010/main" val="14588702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7FF93-8AD4-4A3A-B4DC-7EB6BF88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80BB7-AB35-48D8-856B-77C513C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Chọn depth từ validation của demo, sau đó giải thích vì sao không chọn bằng train.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0A8EF-6B85-4506-9E42-31061343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Slide buổi 1, trang 3–13; KHTN 3.4.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F6DF8-B022-43B9-90D6-45C73488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Chạy notebook generalization được slide trang 10 dẫn tới; NT 9.5 yêu cầu so metric train/test.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02E88-D01C-4A3B-9855-C960313E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1.2 · 15/15</a:t>
            </a:r>
          </a:p>
        </p:txBody>
      </p:sp>
    </p:spTree>
    <p:extLst>
      <p:ext uri="{BB962C8B-B14F-4D97-AF65-F5344CB8AC3E}">
        <p14:creationId xmlns:p14="http://schemas.microsoft.com/office/powerpoint/2010/main" val="170186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2026-10-01T09:00:28.0530000Z</dcterms:created>
  <dcterms:modified xsi:type="dcterms:W3CDTF">2026-10-01T09:00:28.0540000Z</dcterms:modified>
</coreProperties>
</file>