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c05275454b4106" /><Relationship Type="http://schemas.openxmlformats.org/officeDocument/2006/relationships/extended-properties" Target="/docProps/app.xml" Id="R0a57c000ad474936" /><Relationship Type="http://schemas.openxmlformats.org/officeDocument/2006/relationships/officeDocument" Target="/ppt/presentation.xml" Id="R70d95c4a342c4d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6f971e1189426b"/>
  </p:sldMasterIdLst>
  <p:notesMasterIdLst>
    <p:notesMasterId xmlns:r="http://schemas.openxmlformats.org/officeDocument/2006/relationships" r:id="R1044e5ae45734b6f"/>
  </p:notesMasterIdLst>
  <p:sldIdLst>
    <p:sldId xmlns:r="http://schemas.openxmlformats.org/officeDocument/2006/relationships" id="256" r:id="Red5a258c2f3c4d8d"/>
    <p:sldId xmlns:r="http://schemas.openxmlformats.org/officeDocument/2006/relationships" id="257" r:id="Rd2a4b6dc8e0547b2"/>
    <p:sldId xmlns:r="http://schemas.openxmlformats.org/officeDocument/2006/relationships" id="258" r:id="Rde97c88e1157419d"/>
    <p:sldId xmlns:r="http://schemas.openxmlformats.org/officeDocument/2006/relationships" id="259" r:id="R81575d3f003e4460"/>
    <p:sldId xmlns:r="http://schemas.openxmlformats.org/officeDocument/2006/relationships" id="260" r:id="R71a06f9a632743d7"/>
    <p:sldId xmlns:r="http://schemas.openxmlformats.org/officeDocument/2006/relationships" id="261" r:id="Rfc6356c82120471c"/>
    <p:sldId xmlns:r="http://schemas.openxmlformats.org/officeDocument/2006/relationships" id="262" r:id="Rb5db222ec5a0419d"/>
    <p:sldId xmlns:r="http://schemas.openxmlformats.org/officeDocument/2006/relationships" id="263" r:id="Red8e9e2a8563412f"/>
    <p:sldId xmlns:r="http://schemas.openxmlformats.org/officeDocument/2006/relationships" id="264" r:id="Rfb602a4d11414cf1"/>
    <p:sldId xmlns:r="http://schemas.openxmlformats.org/officeDocument/2006/relationships" id="265" r:id="R92e9920327254422"/>
    <p:sldId xmlns:r="http://schemas.openxmlformats.org/officeDocument/2006/relationships" id="266" r:id="R1be75a096ca54332"/>
    <p:sldId xmlns:r="http://schemas.openxmlformats.org/officeDocument/2006/relationships" id="267" r:id="R0130ffd5b4e7497c"/>
    <p:sldId xmlns:r="http://schemas.openxmlformats.org/officeDocument/2006/relationships" id="268" r:id="R5f5b3c9b9ff643c9"/>
    <p:sldId xmlns:r="http://schemas.openxmlformats.org/officeDocument/2006/relationships" id="269" r:id="R0459347ecc054bfe"/>
    <p:sldId xmlns:r="http://schemas.openxmlformats.org/officeDocument/2006/relationships" id="270" r:id="R29e1e999e6d54f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d9a663439740dd" /><Relationship Type="http://schemas.openxmlformats.org/officeDocument/2006/relationships/slideMaster" Target="/ppt/slideMasters/slideMaster1.xml" Id="R186f971e1189426b" /><Relationship Type="http://schemas.openxmlformats.org/officeDocument/2006/relationships/notesMaster" Target="/ppt/notesMasters/notesMaster1.xml" Id="R1044e5ae45734b6f" /><Relationship Type="http://schemas.openxmlformats.org/officeDocument/2006/relationships/presProps" Target="/ppt/presProps.xml" Id="R9ba942c5797a4c83" /><Relationship Type="http://schemas.openxmlformats.org/officeDocument/2006/relationships/tableStyles" Target="/ppt/tableStyles.xml" Id="R45ab9106250b4c49" /><Relationship Type="http://schemas.openxmlformats.org/officeDocument/2006/relationships/slide" Target="/ppt/slides/slide1.xml" Id="Red5a258c2f3c4d8d" /><Relationship Type="http://schemas.openxmlformats.org/officeDocument/2006/relationships/slide" Target="/ppt/slides/slide2.xml" Id="Rd2a4b6dc8e0547b2" /><Relationship Type="http://schemas.openxmlformats.org/officeDocument/2006/relationships/slide" Target="/ppt/slides/slide3.xml" Id="Rde97c88e1157419d" /><Relationship Type="http://schemas.openxmlformats.org/officeDocument/2006/relationships/slide" Target="/ppt/slides/slide4.xml" Id="R81575d3f003e4460" /><Relationship Type="http://schemas.openxmlformats.org/officeDocument/2006/relationships/slide" Target="/ppt/slides/slide5.xml" Id="R71a06f9a632743d7" /><Relationship Type="http://schemas.openxmlformats.org/officeDocument/2006/relationships/slide" Target="/ppt/slides/slide6.xml" Id="Rfc6356c82120471c" /><Relationship Type="http://schemas.openxmlformats.org/officeDocument/2006/relationships/slide" Target="/ppt/slides/slide7.xml" Id="Rb5db222ec5a0419d" /><Relationship Type="http://schemas.openxmlformats.org/officeDocument/2006/relationships/slide" Target="/ppt/slides/slide8.xml" Id="Red8e9e2a8563412f" /><Relationship Type="http://schemas.openxmlformats.org/officeDocument/2006/relationships/slide" Target="/ppt/slides/slide9.xml" Id="Rfb602a4d11414cf1" /><Relationship Type="http://schemas.openxmlformats.org/officeDocument/2006/relationships/slide" Target="/ppt/slides/slide10.xml" Id="R92e9920327254422" /><Relationship Type="http://schemas.openxmlformats.org/officeDocument/2006/relationships/slide" Target="/ppt/slides/slide11.xml" Id="R1be75a096ca54332" /><Relationship Type="http://schemas.openxmlformats.org/officeDocument/2006/relationships/slide" Target="/ppt/slides/slide12.xml" Id="R0130ffd5b4e7497c" /><Relationship Type="http://schemas.openxmlformats.org/officeDocument/2006/relationships/slide" Target="/ppt/slides/slide13.xml" Id="R5f5b3c9b9ff643c9" /><Relationship Type="http://schemas.openxmlformats.org/officeDocument/2006/relationships/slide" Target="/ppt/slides/slide14.xml" Id="R0459347ecc054bfe" /><Relationship Type="http://schemas.openxmlformats.org/officeDocument/2006/relationships/slide" Target="/ppt/slides/slide15.xml" Id="R29e1e999e6d54f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f3172151054f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fc6baca6974e75" /><Relationship Type="http://schemas.openxmlformats.org/officeDocument/2006/relationships/notesMaster" Target="/ppt/notesMasters/notesMaster1.xml" Id="Rb337096d7cb1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e97c6eb4564acd" /><Relationship Type="http://schemas.openxmlformats.org/officeDocument/2006/relationships/notesMaster" Target="/ppt/notesMasters/notesMaster1.xml" Id="Rc498ffd3802c46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b617f21d7a471a" /><Relationship Type="http://schemas.openxmlformats.org/officeDocument/2006/relationships/notesMaster" Target="/ppt/notesMasters/notesMaster1.xml" Id="R0681d7a823ff47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d267f6f8e84659" /><Relationship Type="http://schemas.openxmlformats.org/officeDocument/2006/relationships/notesMaster" Target="/ppt/notesMasters/notesMaster1.xml" Id="R25faeaa01c2446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78278103cd45fa" /><Relationship Type="http://schemas.openxmlformats.org/officeDocument/2006/relationships/notesMaster" Target="/ppt/notesMasters/notesMaster1.xml" Id="Rb50a11e3169e44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11f18900bf4574" /><Relationship Type="http://schemas.openxmlformats.org/officeDocument/2006/relationships/notesMaster" Target="/ppt/notesMasters/notesMaster1.xml" Id="Ra3dd7ea213b445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9580d0317f4010" /><Relationship Type="http://schemas.openxmlformats.org/officeDocument/2006/relationships/notesMaster" Target="/ppt/notesMasters/notesMaster1.xml" Id="R0781370890ce42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b26543ac734065" /><Relationship Type="http://schemas.openxmlformats.org/officeDocument/2006/relationships/notesMaster" Target="/ppt/notesMasters/notesMaster1.xml" Id="Rc3f301cf331646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67036f76cd44e2" /><Relationship Type="http://schemas.openxmlformats.org/officeDocument/2006/relationships/notesMaster" Target="/ppt/notesMasters/notesMaster1.xml" Id="R87c88b9c5dc341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8bd55dc5274b05" /><Relationship Type="http://schemas.openxmlformats.org/officeDocument/2006/relationships/notesMaster" Target="/ppt/notesMasters/notesMaster1.xml" Id="R33d17a18a75e4e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845ef7fa274aee" /><Relationship Type="http://schemas.openxmlformats.org/officeDocument/2006/relationships/notesMaster" Target="/ppt/notesMasters/notesMaster1.xml" Id="Rb9d2c6efde644d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1800797969426d" /><Relationship Type="http://schemas.openxmlformats.org/officeDocument/2006/relationships/notesMaster" Target="/ppt/notesMasters/notesMaster1.xml" Id="Rdedad6b5930449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3217df3aa54332" /><Relationship Type="http://schemas.openxmlformats.org/officeDocument/2006/relationships/notesMaster" Target="/ppt/notesMasters/notesMaster1.xml" Id="R5078fa79452e48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fdf8821d2d42cf" /><Relationship Type="http://schemas.openxmlformats.org/officeDocument/2006/relationships/notesMaster" Target="/ppt/notesMasters/notesMaster1.xml" Id="Rd2728b7190b240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0a1efbb2fe4c70" /><Relationship Type="http://schemas.openxmlformats.org/officeDocument/2006/relationships/notesMaster" Target="/ppt/notesMasters/notesMaster1.xml" Id="R4222d6e30c6549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Slide buổi 1, trang 3–13; KHTN 3.4.. Chạy notebook generalization được slide trang 10 dẫn tới; NT 9.5 yêu cầu so metric train/test.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[0.10000000000000009,0.4]</a:t>
            </a:r>
          </a:p>
          <a:p xmlns:a="http://schemas.openxmlformats.org/drawingml/2006/main">
            <a:r>
              <a:t>Tham khảo: Slide buổi 1, trang 3–13; KHTN 3.4.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2</a:t>
            </a:r>
          </a:p>
          <a:p xmlns:a="http://schemas.openxmlformats.org/drawingml/2006/main">
            <a:r>
              <a:t>Tham khảo: Slide buổi 1, trang 3–13; KHTN 3.4.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762fbd01249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9c9171fdf64fae" /><Relationship Type="http://schemas.openxmlformats.org/officeDocument/2006/relationships/slideLayout" Target="/ppt/slideLayouts/slideLayout1.xml" Id="R5231d021350047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31d021350047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5b93db4b74844" /><Relationship Type="http://schemas.openxmlformats.org/officeDocument/2006/relationships/notesSlide" Target="/ppt/notesSlides/notesSlide1.xml" Id="Rf8f0546058434a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41d386740468a" /><Relationship Type="http://schemas.openxmlformats.org/officeDocument/2006/relationships/notesSlide" Target="/ppt/notesSlides/notesSlide2.xml" Id="R6669d6dad75a41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d5b636952425e" /><Relationship Type="http://schemas.openxmlformats.org/officeDocument/2006/relationships/notesSlide" Target="/ppt/notesSlides/notesSlide3.xml" Id="R02e86ce0955441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683fdcd08481e" /><Relationship Type="http://schemas.openxmlformats.org/officeDocument/2006/relationships/notesSlide" Target="/ppt/notesSlides/notesSlide4.xml" Id="R032c76365b944f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af7fedcde47ac" /><Relationship Type="http://schemas.openxmlformats.org/officeDocument/2006/relationships/chart" Target="/ppt/slides/charts/chart1.xml" Id="R271115dbde5b4ee8" /><Relationship Type="http://schemas.openxmlformats.org/officeDocument/2006/relationships/notesSlide" Target="/ppt/notesSlides/notesSlide5.xml" Id="R6cc7c51696c546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ef525450a4f30" /><Relationship Type="http://schemas.openxmlformats.org/officeDocument/2006/relationships/notesSlide" Target="/ppt/notesSlides/notesSlide6.xml" Id="Ra9b8c645db1747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61432fead4efb" /><Relationship Type="http://schemas.openxmlformats.org/officeDocument/2006/relationships/notesSlide" Target="/ppt/notesSlides/notesSlide7.xml" Id="R6d27de3ff1f54f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b4da833964e79" /><Relationship Type="http://schemas.openxmlformats.org/officeDocument/2006/relationships/notesSlide" Target="/ppt/notesSlides/notesSlide8.xml" Id="R42e83102dfd341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d29982eea4ca4" /><Relationship Type="http://schemas.openxmlformats.org/officeDocument/2006/relationships/notesSlide" Target="/ppt/notesSlides/notesSlide9.xml" Id="Rd4bc29b86ec541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635f065294be0" /><Relationship Type="http://schemas.openxmlformats.org/officeDocument/2006/relationships/notesSlide" Target="/ppt/notesSlides/notesSlide10.xml" Id="Rf400dfe6b61648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a8716c2b4476c" /><Relationship Type="http://schemas.openxmlformats.org/officeDocument/2006/relationships/notesSlide" Target="/ppt/notesSlides/notesSlide11.xml" Id="R78b860cd1f3f4e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81e90323c47fd" /><Relationship Type="http://schemas.openxmlformats.org/officeDocument/2006/relationships/notesSlide" Target="/ppt/notesSlides/notesSlide12.xml" Id="R71a53285f1de45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789965aa04c1d" /><Relationship Type="http://schemas.openxmlformats.org/officeDocument/2006/relationships/notesSlide" Target="/ppt/notesSlides/notesSlide13.xml" Id="R4813fdc8606743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02a5adb2c42a6" /><Relationship Type="http://schemas.openxmlformats.org/officeDocument/2006/relationships/notesSlide" Target="/ppt/notesSlides/notesSlide14.xml" Id="R57dfe88e4b764f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0f63d588a4991" /><Relationship Type="http://schemas.openxmlformats.org/officeDocument/2006/relationships/notesSlide" Target="/ppt/notesSlides/notesSlide15.xml" Id="R492471ae74df413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</c:v>
          </c:tx>
          <c:spPr>
            <a:solidFill xmlns:a="http://schemas.openxmlformats.org/drawingml/2006/main">
              <a:srgbClr val="153A4D"/>
            </a:solidFill>
          </c:spPr>
          <c:cat>
            <c:strRef>
              <c:f>'Chart Data'!$A$2:$A$5</c:f>
              <c:strCache>
                <c:ptCount val="4"/>
                <c:pt idx="0">
                  <c:v>depth1</c:v>
                </c:pt>
                <c:pt idx="1">
                  <c:v>depth3</c:v>
                </c:pt>
                <c:pt idx="2">
                  <c:v>depth10</c:v>
                </c:pt>
                <c:pt idx="3">
                  <c:v>depthNone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0.8269230769</c:v>
                </c:pt>
                <c:pt idx="1">
                  <c:v>0.9038461538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0B779D"/>
            </a:solidFill>
          </c:spPr>
          <c:cat>
            <c:strRef>
              <c:f>'Chart Data'!$C$2:$C$5</c:f>
              <c:strCache>
                <c:ptCount val="4"/>
                <c:pt idx="0">
                  <c:v>depth1</c:v>
                </c:pt>
                <c:pt idx="1">
                  <c:v>depth3</c:v>
                </c:pt>
                <c:pt idx="2">
                  <c:v>depth10</c:v>
                </c:pt>
                <c:pt idx="3">
                  <c:v>depthNone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0.7857142857</c:v>
                </c:pt>
                <c:pt idx="1">
                  <c:v>0.8571428571</c:v>
                </c:pt>
                <c:pt idx="2">
                  <c:v>0.75</c:v>
                </c:pt>
                <c:pt idx="3">
                  <c:v>0.75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5B6DA-13F4-4F67-A460-47BE31FC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1.2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96123-ACFC-4F44-9BDB-8E47E365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Generalization, underfitting và overfitting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85087-AF59-471A-A9BC-6C730085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Train100% có phải chắc chắn thi tốt hơn train90%?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921E0-F07F-4B8C-A6B0-E462140F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1/15</a:t>
            </a:r>
          </a:p>
        </p:txBody>
      </p:sp>
    </p:spTree>
    <p:extLst>
      <p:ext uri="{BB962C8B-B14F-4D97-AF65-F5344CB8AC3E}">
        <p14:creationId xmlns:p14="http://schemas.microsoft.com/office/powerpoint/2010/main" val="1554285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3BC5E-1A71-47E1-AD9F-B7FCD601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12F78-1D1F-419A-A2F2-A3D559E4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Generalization là hiệu quả trên mẫu mới của mục tiêu thực tế.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180E4-7F61-4485-A0F1-D6A48C13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Underfit: chưa học đủ quan hệ; overfit: học cả chi tiết/noise của train.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C3EA7-01A8-4DC5-8FF1-45745EDD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So capacity trên cùng split và metric; một split nhỏ có thể nhiễu.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9EE0B-BCFC-49DC-851B-73F96F66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gap = train_score - validation_score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D1145-2F4E-40F9-A0D4-E9E1064D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2/15</a:t>
            </a:r>
          </a:p>
        </p:txBody>
      </p:sp>
    </p:spTree>
    <p:extLst>
      <p:ext uri="{BB962C8B-B14F-4D97-AF65-F5344CB8AC3E}">
        <p14:creationId xmlns:p14="http://schemas.microsoft.com/office/powerpoint/2010/main" val="863498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2FDDF-D0D4-44B9-87D4-A0409F35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[0.8,1]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[0.7,0.6]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318D4-D3A4-4224-A66B-C60EE9F1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3/15</a:t>
            </a:r>
          </a:p>
        </p:txBody>
      </p:sp>
    </p:spTree>
    <p:extLst>
      <p:ext uri="{BB962C8B-B14F-4D97-AF65-F5344CB8AC3E}">
        <p14:creationId xmlns:p14="http://schemas.microsoft.com/office/powerpoint/2010/main" val="1732800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D71FF-728B-4F8C-A802-4CA4D92C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7A7D4-0654-4EDB-A2D8-129323B6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0.10000000000000009,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0.4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0DF33-3FA7-4642-B93B-0589E2D0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4/15</a:t>
            </a:r>
          </a:p>
        </p:txBody>
      </p:sp>
    </p:spTree>
    <p:extLst>
      <p:ext uri="{BB962C8B-B14F-4D97-AF65-F5344CB8AC3E}">
        <p14:creationId xmlns:p14="http://schemas.microsoft.com/office/powerpoint/2010/main" val="352903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62E82-F79A-4DC8-9BB8-F4A1F462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Cùng split: train và validation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857250" y="1571625"/>
          <a:ext xmlns:a="http://schemas.openxmlformats.org/drawingml/2006/main" cx="1047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1115dbde5b4ee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63061-E477-48E3-8557-266AC4CF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Kết quả code trong buổi; một split80 mẫu, không phải benchmark tổng quát.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DB996-9450-42D9-A749-FD0A6CFA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5/15</a:t>
            </a:r>
          </a:p>
        </p:txBody>
      </p:sp>
    </p:spTree>
    <p:extLst>
      <p:ext uri="{BB962C8B-B14F-4D97-AF65-F5344CB8AC3E}">
        <p14:creationId xmlns:p14="http://schemas.microsoft.com/office/powerpoint/2010/main" val="531947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3CB1E-0F49-4009-A64D-4F69CF58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795D9-086E-4577-8D86-4BC392EC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sklearn.datasets import make_moons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sklearn.model_selection import train_test_split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sklearn.tree import DecisionTreeClassifier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Cùng dữ liệu và split như ví dụ của thầy; đây là dữ liệu tổng hợp.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X,y = make_moons(n_samples=80, noise=0.35, random_state=42)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Xtr,Xva,ytr,yva = train_test_split(X,y,test_size=0.35,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                       stratify=y,random_state=27)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print("depth | train_accuracy | valid_accuracy")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results = []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depth in [1,3,10,None]: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 = DecisionTreeClassifier(max_depth=depth,random_state=42)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model.fit(Xtr,ytr)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train_score = model.score(Xtr,ytr)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valid_score = model.score(Xva,yva)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17787-C33C-48DB-88AF-58112A78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A7415-40BC-4E80-86B6-60BC4FA1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1.2 · 6/15</a:t>
            </a:r>
          </a:p>
        </p:txBody>
      </p:sp>
    </p:spTree>
    <p:extLst>
      <p:ext uri="{BB962C8B-B14F-4D97-AF65-F5344CB8AC3E}">
        <p14:creationId xmlns:p14="http://schemas.microsoft.com/office/powerpoint/2010/main" val="367248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9D4B4-4DB0-4427-9193-EAA0D66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F5C46-0E2F-4FEC-902F-24F6B99E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results.append([str(depth),train_score,valid_score])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print(depth, round(train_score,4), round(valid_score,4))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len(Xtr)==52 and len(Xva)==28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352CF-6D5C-4807-955C-93022EFC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513D5-F484-47C4-89B8-4B065038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1.2 · 7/15</a:t>
            </a:r>
          </a:p>
        </p:txBody>
      </p:sp>
    </p:spTree>
    <p:extLst>
      <p:ext uri="{BB962C8B-B14F-4D97-AF65-F5344CB8AC3E}">
        <p14:creationId xmlns:p14="http://schemas.microsoft.com/office/powerpoint/2010/main" val="16470271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C03A0-1C75-418E-AC51-5ECC075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46029-FD3D-4BE1-9D8E-07F96613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depth | train_accuracy | valid_accuracy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1 0.8269 0.7857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3 0.9038 0.8571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10 1.0 0.75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None 1.0 0.75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AEE85-A9A8-4D2D-A8B3-A9E36B4D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8/15</a:t>
            </a:r>
          </a:p>
        </p:txBody>
      </p:sp>
    </p:spTree>
    <p:extLst>
      <p:ext uri="{BB962C8B-B14F-4D97-AF65-F5344CB8AC3E}">
        <p14:creationId xmlns:p14="http://schemas.microsoft.com/office/powerpoint/2010/main" val="2203366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1F298-938C-48B5-B967-4F6FCA12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9844F-1BDD-4D20-8679-07152270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Gap là dấu hiệu; không dùng một ngưỡng gap cố định để kết luận mọi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19D6E-8829-42FF-A6FE-518AF9DE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Chọn depth từ validation của demo, sau đó giải thích vì sao không chọn bằng train.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E0FB6-C5EE-4759-ABC2-783DB422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9/15</a:t>
            </a:r>
          </a:p>
        </p:txBody>
      </p:sp>
    </p:spTree>
    <p:extLst>
      <p:ext uri="{BB962C8B-B14F-4D97-AF65-F5344CB8AC3E}">
        <p14:creationId xmlns:p14="http://schemas.microsoft.com/office/powerpoint/2010/main" val="1975338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3CE8D-6660-4862-A6B5-DE111846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B4A57-142D-4926-9C73-E0B5EEA4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train_score-valid_score cho mỗi model, không tự gán overfit chỉ từ gap.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[0.8,1]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[0.7,0.6]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BEFBF-9C64-442F-9C90-7F4A74C1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10/15</a:t>
            </a:r>
          </a:p>
        </p:txBody>
      </p:sp>
    </p:spTree>
    <p:extLst>
      <p:ext uri="{BB962C8B-B14F-4D97-AF65-F5344CB8AC3E}">
        <p14:creationId xmlns:p14="http://schemas.microsoft.com/office/powerpoint/2010/main" val="21184217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3BAFB-201F-4C95-9176-FB0536ED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4B653-9603-4816-9A43-63E4EF6E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Chọn record có valid_score cao nhất; hòa chọn id nhỏ nhất. Không dùng train_score.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models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[{"id":1,"train_score":1,"valid_score":0.6},{"id":2,"train_score":0.8,"valid_score":0.75}]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772EB-96E9-4631-B637-AEA209A1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11/15</a:t>
            </a:r>
          </a:p>
        </p:txBody>
      </p:sp>
    </p:spTree>
    <p:extLst>
      <p:ext uri="{BB962C8B-B14F-4D97-AF65-F5344CB8AC3E}">
        <p14:creationId xmlns:p14="http://schemas.microsoft.com/office/powerpoint/2010/main" val="16518362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88500-D190-439C-B0FC-2A5C1933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062F1-168B-49B9-BFA7-29B48D4B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train_score-valid_score cho mỗi model, không tự gán overfit chỉ từ gap.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206B0-1CED-4163-8E04-C4C748AE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train/valid: list score cùng chiều dài.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6A141-09CD-4925-B980-DA2ACCB3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B6D21-62CE-4294-B057-2ABDEF14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12/15</a:t>
            </a:r>
          </a:p>
        </p:txBody>
      </p:sp>
    </p:spTree>
    <p:extLst>
      <p:ext uri="{BB962C8B-B14F-4D97-AF65-F5344CB8AC3E}">
        <p14:creationId xmlns:p14="http://schemas.microsoft.com/office/powerpoint/2010/main" val="11689814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22F59-5EBB-4BCF-BC69-6D86407B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BBC99-B54A-4A21-A174-6A93BCE2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Chọn record có valid_score cao nhất; hòa chọn id nhỏ nhất. Không dùng train_score.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EDD25-6741-4899-AD92-A2360EC3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models: {id, train_score, valid_score}, không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1EAFC-C01D-41FD-9E96-BA69E09C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24280-4D5A-499C-B368-98F4DA77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13/15</a:t>
            </a:r>
          </a:p>
        </p:txBody>
      </p:sp>
    </p:spTree>
    <p:extLst>
      <p:ext uri="{BB962C8B-B14F-4D97-AF65-F5344CB8AC3E}">
        <p14:creationId xmlns:p14="http://schemas.microsoft.com/office/powerpoint/2010/main" val="7252943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805FB-9157-4558-9D86-013CF904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92DB2-B8F3-4A9E-AD8C-46542214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Mean CV score cho mỗi model; chọn mean lớn nhất, tie id nhỏ.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D1F4C-E04B-44D7-A256-3D7EBA1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trials:{id, scores: list score}, không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8652A-36DF-4197-A4BD-C4A215F0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56B5E-BE54-4F5C-A2F5-1483BB6A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14/15</a:t>
            </a:r>
          </a:p>
        </p:txBody>
      </p:sp>
    </p:spTree>
    <p:extLst>
      <p:ext uri="{BB962C8B-B14F-4D97-AF65-F5344CB8AC3E}">
        <p14:creationId xmlns:p14="http://schemas.microsoft.com/office/powerpoint/2010/main" val="6544103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AFFAA-1B92-4433-964C-A477775D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92F49-21BC-4DCF-8E8D-3825903F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Chọn depth từ validation của demo, sau đó giải thích vì sao không chọn bằng train.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45600-B572-447A-80E6-29AD2E2C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Slide buổi 1, trang 3–13; KHTN 3.4.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F2FF7-4FEE-4B1B-90D2-E1BAC44E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Chạy notebook generalization được slide trang 10 dẫn tới; NT 9.5 yêu cầu so metric train/test.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6097E-B793-4FF2-83C0-B028F1AA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15/15</a:t>
            </a:r>
          </a:p>
        </p:txBody>
      </p:sp>
    </p:spTree>
    <p:extLst>
      <p:ext uri="{BB962C8B-B14F-4D97-AF65-F5344CB8AC3E}">
        <p14:creationId xmlns:p14="http://schemas.microsoft.com/office/powerpoint/2010/main" val="649743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2026-10-01T08:52:26.4620000Z</dcterms:created>
  <dcterms:modified xsi:type="dcterms:W3CDTF">2026-10-01T08:52:26.4620000Z</dcterms:modified>
</coreProperties>
</file>