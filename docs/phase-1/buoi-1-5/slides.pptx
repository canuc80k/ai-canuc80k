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839a6c2318441f" /><Relationship Type="http://schemas.openxmlformats.org/officeDocument/2006/relationships/extended-properties" Target="/docProps/app.xml" Id="R3abd70e35a064c77" /><Relationship Type="http://schemas.openxmlformats.org/officeDocument/2006/relationships/officeDocument" Target="/ppt/presentation.xml" Id="R62895bf73ef840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09e0093f634b98"/>
  </p:sldMasterIdLst>
  <p:notesMasterIdLst>
    <p:notesMasterId xmlns:r="http://schemas.openxmlformats.org/officeDocument/2006/relationships" r:id="R0a9613673e4d4917"/>
  </p:notesMasterIdLst>
  <p:sldIdLst>
    <p:sldId xmlns:r="http://schemas.openxmlformats.org/officeDocument/2006/relationships" id="256" r:id="Re44e891a5ffb415d"/>
    <p:sldId xmlns:r="http://schemas.openxmlformats.org/officeDocument/2006/relationships" id="257" r:id="R3064f08e71954d81"/>
    <p:sldId xmlns:r="http://schemas.openxmlformats.org/officeDocument/2006/relationships" id="258" r:id="Rb9998ecee7a9483f"/>
    <p:sldId xmlns:r="http://schemas.openxmlformats.org/officeDocument/2006/relationships" id="259" r:id="R3f4f1730da24475e"/>
    <p:sldId xmlns:r="http://schemas.openxmlformats.org/officeDocument/2006/relationships" id="260" r:id="Rb49ae8bb42414d82"/>
    <p:sldId xmlns:r="http://schemas.openxmlformats.org/officeDocument/2006/relationships" id="261" r:id="R52e4c203c87a44d6"/>
    <p:sldId xmlns:r="http://schemas.openxmlformats.org/officeDocument/2006/relationships" id="262" r:id="R53ef89d881e2422c"/>
    <p:sldId xmlns:r="http://schemas.openxmlformats.org/officeDocument/2006/relationships" id="263" r:id="R0676a88554974b44"/>
    <p:sldId xmlns:r="http://schemas.openxmlformats.org/officeDocument/2006/relationships" id="264" r:id="Re888d44af9c04836"/>
    <p:sldId xmlns:r="http://schemas.openxmlformats.org/officeDocument/2006/relationships" id="265" r:id="Rbd65034573da4f0b"/>
    <p:sldId xmlns:r="http://schemas.openxmlformats.org/officeDocument/2006/relationships" id="266" r:id="R37d16398669d4c8f"/>
    <p:sldId xmlns:r="http://schemas.openxmlformats.org/officeDocument/2006/relationships" id="267" r:id="R0ed85bf3459d43d0"/>
    <p:sldId xmlns:r="http://schemas.openxmlformats.org/officeDocument/2006/relationships" id="268" r:id="R0d910aed0e9c4b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bccdf53b4142a6" /><Relationship Type="http://schemas.openxmlformats.org/officeDocument/2006/relationships/slideMaster" Target="/ppt/slideMasters/slideMaster1.xml" Id="R2c09e0093f634b98" /><Relationship Type="http://schemas.openxmlformats.org/officeDocument/2006/relationships/notesMaster" Target="/ppt/notesMasters/notesMaster1.xml" Id="R0a9613673e4d4917" /><Relationship Type="http://schemas.openxmlformats.org/officeDocument/2006/relationships/presProps" Target="/ppt/presProps.xml" Id="R3da49093969a4b99" /><Relationship Type="http://schemas.openxmlformats.org/officeDocument/2006/relationships/tableStyles" Target="/ppt/tableStyles.xml" Id="R2ca6853fa7b74291" /><Relationship Type="http://schemas.openxmlformats.org/officeDocument/2006/relationships/slide" Target="/ppt/slides/slide1.xml" Id="Re44e891a5ffb415d" /><Relationship Type="http://schemas.openxmlformats.org/officeDocument/2006/relationships/slide" Target="/ppt/slides/slide2.xml" Id="R3064f08e71954d81" /><Relationship Type="http://schemas.openxmlformats.org/officeDocument/2006/relationships/slide" Target="/ppt/slides/slide3.xml" Id="Rb9998ecee7a9483f" /><Relationship Type="http://schemas.openxmlformats.org/officeDocument/2006/relationships/slide" Target="/ppt/slides/slide4.xml" Id="R3f4f1730da24475e" /><Relationship Type="http://schemas.openxmlformats.org/officeDocument/2006/relationships/slide" Target="/ppt/slides/slide5.xml" Id="Rb49ae8bb42414d82" /><Relationship Type="http://schemas.openxmlformats.org/officeDocument/2006/relationships/slide" Target="/ppt/slides/slide6.xml" Id="R52e4c203c87a44d6" /><Relationship Type="http://schemas.openxmlformats.org/officeDocument/2006/relationships/slide" Target="/ppt/slides/slide7.xml" Id="R53ef89d881e2422c" /><Relationship Type="http://schemas.openxmlformats.org/officeDocument/2006/relationships/slide" Target="/ppt/slides/slide8.xml" Id="R0676a88554974b44" /><Relationship Type="http://schemas.openxmlformats.org/officeDocument/2006/relationships/slide" Target="/ppt/slides/slide9.xml" Id="Re888d44af9c04836" /><Relationship Type="http://schemas.openxmlformats.org/officeDocument/2006/relationships/slide" Target="/ppt/slides/slide10.xml" Id="Rbd65034573da4f0b" /><Relationship Type="http://schemas.openxmlformats.org/officeDocument/2006/relationships/slide" Target="/ppt/slides/slide11.xml" Id="R37d16398669d4c8f" /><Relationship Type="http://schemas.openxmlformats.org/officeDocument/2006/relationships/slide" Target="/ppt/slides/slide12.xml" Id="R0ed85bf3459d43d0" /><Relationship Type="http://schemas.openxmlformats.org/officeDocument/2006/relationships/slide" Target="/ppt/slides/slide13.xml" Id="R0d910aed0e9c4b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68bc5815f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6ad2907fb84d32" /><Relationship Type="http://schemas.openxmlformats.org/officeDocument/2006/relationships/notesMaster" Target="/ppt/notesMasters/notesMaster1.xml" Id="R54def58c79a440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03acc1754459b" /><Relationship Type="http://schemas.openxmlformats.org/officeDocument/2006/relationships/notesMaster" Target="/ppt/notesMasters/notesMaster1.xml" Id="R0488c072dbf845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6159f1ca254d48" /><Relationship Type="http://schemas.openxmlformats.org/officeDocument/2006/relationships/notesMaster" Target="/ppt/notesMasters/notesMaster1.xml" Id="R56a3e85aaf3f4e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f375ed74d045b2" /><Relationship Type="http://schemas.openxmlformats.org/officeDocument/2006/relationships/notesMaster" Target="/ppt/notesMasters/notesMaster1.xml" Id="Ra5fcf162b67c4f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7530ab5cef4694" /><Relationship Type="http://schemas.openxmlformats.org/officeDocument/2006/relationships/notesMaster" Target="/ppt/notesMasters/notesMaster1.xml" Id="Reda63285174e4e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a7acc815445b4" /><Relationship Type="http://schemas.openxmlformats.org/officeDocument/2006/relationships/notesMaster" Target="/ppt/notesMasters/notesMaster1.xml" Id="Rd9d797d35f8e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8eb9a89a84614" /><Relationship Type="http://schemas.openxmlformats.org/officeDocument/2006/relationships/notesMaster" Target="/ppt/notesMasters/notesMaster1.xml" Id="Rb3a008782c9c4f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9ebfd1c77d4854" /><Relationship Type="http://schemas.openxmlformats.org/officeDocument/2006/relationships/notesMaster" Target="/ppt/notesMasters/notesMaster1.xml" Id="R0f07df1255dd4e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f7c8be76054268" /><Relationship Type="http://schemas.openxmlformats.org/officeDocument/2006/relationships/notesMaster" Target="/ppt/notesMasters/notesMaster1.xml" Id="R4ab5156da07e4b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02f43f8d214e0b" /><Relationship Type="http://schemas.openxmlformats.org/officeDocument/2006/relationships/notesMaster" Target="/ppt/notesMasters/notesMaster1.xml" Id="R3b62551234854f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067a16d52843bb" /><Relationship Type="http://schemas.openxmlformats.org/officeDocument/2006/relationships/notesMaster" Target="/ppt/notesMasters/notesMaster1.xml" Id="R858b53258fcf47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d40d1467ad4cf5" /><Relationship Type="http://schemas.openxmlformats.org/officeDocument/2006/relationships/notesMaster" Target="/ppt/notesMasters/notesMaster1.xml" Id="R7e2d38d0b8344b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2c738687ac4abd" /><Relationship Type="http://schemas.openxmlformats.org/officeDocument/2006/relationships/notesMaster" Target="/ppt/notesMasters/notesMaster1.xml" Id="Re0d252f66fcf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Slide trang 17–21; KHTN 2.4–2.7; NT 7.. NT 9.6 yêu cầu các metrics/confusion matrix/ROC; NT 9.10 trắc nghiệm; bài aidiabetes để luyện F1 sau khi biết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[1,1,1,1]</a:t>
            </a:r>
          </a:p>
          <a:p xmlns:a="http://schemas.openxmlformats.org/drawingml/2006/main">
            <a:r>
              <a:t>Tham khảo: Slide trang 17–21; KHTN 2.4–2.7; NT 7.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0.5</a:t>
            </a:r>
          </a:p>
          <a:p xmlns:a="http://schemas.openxmlformats.org/drawingml/2006/main">
            <a:r>
              <a:t>Tham khảo: Slide trang 17–21; KHTN 2.4–2.7; NT 7.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1.5: Đánh giá classification</a:t>
            </a:r>
          </a:p>
          <a:p xmlns:a="http://schemas.openxmlformats.org/drawingml/2006/main">
            <a:r>
              <a:t>Nguồn giáo trình: Slide trang 17–21; KHTN 2.4–2.7; NT 7.</a:t>
            </a:r>
          </a:p>
          <a:p xmlns:a="http://schemas.openxmlformats.org/drawingml/2006/main">
            <a:r>
              <a:t>Bài tiếp theo trong nguồn: NT 9.6 yêu cầu các metrics/confusion matrix/ROC; NT 9.10 trắc nghiệm; bài aidiabetes để luyện F1 sau khi biết model.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be0f89c32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7e441a8eef49cf" /><Relationship Type="http://schemas.openxmlformats.org/officeDocument/2006/relationships/slideLayout" Target="/ppt/slideLayouts/slideLayout1.xml" Id="Rfb16b5cf7daf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6b5cf7daf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531dc78954433" /><Relationship Type="http://schemas.openxmlformats.org/officeDocument/2006/relationships/notesSlide" Target="/ppt/notesSlides/notesSlide1.xml" Id="R247caa0de4d140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8b02cf87d4f37" /><Relationship Type="http://schemas.openxmlformats.org/officeDocument/2006/relationships/notesSlide" Target="/ppt/notesSlides/notesSlide2.xml" Id="R4e38a04a82ab41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0d5423cf64362" /><Relationship Type="http://schemas.openxmlformats.org/officeDocument/2006/relationships/notesSlide" Target="/ppt/notesSlides/notesSlide3.xml" Id="Recfa2f563def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c590227964c48" /><Relationship Type="http://schemas.openxmlformats.org/officeDocument/2006/relationships/notesSlide" Target="/ppt/notesSlides/notesSlide4.xml" Id="Rf1931351a5a64c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06310a1f441d4" /><Relationship Type="http://schemas.openxmlformats.org/officeDocument/2006/relationships/notesSlide" Target="/ppt/notesSlides/notesSlide5.xml" Id="R4c4b8e0d7a1647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0eed4ff8c42e1" /><Relationship Type="http://schemas.openxmlformats.org/officeDocument/2006/relationships/notesSlide" Target="/ppt/notesSlides/notesSlide6.xml" Id="Rfcd0d03c3f9947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18ccc74634327" /><Relationship Type="http://schemas.openxmlformats.org/officeDocument/2006/relationships/notesSlide" Target="/ppt/notesSlides/notesSlide7.xml" Id="R75b84d3c580346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f0f62e6a744fd" /><Relationship Type="http://schemas.openxmlformats.org/officeDocument/2006/relationships/notesSlide" Target="/ppt/notesSlides/notesSlide8.xml" Id="R27a1db342ca248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da52929374606" /><Relationship Type="http://schemas.openxmlformats.org/officeDocument/2006/relationships/notesSlide" Target="/ppt/notesSlides/notesSlide9.xml" Id="Re0c979eb2dd94c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209f278094db6" /><Relationship Type="http://schemas.openxmlformats.org/officeDocument/2006/relationships/notesSlide" Target="/ppt/notesSlides/notesSlide10.xml" Id="Ra7ff82d62ffc49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57f940a4448b7" /><Relationship Type="http://schemas.openxmlformats.org/officeDocument/2006/relationships/notesSlide" Target="/ppt/notesSlides/notesSlide11.xml" Id="R189c859f403b48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0827ee3e14a5f" /><Relationship Type="http://schemas.openxmlformats.org/officeDocument/2006/relationships/notesSlide" Target="/ppt/notesSlides/notesSlide12.xml" Id="R9040cfa75d594c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6f9399c254e44" /><Relationship Type="http://schemas.openxmlformats.org/officeDocument/2006/relationships/notesSlide" Target="/ppt/notesSlides/notesSlide13.xml" Id="R4bd489cbcb0449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82431-1FCE-4837-9C57-3BCE0A3E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2E3B6-0846-4CD5-8002-A738621A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Đánh giá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F592D-7D2B-4555-BAB8-CEA02CEC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Báo động giả và bỏ sót nên phạt giống nhau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58902-789F-4852-B728-DE09399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1/13</a:t>
            </a:r>
          </a:p>
        </p:txBody>
      </p:sp>
    </p:spTree>
    <p:extLst>
      <p:ext uri="{BB962C8B-B14F-4D97-AF65-F5344CB8AC3E}">
        <p14:creationId xmlns:p14="http://schemas.microsoft.com/office/powerpoint/2010/main" val="1886431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4BAE8-680E-4F02-9C88-F3B35127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80C2A-56AD-42ED-9269-DF7BA7C2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positive class trước khi tính TP, FP, FN, TN.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E08F7-AF87-41C8-AF05-342F6199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Precision quan tâm báo nhầm; recall quan tâm bỏ sót; F1 kết hợp hai đại lượng.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DCFFF-856F-40FB-8149-6A74F52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AUC dùng scores/probabilities; threshold thay đổi labels và F1.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E9C93-A36B-47F4-9552-8ED82C5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F1 = 2TP / (2TP + FP + FN)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31F37-9138-4064-914E-7248965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2/13</a:t>
            </a:r>
          </a:p>
        </p:txBody>
      </p:sp>
    </p:spTree>
    <p:extLst>
      <p:ext uri="{BB962C8B-B14F-4D97-AF65-F5344CB8AC3E}">
        <p14:creationId xmlns:p14="http://schemas.microsoft.com/office/powerpoint/2010/main" val="1481401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75DEC-6BFB-4786-AAEE-E4AA9BE8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04029-66B7-4537-BB3C-39281D7B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3/13</a:t>
            </a:r>
          </a:p>
        </p:txBody>
      </p:sp>
    </p:spTree>
    <p:extLst>
      <p:ext uri="{BB962C8B-B14F-4D97-AF65-F5344CB8AC3E}">
        <p14:creationId xmlns:p14="http://schemas.microsoft.com/office/powerpoint/2010/main" val="240900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7AA22-AD36-40A5-9CE8-4A26CE2B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657D9-B7AF-4011-AE43-3738AE7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E8851-92A9-46A5-B3E3-1A23F2E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4/13</a:t>
            </a:r>
          </a:p>
        </p:txBody>
      </p:sp>
    </p:spTree>
    <p:extLst>
      <p:ext uri="{BB962C8B-B14F-4D97-AF65-F5344CB8AC3E}">
        <p14:creationId xmlns:p14="http://schemas.microsoft.com/office/powerpoint/2010/main" val="1260287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C4B4D-2959-474F-8753-A679097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ACBDD-B95C-4E35-B116-3144A914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sklearn.metrics import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confusion_matrix,precision_score,recall_score,f1_score,roc_auc_score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Positive=1; xác suất dùng cho AUC, nhãn dùng cho F1.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[1,1,0,0]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prob = [0.9,0.4,0.6,0.1]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pred = [int(p&gt;=0.5) for p in prob]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print("pred:",pred)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print("Confusion [TN FP; FN TP]:",confusion_matrix(y,pred).tolist())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print("Precision:",precision_score(y,pred,zero_division=0))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print("Recall:",recall_score(y,pred,zero_division=0))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print("F1:",f1_score(y,pred,zero_division=0))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print("ROC AUC:",roc_auc_score(y,prob))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f1_score(y,pred)==0.5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4B72D-B375-4670-B1C3-335A7B9F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13331-6D43-442E-A9DB-E6AFE29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1.5 · 5/13</a:t>
            </a:r>
          </a:p>
        </p:txBody>
      </p:sp>
    </p:spTree>
    <p:extLst>
      <p:ext uri="{BB962C8B-B14F-4D97-AF65-F5344CB8AC3E}">
        <p14:creationId xmlns:p14="http://schemas.microsoft.com/office/powerpoint/2010/main" val="1081463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0B270-B3D3-416F-ADE6-D524457F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33FC2-95DF-4980-A8CE-FDBA483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pred: [1, 0, 1, 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Confusion [TN FP; FN TP]: [[1, 1], [1, 1]]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Precision: 0.5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Recall: 0.5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F1: 0.5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ROC AUC: 0.75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921CC-07B0-43B5-9531-B9D8BA54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6/13</a:t>
            </a:r>
          </a:p>
        </p:txBody>
      </p:sp>
    </p:spTree>
    <p:extLst>
      <p:ext uri="{BB962C8B-B14F-4D97-AF65-F5344CB8AC3E}">
        <p14:creationId xmlns:p14="http://schemas.microsoft.com/office/powerpoint/2010/main" val="1059823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F3DE8-C87E-4E16-9DCE-50A304DD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FE493-EB02-4D23-A4A0-1886CB6D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Binary F1, macro F1 và weighted F1 không thay thế tùy tiện cho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B7A30-2525-4D3B-8400-7C27F208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Từ y/prob trong demo, thử threshold0.3 và 0.7, tính confusion matrix.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303B-E646-4664-B634-C675A836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7/13</a:t>
            </a:r>
          </a:p>
        </p:txBody>
      </p:sp>
    </p:spTree>
    <p:extLst>
      <p:ext uri="{BB962C8B-B14F-4D97-AF65-F5344CB8AC3E}">
        <p14:creationId xmlns:p14="http://schemas.microsoft.com/office/powerpoint/2010/main" val="1100469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8021A-E4DD-4C83-8946-EC8AC1F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9C86C-4A0A-42EA-9134-8059D0DD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[TN, FP, FN, TP] theo positive class1.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B0A73-0D4D-4BB6-AB59-A46B5F4D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8/13</a:t>
            </a:r>
          </a:p>
        </p:txBody>
      </p:sp>
    </p:spTree>
    <p:extLst>
      <p:ext uri="{BB962C8B-B14F-4D97-AF65-F5344CB8AC3E}">
        <p14:creationId xmlns:p14="http://schemas.microsoft.com/office/powerpoint/2010/main" val="2144435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25958-98F9-4936-99FF-86DF4D3B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F1FC3-FB29-49DE-96C0-5911A840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binary F1=2TP/(2TP+FP+FN); denominator0 trả 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B3B59-1773-422E-908E-175553E8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9/13</a:t>
            </a:r>
          </a:p>
        </p:txBody>
      </p:sp>
    </p:spTree>
    <p:extLst>
      <p:ext uri="{BB962C8B-B14F-4D97-AF65-F5344CB8AC3E}">
        <p14:creationId xmlns:p14="http://schemas.microsoft.com/office/powerpoint/2010/main" val="1348953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DC769-569B-4B0F-B984-4276C9C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5205F-C670-4311-BEC0-9C3752E0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[TN, FP, FN, TP] theo positive class1.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DF32A-31B2-4765-A101-7233C56C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y/pred: list0/1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D22BF-402B-42F7-8B42-04B1239D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66480-A3D7-4261-A5D0-9687D77E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10/13</a:t>
            </a:r>
          </a:p>
        </p:txBody>
      </p:sp>
    </p:spTree>
    <p:extLst>
      <p:ext uri="{BB962C8B-B14F-4D97-AF65-F5344CB8AC3E}">
        <p14:creationId xmlns:p14="http://schemas.microsoft.com/office/powerpoint/2010/main" val="692380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DA743-774C-4D5C-B471-9AEF246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5B509-DB77-4EB2-B945-CCA2A5E6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binary F1=2TP/(2TP+FP+FN); denominator0 trả 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41089-FC70-4E43-B374-7ED1C03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y/pred: list0/1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12F5E-1DC1-4970-8AB7-470C1939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F4C9-BD23-4F7E-91BB-02279B93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11/13</a:t>
            </a:r>
          </a:p>
        </p:txBody>
      </p:sp>
    </p:spTree>
    <p:extLst>
      <p:ext uri="{BB962C8B-B14F-4D97-AF65-F5344CB8AC3E}">
        <p14:creationId xmlns:p14="http://schemas.microsoft.com/office/powerpoint/2010/main" val="1749510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9490D-8D02-4EBD-B7EB-2653DDA7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EDDCC-58CB-4FDA-A613-17182B0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AUC bằng xác suất score positive lớn hơn score negative; tie tính0.5.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10760-0FD3-4497-85CB-CF9BAAEB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y:0/1 có cả 2 lớp; prob: list score tương ứng.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8E396-C455-4A88-A7F2-A660D0E9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C56C1-170B-4638-BD3A-B4BBD47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12/13</a:t>
            </a:r>
          </a:p>
        </p:txBody>
      </p:sp>
    </p:spTree>
    <p:extLst>
      <p:ext uri="{BB962C8B-B14F-4D97-AF65-F5344CB8AC3E}">
        <p14:creationId xmlns:p14="http://schemas.microsoft.com/office/powerpoint/2010/main" val="772035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F29B9-F30D-486D-9AC9-687D7513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BC830-1AE9-4668-A44B-09076F2E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Từ y/prob trong demo, thử threshold0.3 và 0.7, tính confusion matrix.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16F73-1C8F-4DA1-9F2E-B6EDCFE5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Slide trang 17–21; KHTN 2.4–2.7; NT 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B6FB6-08DB-4068-AF01-490297F4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9.6 yêu cầu các metrics/confusion matrix/ROC; NT 9.10 trắc nghiệm; bài aidiabetes để luyện F1 sau khi biết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159D3-6688-40F7-83CC-A4907A91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1.5 · 13/13</a:t>
            </a:r>
          </a:p>
        </p:txBody>
      </p:sp>
    </p:spTree>
    <p:extLst>
      <p:ext uri="{BB962C8B-B14F-4D97-AF65-F5344CB8AC3E}">
        <p14:creationId xmlns:p14="http://schemas.microsoft.com/office/powerpoint/2010/main" val="952175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2026-10-01T09:01:22.2320000Z</dcterms:created>
  <dcterms:modified xsi:type="dcterms:W3CDTF">2026-10-01T09:01:22.2320000Z</dcterms:modified>
</coreProperties>
</file>