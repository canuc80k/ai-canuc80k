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c3904f4f5e453f" /><Relationship Type="http://schemas.openxmlformats.org/officeDocument/2006/relationships/extended-properties" Target="/docProps/app.xml" Id="Re7f4af3f40ad4810" /><Relationship Type="http://schemas.openxmlformats.org/officeDocument/2006/relationships/officeDocument" Target="/ppt/presentation.xml" Id="Rd6aa5465fa2441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9822e8f6e74ad4"/>
  </p:sldMasterIdLst>
  <p:notesMasterIdLst>
    <p:notesMasterId xmlns:r="http://schemas.openxmlformats.org/officeDocument/2006/relationships" r:id="R25280d99fe5e468d"/>
  </p:notesMasterIdLst>
  <p:sldIdLst>
    <p:sldId xmlns:r="http://schemas.openxmlformats.org/officeDocument/2006/relationships" id="256" r:id="Re7939914c0bb42ee"/>
    <p:sldId xmlns:r="http://schemas.openxmlformats.org/officeDocument/2006/relationships" id="257" r:id="R039a785fb1b8487b"/>
    <p:sldId xmlns:r="http://schemas.openxmlformats.org/officeDocument/2006/relationships" id="258" r:id="Rc1178de643f64f7e"/>
    <p:sldId xmlns:r="http://schemas.openxmlformats.org/officeDocument/2006/relationships" id="259" r:id="Raa17e7ec950646b0"/>
    <p:sldId xmlns:r="http://schemas.openxmlformats.org/officeDocument/2006/relationships" id="260" r:id="R2f0c1878e9b74dfc"/>
    <p:sldId xmlns:r="http://schemas.openxmlformats.org/officeDocument/2006/relationships" id="261" r:id="R6555f6799ee844d1"/>
    <p:sldId xmlns:r="http://schemas.openxmlformats.org/officeDocument/2006/relationships" id="262" r:id="R8d7444e2f77e4159"/>
    <p:sldId xmlns:r="http://schemas.openxmlformats.org/officeDocument/2006/relationships" id="263" r:id="R2d7f6607ecbc47f4"/>
    <p:sldId xmlns:r="http://schemas.openxmlformats.org/officeDocument/2006/relationships" id="264" r:id="R71b46b6fd5bd49ef"/>
    <p:sldId xmlns:r="http://schemas.openxmlformats.org/officeDocument/2006/relationships" id="265" r:id="R4b93fe7315e34e28"/>
    <p:sldId xmlns:r="http://schemas.openxmlformats.org/officeDocument/2006/relationships" id="266" r:id="R6345a592959d4add"/>
    <p:sldId xmlns:r="http://schemas.openxmlformats.org/officeDocument/2006/relationships" id="267" r:id="R069edae580524502"/>
    <p:sldId xmlns:r="http://schemas.openxmlformats.org/officeDocument/2006/relationships" id="268" r:id="R29229688b1204fe2"/>
    <p:sldId xmlns:r="http://schemas.openxmlformats.org/officeDocument/2006/relationships" id="269" r:id="R392dccc9f34d42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c8daf912e64708" /><Relationship Type="http://schemas.openxmlformats.org/officeDocument/2006/relationships/slideMaster" Target="/ppt/slideMasters/slideMaster1.xml" Id="R759822e8f6e74ad4" /><Relationship Type="http://schemas.openxmlformats.org/officeDocument/2006/relationships/notesMaster" Target="/ppt/notesMasters/notesMaster1.xml" Id="R25280d99fe5e468d" /><Relationship Type="http://schemas.openxmlformats.org/officeDocument/2006/relationships/presProps" Target="/ppt/presProps.xml" Id="R6889dda8187d4e33" /><Relationship Type="http://schemas.openxmlformats.org/officeDocument/2006/relationships/tableStyles" Target="/ppt/tableStyles.xml" Id="Raeddd0f6a2e84d20" /><Relationship Type="http://schemas.openxmlformats.org/officeDocument/2006/relationships/slide" Target="/ppt/slides/slide1.xml" Id="Re7939914c0bb42ee" /><Relationship Type="http://schemas.openxmlformats.org/officeDocument/2006/relationships/slide" Target="/ppt/slides/slide2.xml" Id="R039a785fb1b8487b" /><Relationship Type="http://schemas.openxmlformats.org/officeDocument/2006/relationships/slide" Target="/ppt/slides/slide3.xml" Id="Rc1178de643f64f7e" /><Relationship Type="http://schemas.openxmlformats.org/officeDocument/2006/relationships/slide" Target="/ppt/slides/slide4.xml" Id="Raa17e7ec950646b0" /><Relationship Type="http://schemas.openxmlformats.org/officeDocument/2006/relationships/slide" Target="/ppt/slides/slide5.xml" Id="R2f0c1878e9b74dfc" /><Relationship Type="http://schemas.openxmlformats.org/officeDocument/2006/relationships/slide" Target="/ppt/slides/slide6.xml" Id="R6555f6799ee844d1" /><Relationship Type="http://schemas.openxmlformats.org/officeDocument/2006/relationships/slide" Target="/ppt/slides/slide7.xml" Id="R8d7444e2f77e4159" /><Relationship Type="http://schemas.openxmlformats.org/officeDocument/2006/relationships/slide" Target="/ppt/slides/slide8.xml" Id="R2d7f6607ecbc47f4" /><Relationship Type="http://schemas.openxmlformats.org/officeDocument/2006/relationships/slide" Target="/ppt/slides/slide9.xml" Id="R71b46b6fd5bd49ef" /><Relationship Type="http://schemas.openxmlformats.org/officeDocument/2006/relationships/slide" Target="/ppt/slides/slide10.xml" Id="R4b93fe7315e34e28" /><Relationship Type="http://schemas.openxmlformats.org/officeDocument/2006/relationships/slide" Target="/ppt/slides/slide11.xml" Id="R6345a592959d4add" /><Relationship Type="http://schemas.openxmlformats.org/officeDocument/2006/relationships/slide" Target="/ppt/slides/slide12.xml" Id="R069edae580524502" /><Relationship Type="http://schemas.openxmlformats.org/officeDocument/2006/relationships/slide" Target="/ppt/slides/slide13.xml" Id="R29229688b1204fe2" /><Relationship Type="http://schemas.openxmlformats.org/officeDocument/2006/relationships/slide" Target="/ppt/slides/slide14.xml" Id="R392dccc9f34d42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1dcea9efd84c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6b93ac33ed4d0a" /><Relationship Type="http://schemas.openxmlformats.org/officeDocument/2006/relationships/notesMaster" Target="/ppt/notesMasters/notesMaster1.xml" Id="R470ee6caae4740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534fda38ee4a48" /><Relationship Type="http://schemas.openxmlformats.org/officeDocument/2006/relationships/notesMaster" Target="/ppt/notesMasters/notesMaster1.xml" Id="R22d4e53c64c64a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5cdb9335794ec9" /><Relationship Type="http://schemas.openxmlformats.org/officeDocument/2006/relationships/notesMaster" Target="/ppt/notesMasters/notesMaster1.xml" Id="Ref27cf30ee9f4a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c80f43e31c482c" /><Relationship Type="http://schemas.openxmlformats.org/officeDocument/2006/relationships/notesMaster" Target="/ppt/notesMasters/notesMaster1.xml" Id="Rb387c9b6001245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c2b800110e4db2" /><Relationship Type="http://schemas.openxmlformats.org/officeDocument/2006/relationships/notesMaster" Target="/ppt/notesMasters/notesMaster1.xml" Id="R709b312a307b44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83060d83f64497" /><Relationship Type="http://schemas.openxmlformats.org/officeDocument/2006/relationships/notesMaster" Target="/ppt/notesMasters/notesMaster1.xml" Id="R4304d1c6dc8848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148c92b7fd4de5" /><Relationship Type="http://schemas.openxmlformats.org/officeDocument/2006/relationships/notesMaster" Target="/ppt/notesMasters/notesMaster1.xml" Id="R74d8e75a5a4d4d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68d3d1a4d4466c" /><Relationship Type="http://schemas.openxmlformats.org/officeDocument/2006/relationships/notesMaster" Target="/ppt/notesMasters/notesMaster1.xml" Id="Raaf40f55db0e4b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e251b0da4c4f29" /><Relationship Type="http://schemas.openxmlformats.org/officeDocument/2006/relationships/notesMaster" Target="/ppt/notesMasters/notesMaster1.xml" Id="R3b81163a0cfc4d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a1f60025ac4b1c" /><Relationship Type="http://schemas.openxmlformats.org/officeDocument/2006/relationships/notesMaster" Target="/ppt/notesMasters/notesMaster1.xml" Id="R5d0e229ec8f64f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ae218346e948c6" /><Relationship Type="http://schemas.openxmlformats.org/officeDocument/2006/relationships/notesMaster" Target="/ppt/notesMasters/notesMaster1.xml" Id="R89048524f56441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ad101893134bd7" /><Relationship Type="http://schemas.openxmlformats.org/officeDocument/2006/relationships/notesMaster" Target="/ppt/notesMasters/notesMaster1.xml" Id="R4566305e141c429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a3ee60fe07f4533" /><Relationship Type="http://schemas.openxmlformats.org/officeDocument/2006/relationships/notesMaster" Target="/ppt/notesMasters/notesMaster1.xml" Id="R7766b1a6b3da492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fda96fcdce748dc" /><Relationship Type="http://schemas.openxmlformats.org/officeDocument/2006/relationships/notesMaster" Target="/ppt/notesMasters/notesMaster1.xml" Id="Rcdcbb403af904f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NT chương 1, 7; KHTN chương 1.. NT 9.6 “So sánh mô hình classification”: làm phần đọc dữ liệu và xác định X,y trước, hoàn thành phần model sau Phase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1.1: Học máy và quy trình làm bài</a:t>
            </a:r>
          </a:p>
          <a:p xmlns:a="http://schemas.openxmlformats.org/drawingml/2006/main">
            <a:r>
              <a:t>Nguồn giáo trình: NT chương 1, 7; KHTN chương 1.</a:t>
            </a:r>
          </a:p>
          <a:p xmlns:a="http://schemas.openxmlformats.org/drawingml/2006/main">
            <a:r>
              <a:t>Bài tiếp theo trong nguồn: NT 9.6 “So sánh mô hình classification”: làm phần đọc dữ liệu và xác định X,y trước, hoàn thành phần model sau Phase 2.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1.1: Học máy và quy trình làm bài</a:t>
            </a:r>
          </a:p>
          <a:p xmlns:a="http://schemas.openxmlformats.org/drawingml/2006/main">
            <a:r>
              <a:t>Nguồn giáo trình: NT chương 1, 7; KHTN chương 1.</a:t>
            </a:r>
          </a:p>
          <a:p xmlns:a="http://schemas.openxmlformats.org/drawingml/2006/main">
            <a:r>
              <a:t>Bài tiếp theo trong nguồn: NT 9.6 “So sánh mô hình classification”: làm phần đọc dữ liệu và xác định X,y trước, hoàn thành phần model sau Phase 2.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1.1: Học máy và quy trình làm bài</a:t>
            </a:r>
          </a:p>
          <a:p xmlns:a="http://schemas.openxmlformats.org/drawingml/2006/main">
            <a:r>
              <a:t>Nguồn giáo trình: NT chương 1, 7; KHTN chương 1.</a:t>
            </a:r>
          </a:p>
          <a:p xmlns:a="http://schemas.openxmlformats.org/drawingml/2006/main">
            <a:r>
              <a:t>Bài tiếp theo trong nguồn: NT 9.6 “So sánh mô hình classification”: làm phần đọc dữ liệu và xác định X,y trước, hoàn thành phần model sau Phase 2.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1.1: Học máy và quy trình làm bài</a:t>
            </a:r>
          </a:p>
          <a:p xmlns:a="http://schemas.openxmlformats.org/drawingml/2006/main">
            <a:r>
              <a:t>Nguồn giáo trình: NT chương 1, 7; KHTN chương 1.</a:t>
            </a:r>
          </a:p>
          <a:p xmlns:a="http://schemas.openxmlformats.org/drawingml/2006/main">
            <a:r>
              <a:t>Bài tiếp theo trong nguồn: NT 9.6 “So sánh mô hình classification”: làm phần đọc dữ liệu và xác định X,y trước, hoàn thành phần model sau Phase 2.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1.1: Học máy và quy trình làm bài</a:t>
            </a:r>
          </a:p>
          <a:p xmlns:a="http://schemas.openxmlformats.org/drawingml/2006/main">
            <a:r>
              <a:t>Nguồn giáo trình: NT chương 1, 7; KHTN chương 1.</a:t>
            </a:r>
          </a:p>
          <a:p xmlns:a="http://schemas.openxmlformats.org/drawingml/2006/main">
            <a:r>
              <a:t>Bài tiếp theo trong nguồn: NT 9.6 “So sánh mô hình classification”: làm phần đọc dữ liệu và xác định X,y trước, hoàn thành phần model sau Phase 2.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1.1: Học máy và quy trình làm bài</a:t>
            </a:r>
          </a:p>
          <a:p xmlns:a="http://schemas.openxmlformats.org/drawingml/2006/main">
            <a:r>
              <a:t>Nguồn giáo trình: NT chương 1, 7; KHTN chương 1.</a:t>
            </a:r>
          </a:p>
          <a:p xmlns:a="http://schemas.openxmlformats.org/drawingml/2006/main">
            <a:r>
              <a:t>Bài tiếp theo trong nguồn: NT 9.6 “So sánh mô hình classification”: làm phần đọc dữ liệu và xác định X,y trước, hoàn thành phần model sau Phase 2.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1.1: Học máy và quy trình làm bài</a:t>
            </a:r>
          </a:p>
          <a:p xmlns:a="http://schemas.openxmlformats.org/drawingml/2006/main">
            <a:r>
              <a:t>Nguồn giáo trình: NT chương 1, 7; KHTN chương 1.</a:t>
            </a:r>
          </a:p>
          <a:p xmlns:a="http://schemas.openxmlformats.org/drawingml/2006/main">
            <a:r>
              <a:t>Bài tiếp theo trong nguồn: NT 9.6 “So sánh mô hình classification”: làm phần đọc dữ liệu và xác định X,y trước, hoàn thành phần model sau Phase 2.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{"X":[[2],[3]],"y":[5,7]}</a:t>
            </a:r>
          </a:p>
          <a:p xmlns:a="http://schemas.openxmlformats.org/drawingml/2006/main">
            <a:r>
              <a:t>Tham khảo: NT chương 1, 7; KHTN chương 1.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[0,0,0]</a:t>
            </a:r>
          </a:p>
          <a:p xmlns:a="http://schemas.openxmlformats.org/drawingml/2006/main">
            <a:r>
              <a:t>Tham khảo: NT chương 1, 7; KHTN chương 1.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1.1: Học máy và quy trình làm bài</a:t>
            </a:r>
          </a:p>
          <a:p xmlns:a="http://schemas.openxmlformats.org/drawingml/2006/main">
            <a:r>
              <a:t>Nguồn giáo trình: NT chương 1, 7; KHTN chương 1.</a:t>
            </a:r>
          </a:p>
          <a:p xmlns:a="http://schemas.openxmlformats.org/drawingml/2006/main">
            <a:r>
              <a:t>Bài tiếp theo trong nguồn: NT 9.6 “So sánh mô hình classification”: làm phần đọc dữ liệu và xác định X,y trước, hoàn thành phần model sau Phase 2.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1.1: Học máy và quy trình làm bài</a:t>
            </a:r>
          </a:p>
          <a:p xmlns:a="http://schemas.openxmlformats.org/drawingml/2006/main">
            <a:r>
              <a:t>Nguồn giáo trình: NT chương 1, 7; KHTN chương 1.</a:t>
            </a:r>
          </a:p>
          <a:p xmlns:a="http://schemas.openxmlformats.org/drawingml/2006/main">
            <a:r>
              <a:t>Bài tiếp theo trong nguồn: NT 9.6 “So sánh mô hình classification”: làm phần đọc dữ liệu và xác định X,y trước, hoàn thành phần model sau Phase 2.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1.1: Học máy và quy trình làm bài</a:t>
            </a:r>
          </a:p>
          <a:p xmlns:a="http://schemas.openxmlformats.org/drawingml/2006/main">
            <a:r>
              <a:t>Nguồn giáo trình: NT chương 1, 7; KHTN chương 1.</a:t>
            </a:r>
          </a:p>
          <a:p xmlns:a="http://schemas.openxmlformats.org/drawingml/2006/main">
            <a:r>
              <a:t>Bài tiếp theo trong nguồn: NT 9.6 “So sánh mô hình classification”: làm phần đọc dữ liệu và xác định X,y trước, hoàn thành phần model sau Phase 2.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1.1: Học máy và quy trình làm bài</a:t>
            </a:r>
          </a:p>
          <a:p xmlns:a="http://schemas.openxmlformats.org/drawingml/2006/main">
            <a:r>
              <a:t>Nguồn giáo trình: NT chương 1, 7; KHTN chương 1.</a:t>
            </a:r>
          </a:p>
          <a:p xmlns:a="http://schemas.openxmlformats.org/drawingml/2006/main">
            <a:r>
              <a:t>Bài tiếp theo trong nguồn: NT 9.6 “So sánh mô hình classification”: làm phần đọc dữ liệu và xác định X,y trước, hoàn thành phần model sau Phase 2.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ebb98cbfcc49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ef7f58ee254fe7" /><Relationship Type="http://schemas.openxmlformats.org/officeDocument/2006/relationships/slideLayout" Target="/ppt/slideLayouts/slideLayout1.xml" Id="R2495d485b4c94f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95d485b4c94f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c7b21089f49d8" /><Relationship Type="http://schemas.openxmlformats.org/officeDocument/2006/relationships/notesSlide" Target="/ppt/notesSlides/notesSlide1.xml" Id="R76539e13bb514c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820379a34469e" /><Relationship Type="http://schemas.openxmlformats.org/officeDocument/2006/relationships/notesSlide" Target="/ppt/notesSlides/notesSlide2.xml" Id="Ra59a2cd120474e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ce4c2392c4d07" /><Relationship Type="http://schemas.openxmlformats.org/officeDocument/2006/relationships/notesSlide" Target="/ppt/notesSlides/notesSlide3.xml" Id="R2144e84cb1dd4b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ba62d95fc4df3" /><Relationship Type="http://schemas.openxmlformats.org/officeDocument/2006/relationships/notesSlide" Target="/ppt/notesSlides/notesSlide4.xml" Id="R04a483865fd540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0b24629174cb7" /><Relationship Type="http://schemas.openxmlformats.org/officeDocument/2006/relationships/notesSlide" Target="/ppt/notesSlides/notesSlide5.xml" Id="R4938f2faf6d54c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3f6bedae74582" /><Relationship Type="http://schemas.openxmlformats.org/officeDocument/2006/relationships/notesSlide" Target="/ppt/notesSlides/notesSlide6.xml" Id="Re2fd70dda42943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548433938467a" /><Relationship Type="http://schemas.openxmlformats.org/officeDocument/2006/relationships/notesSlide" Target="/ppt/notesSlides/notesSlide7.xml" Id="Rd210362d31ff4b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24c7d928e46e7" /><Relationship Type="http://schemas.openxmlformats.org/officeDocument/2006/relationships/notesSlide" Target="/ppt/notesSlides/notesSlide8.xml" Id="R87d293e247b241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7e3972f614544" /><Relationship Type="http://schemas.openxmlformats.org/officeDocument/2006/relationships/notesSlide" Target="/ppt/notesSlides/notesSlide9.xml" Id="R63458d5201a546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84fedb4324b41" /><Relationship Type="http://schemas.openxmlformats.org/officeDocument/2006/relationships/notesSlide" Target="/ppt/notesSlides/notesSlide10.xml" Id="R3f2e78eb6eac46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7dab511d14b7c" /><Relationship Type="http://schemas.openxmlformats.org/officeDocument/2006/relationships/notesSlide" Target="/ppt/notesSlides/notesSlide11.xml" Id="R0c1902485ce34e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6dd81f6404136" /><Relationship Type="http://schemas.openxmlformats.org/officeDocument/2006/relationships/notesSlide" Target="/ppt/notesSlides/notesSlide12.xml" Id="Ra0b02ba5bab248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e2abdc6d34110" /><Relationship Type="http://schemas.openxmlformats.org/officeDocument/2006/relationships/notesSlide" Target="/ppt/notesSlides/notesSlide13.xml" Id="R589ad555fa594ed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a98b0f5844c4b" /><Relationship Type="http://schemas.openxmlformats.org/officeDocument/2006/relationships/notesSlide" Target="/ppt/notesSlides/notesSlide14.xml" Id="R7d2a1209204c45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BBC20-2526-47EF-90F6-BD8236F0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1.1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99ADF-0FCB-4DA9-96F6-705F6C5A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Học máy và quy trình làm bài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D1A0DC-7DEA-4946-95E1-6CEAC02A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Model là thuật toán hay là kết quả sau khi học?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A238C-1FFA-428D-9DF0-DDF53C98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1.1 · 1/14</a:t>
            </a:r>
          </a:p>
        </p:txBody>
      </p:sp>
    </p:spTree>
    <p:extLst>
      <p:ext uri="{BB962C8B-B14F-4D97-AF65-F5344CB8AC3E}">
        <p14:creationId xmlns:p14="http://schemas.microsoft.com/office/powerpoint/2010/main" val="1347517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AB2E57-52CE-4C1A-B942-4E1D2AE1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7B0CF-8AD7-4B1E-8453-3F7EA4EC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Một mẫu là một đối tượng/quan sát; feature mô tả; target là đáp án cần dự đoán.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48FAE-1AB9-431E-ACCB-1DDF3BDB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fit học từ dữ liệu có nhãn; predict nhận dữ liệu mới không có đáp án.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18786-BD88-4D80-93F1-CC0A735D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Baseline đơn giản tạo mốc so sánh trước khi thử model phức tạp.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B7CB2-5613-46B7-AC4E-FBF7FB53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X:(n,d), y:(n,), predictions:(m,)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16437-8987-4EA7-AAFD-8DB8DFEF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1.1 · 2/14</a:t>
            </a:r>
          </a:p>
        </p:txBody>
      </p:sp>
    </p:spTree>
    <p:extLst>
      <p:ext uri="{BB962C8B-B14F-4D97-AF65-F5344CB8AC3E}">
        <p14:creationId xmlns:p14="http://schemas.microsoft.com/office/powerpoint/2010/main" val="11345584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16FB2-CD2A-4559-A684-697D9D3E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rows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[{"x":2,"y":5},{"x":3,"y":7}]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features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["x"]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target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"y"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BF772-65C3-4C3D-ADF4-3F3FA897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1.1 · 3/14</a:t>
            </a:r>
          </a:p>
        </p:txBody>
      </p:sp>
    </p:spTree>
    <p:extLst>
      <p:ext uri="{BB962C8B-B14F-4D97-AF65-F5344CB8AC3E}">
        <p14:creationId xmlns:p14="http://schemas.microsoft.com/office/powerpoint/2010/main" val="18338867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3EE95-83BF-411F-8FFC-068A5BBC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4D810-7B17-46DF-ACFA-BF4BB917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"X": 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  2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],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  3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]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],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"y": 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5,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7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]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BD1AA-68E9-40EF-A322-BE79973C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1.1 · 4/14</a:t>
            </a:r>
          </a:p>
        </p:txBody>
      </p:sp>
    </p:spTree>
    <p:extLst>
      <p:ext uri="{BB962C8B-B14F-4D97-AF65-F5344CB8AC3E}">
        <p14:creationId xmlns:p14="http://schemas.microsoft.com/office/powerpoint/2010/main" val="18477326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8CC4F-0F5E-41ED-B757-5D731A02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40154-1DCB-4DF1-BA78-A61C8278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sklearn.dummy import DummyClassifier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Mỗi dòng X là một mẫu, mỗi cột là một feature.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X_train = np.array([[1,2],[2,2],[3,4],[5,6]])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y_train = np.array([0,0,0,1])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X_new = np.array([[4,3],[8,7]])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Baseline cố ý đơn giản: dự đoán lớp phổ biến trong train.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model = DummyClassifier(strategy="most_frequent")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model.fit(X_train, y_train)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pred = model.predict(X_new)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print("Train shape:", X_train.shape)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print("Target:", y_train)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print("Dự đoán hai mẫu mới:", pred)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print("Baseline dùng nhãn train, không biết đáp án của mẫu mới.")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8F4A4-6B42-463C-A1EC-3601FBCE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ABAC2-C7B0-46A9-AE8A-E3336244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1.1 · 5/14</a:t>
            </a:r>
          </a:p>
        </p:txBody>
      </p:sp>
    </p:spTree>
    <p:extLst>
      <p:ext uri="{BB962C8B-B14F-4D97-AF65-F5344CB8AC3E}">
        <p14:creationId xmlns:p14="http://schemas.microsoft.com/office/powerpoint/2010/main" val="20547133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71D8C-16B3-415E-ABA8-F66AEA40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CEF6B-7611-45D0-9FA8-BD662805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pred.tolist() == [0,0]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30C34-CE17-4318-9F29-1E857672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547CF-70C6-454F-9A17-CC74BE41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1.1 · 6/14</a:t>
            </a:r>
          </a:p>
        </p:txBody>
      </p:sp>
    </p:spTree>
    <p:extLst>
      <p:ext uri="{BB962C8B-B14F-4D97-AF65-F5344CB8AC3E}">
        <p14:creationId xmlns:p14="http://schemas.microsoft.com/office/powerpoint/2010/main" val="8091208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5FCD3-0D17-4FD1-B656-E6E08FAA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A552E-5B96-4666-B76F-62862F48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Train shape: (4, 2)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Target: [0 0 0 1]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Dự đoán hai mẫu mới: [0 0]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Baseline dùng nhãn train, không biết đáp án của mẫu mới.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66483-4D6A-4B7A-8C8B-2CB3A9E6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1.1 · 7/14</a:t>
            </a:r>
          </a:p>
        </p:txBody>
      </p:sp>
    </p:spTree>
    <p:extLst>
      <p:ext uri="{BB962C8B-B14F-4D97-AF65-F5344CB8AC3E}">
        <p14:creationId xmlns:p14="http://schemas.microsoft.com/office/powerpoint/2010/main" val="19418497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6AB5E-E42B-4848-B725-A90A61D7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352A2-49C6-4FF7-B63C-E770C1FD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Cột target hoặc thông tin chỉ có sau sự kiện không được nằm trong X.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8B20B-ADD9-4A99-935F-84959EC0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Đọc bảng X, y và xác định đây là regression hay classification.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FFB02-1CBC-411C-BBC8-4EAD9822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1.1 · 8/14</a:t>
            </a:r>
          </a:p>
        </p:txBody>
      </p:sp>
    </p:spTree>
    <p:extLst>
      <p:ext uri="{BB962C8B-B14F-4D97-AF65-F5344CB8AC3E}">
        <p14:creationId xmlns:p14="http://schemas.microsoft.com/office/powerpoint/2010/main" val="5339224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BA28E-C144-41ED-ABE5-EBD325AA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245D2-FA64-441E-BF72-DE64A9B0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Tách target khỏi records, giữ features theo danh sách tên cột đã cấp.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rows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[{"x":2,"y":5},{"x":3,"y":7}]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features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["x"]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target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"y"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E044D-4347-4786-8354-386D0889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1.1 · 9/14</a:t>
            </a:r>
          </a:p>
        </p:txBody>
      </p:sp>
    </p:spTree>
    <p:extLst>
      <p:ext uri="{BB962C8B-B14F-4D97-AF65-F5344CB8AC3E}">
        <p14:creationId xmlns:p14="http://schemas.microsoft.com/office/powerpoint/2010/main" val="6249363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0E523-AFE8-4AAF-80F9-0EB31332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C1356-C860-4AD5-9F93-A1B0B091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Dự đoán lớp phổ biến; hòa thì chọn integer nhỏ nhất.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labels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[0,1,0,1]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n_new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D6DD8-73CB-4C31-900F-E1D8CE03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1.1 · 10/14</a:t>
            </a:r>
          </a:p>
        </p:txBody>
      </p:sp>
    </p:spTree>
    <p:extLst>
      <p:ext uri="{BB962C8B-B14F-4D97-AF65-F5344CB8AC3E}">
        <p14:creationId xmlns:p14="http://schemas.microsoft.com/office/powerpoint/2010/main" val="19886125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24327-3EC8-45FF-9706-482839B0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B512B-BD87-4DD4-910A-4CAACF84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Tách target khỏi records, giữ features theo danh sách tên cột đã cấp.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2AA2C-7456-4B6C-AAE8-0E48A2C2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rows: list dict; features: list tên; target: tên khác features.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25F5E-A97F-44E7-A6BF-FC322607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1FC75-E87E-40DE-959D-785AB05E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1.1 · 11/14</a:t>
            </a:r>
          </a:p>
        </p:txBody>
      </p:sp>
    </p:spTree>
    <p:extLst>
      <p:ext uri="{BB962C8B-B14F-4D97-AF65-F5344CB8AC3E}">
        <p14:creationId xmlns:p14="http://schemas.microsoft.com/office/powerpoint/2010/main" val="838148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20B69-82FA-42DD-A76C-5ACB3311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0D02F-8E75-4B18-8665-64B46926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Dự đoán lớp phổ biến; hòa thì chọn integer nhỏ nhất.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3609D-75E7-4244-9850-001E35B2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labels: list integer không rỗng; n_new: integer&gt;=0.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2BDB6-EE8A-4B72-88C0-9E377E5B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7DB92-6E51-4418-A9B2-C7190E97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1.1 · 12/14</a:t>
            </a:r>
          </a:p>
        </p:txBody>
      </p:sp>
    </p:spTree>
    <p:extLst>
      <p:ext uri="{BB962C8B-B14F-4D97-AF65-F5344CB8AC3E}">
        <p14:creationId xmlns:p14="http://schemas.microsoft.com/office/powerpoint/2010/main" val="11689578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9C02A-DEE9-4071-9628-F6FB06E4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A4C40-1D10-48F1-97D6-D94BC66D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Ghép predictions vào IDs theo khóa, không theo thứ tự dòng.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A7F1A-ACB0-4914-BDF8-670143F5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ids: list integer khác nhau; predictions: list {id, label}, đủ đúng các IDs.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10A6A-5CD3-4BC5-9521-459600C1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BTVN_03.txt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A664C-2722-460A-AFB4-698C51C3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1.1 · 13/14</a:t>
            </a:r>
          </a:p>
        </p:txBody>
      </p:sp>
    </p:spTree>
    <p:extLst>
      <p:ext uri="{BB962C8B-B14F-4D97-AF65-F5344CB8AC3E}">
        <p14:creationId xmlns:p14="http://schemas.microsoft.com/office/powerpoint/2010/main" val="2671947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F7651-8FC8-4E23-9061-A842D10E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6F397-939D-41E0-92A7-C260A1F6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Đọc bảng X, y và xác định đây là regression hay classification.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334D9-37A7-454B-8D7A-668A1279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NT chương 1, 7; KHTN chương 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CCA25F-F1DD-4C28-8215-E330FB74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NT 9.6 “So sánh mô hình classification”: làm phần đọc dữ liệu và xác định X,y trước, hoàn thành phần model sau Phase 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3852A-05D7-4D94-A22F-8986FEA2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1.1 · 14/14</a:t>
            </a:r>
          </a:p>
        </p:txBody>
      </p:sp>
    </p:spTree>
    <p:extLst>
      <p:ext uri="{BB962C8B-B14F-4D97-AF65-F5344CB8AC3E}">
        <p14:creationId xmlns:p14="http://schemas.microsoft.com/office/powerpoint/2010/main" val="4401314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2026-10-01T09:00:56.5960000Z</dcterms:created>
  <dcterms:modified xsi:type="dcterms:W3CDTF">2026-10-01T09:00:56.5960000Z</dcterms:modified>
</coreProperties>
</file>