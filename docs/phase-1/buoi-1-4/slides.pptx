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7f854ffe3481c" /><Relationship Type="http://schemas.openxmlformats.org/officeDocument/2006/relationships/extended-properties" Target="/docProps/app.xml" Id="Rb591eb7791a841f7" /><Relationship Type="http://schemas.openxmlformats.org/officeDocument/2006/relationships/officeDocument" Target="/ppt/presentation.xml" Id="R8df05fd0aeee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9e6b2e21d4d33"/>
  </p:sldMasterIdLst>
  <p:notesMasterIdLst>
    <p:notesMasterId xmlns:r="http://schemas.openxmlformats.org/officeDocument/2006/relationships" r:id="Rf84f6773084340f1"/>
  </p:notesMasterIdLst>
  <p:sldIdLst>
    <p:sldId xmlns:r="http://schemas.openxmlformats.org/officeDocument/2006/relationships" id="256" r:id="R8c487dd62d724e25"/>
    <p:sldId xmlns:r="http://schemas.openxmlformats.org/officeDocument/2006/relationships" id="257" r:id="R1224ffaeffdc4c6e"/>
    <p:sldId xmlns:r="http://schemas.openxmlformats.org/officeDocument/2006/relationships" id="258" r:id="R2205ae02239147b4"/>
    <p:sldId xmlns:r="http://schemas.openxmlformats.org/officeDocument/2006/relationships" id="259" r:id="R743e7ef5f6c64c78"/>
    <p:sldId xmlns:r="http://schemas.openxmlformats.org/officeDocument/2006/relationships" id="260" r:id="R8ff10b7d642f44d1"/>
    <p:sldId xmlns:r="http://schemas.openxmlformats.org/officeDocument/2006/relationships" id="261" r:id="R279dd980b3774d75"/>
    <p:sldId xmlns:r="http://schemas.openxmlformats.org/officeDocument/2006/relationships" id="262" r:id="R49a3a733b5824377"/>
    <p:sldId xmlns:r="http://schemas.openxmlformats.org/officeDocument/2006/relationships" id="263" r:id="R10e24187ba6d4f8f"/>
    <p:sldId xmlns:r="http://schemas.openxmlformats.org/officeDocument/2006/relationships" id="264" r:id="R1069f74cb8ec48af"/>
    <p:sldId xmlns:r="http://schemas.openxmlformats.org/officeDocument/2006/relationships" id="265" r:id="R32002b03574c4679"/>
    <p:sldId xmlns:r="http://schemas.openxmlformats.org/officeDocument/2006/relationships" id="266" r:id="R7430ea1423f24688"/>
    <p:sldId xmlns:r="http://schemas.openxmlformats.org/officeDocument/2006/relationships" id="267" r:id="Re5e366e7cfd94f58"/>
    <p:sldId xmlns:r="http://schemas.openxmlformats.org/officeDocument/2006/relationships" id="268" r:id="R42608defb6aa4166"/>
    <p:sldId xmlns:r="http://schemas.openxmlformats.org/officeDocument/2006/relationships" id="269" r:id="Rf17a1a28fc194e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88ef052184a0e" /><Relationship Type="http://schemas.openxmlformats.org/officeDocument/2006/relationships/slideMaster" Target="/ppt/slideMasters/slideMaster1.xml" Id="Rfac9e6b2e21d4d33" /><Relationship Type="http://schemas.openxmlformats.org/officeDocument/2006/relationships/notesMaster" Target="/ppt/notesMasters/notesMaster1.xml" Id="Rf84f6773084340f1" /><Relationship Type="http://schemas.openxmlformats.org/officeDocument/2006/relationships/presProps" Target="/ppt/presProps.xml" Id="Re1dd647987b84015" /><Relationship Type="http://schemas.openxmlformats.org/officeDocument/2006/relationships/tableStyles" Target="/ppt/tableStyles.xml" Id="R5295e41741bf4c93" /><Relationship Type="http://schemas.openxmlformats.org/officeDocument/2006/relationships/slide" Target="/ppt/slides/slide1.xml" Id="R8c487dd62d724e25" /><Relationship Type="http://schemas.openxmlformats.org/officeDocument/2006/relationships/slide" Target="/ppt/slides/slide2.xml" Id="R1224ffaeffdc4c6e" /><Relationship Type="http://schemas.openxmlformats.org/officeDocument/2006/relationships/slide" Target="/ppt/slides/slide3.xml" Id="R2205ae02239147b4" /><Relationship Type="http://schemas.openxmlformats.org/officeDocument/2006/relationships/slide" Target="/ppt/slides/slide4.xml" Id="R743e7ef5f6c64c78" /><Relationship Type="http://schemas.openxmlformats.org/officeDocument/2006/relationships/slide" Target="/ppt/slides/slide5.xml" Id="R8ff10b7d642f44d1" /><Relationship Type="http://schemas.openxmlformats.org/officeDocument/2006/relationships/slide" Target="/ppt/slides/slide6.xml" Id="R279dd980b3774d75" /><Relationship Type="http://schemas.openxmlformats.org/officeDocument/2006/relationships/slide" Target="/ppt/slides/slide7.xml" Id="R49a3a733b5824377" /><Relationship Type="http://schemas.openxmlformats.org/officeDocument/2006/relationships/slide" Target="/ppt/slides/slide8.xml" Id="R10e24187ba6d4f8f" /><Relationship Type="http://schemas.openxmlformats.org/officeDocument/2006/relationships/slide" Target="/ppt/slides/slide9.xml" Id="R1069f74cb8ec48af" /><Relationship Type="http://schemas.openxmlformats.org/officeDocument/2006/relationships/slide" Target="/ppt/slides/slide10.xml" Id="R32002b03574c4679" /><Relationship Type="http://schemas.openxmlformats.org/officeDocument/2006/relationships/slide" Target="/ppt/slides/slide11.xml" Id="R7430ea1423f24688" /><Relationship Type="http://schemas.openxmlformats.org/officeDocument/2006/relationships/slide" Target="/ppt/slides/slide12.xml" Id="Re5e366e7cfd94f58" /><Relationship Type="http://schemas.openxmlformats.org/officeDocument/2006/relationships/slide" Target="/ppt/slides/slide13.xml" Id="R42608defb6aa4166" /><Relationship Type="http://schemas.openxmlformats.org/officeDocument/2006/relationships/slide" Target="/ppt/slides/slide14.xml" Id="Rf17a1a28fc19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859ea039d43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2299250d34bac" /><Relationship Type="http://schemas.openxmlformats.org/officeDocument/2006/relationships/notesMaster" Target="/ppt/notesMasters/notesMaster1.xml" Id="Rd0c89301d7bc4a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7501bd66e4380" /><Relationship Type="http://schemas.openxmlformats.org/officeDocument/2006/relationships/notesMaster" Target="/ppt/notesMasters/notesMaster1.xml" Id="Rd66f7131c9d2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893a9a55b4f44" /><Relationship Type="http://schemas.openxmlformats.org/officeDocument/2006/relationships/notesMaster" Target="/ppt/notesMasters/notesMaster1.xml" Id="Rf593e4f35216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2ef223d9334d5f" /><Relationship Type="http://schemas.openxmlformats.org/officeDocument/2006/relationships/notesMaster" Target="/ppt/notesMasters/notesMaster1.xml" Id="R17345bdc2ee8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962a81055848b5" /><Relationship Type="http://schemas.openxmlformats.org/officeDocument/2006/relationships/notesMaster" Target="/ppt/notesMasters/notesMaster1.xml" Id="Ra4e571bd06e7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65d38dd6e247ba" /><Relationship Type="http://schemas.openxmlformats.org/officeDocument/2006/relationships/notesMaster" Target="/ppt/notesMasters/notesMaster1.xml" Id="R5a124f17563d49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a76ed2cf6a4acc" /><Relationship Type="http://schemas.openxmlformats.org/officeDocument/2006/relationships/notesMaster" Target="/ppt/notesMasters/notesMaster1.xml" Id="Rab8e7e5cdc5e4b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73e65fa0564f8b" /><Relationship Type="http://schemas.openxmlformats.org/officeDocument/2006/relationships/notesMaster" Target="/ppt/notesMasters/notesMaster1.xml" Id="Rbddbb185fb854b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6ea8c5e5af4d68" /><Relationship Type="http://schemas.openxmlformats.org/officeDocument/2006/relationships/notesMaster" Target="/ppt/notesMasters/notesMaster1.xml" Id="Rfe23f42756ca49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b649edf3c453c" /><Relationship Type="http://schemas.openxmlformats.org/officeDocument/2006/relationships/notesMaster" Target="/ppt/notesMasters/notesMaster1.xml" Id="R87c61f8163694d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a342d3078a413b" /><Relationship Type="http://schemas.openxmlformats.org/officeDocument/2006/relationships/notesMaster" Target="/ppt/notesMasters/notesMaster1.xml" Id="R763376a63a8041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720033fc4c4003" /><Relationship Type="http://schemas.openxmlformats.org/officeDocument/2006/relationships/notesMaster" Target="/ppt/notesMasters/notesMaster1.xml" Id="Rd9f285f1add842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d47f03867b4148" /><Relationship Type="http://schemas.openxmlformats.org/officeDocument/2006/relationships/notesMaster" Target="/ppt/notesMasters/notesMaster1.xml" Id="Raba36ca97cc84e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81155e81ab4ff9" /><Relationship Type="http://schemas.openxmlformats.org/officeDocument/2006/relationships/notesMaster" Target="/ppt/notesMasters/notesMaster1.xml" Id="R0968c8845de4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chương 5–6; tài liệu sklearn Common Pitfalls.. NT 9.7 “Pipeline với giá trị thiếu và cột phân loại”, có dữ liệu tạo sẵn và tình huống category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[20,100]</a:t>
            </a:r>
          </a:p>
          <a:p xmlns:a="http://schemas.openxmlformats.org/drawingml/2006/main">
            <a:r>
              <a:t>Tham khảo: NT chương 5–6; tài liệu sklearn Common Pitfalls.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[[0,2],[2,0]]</a:t>
            </a:r>
          </a:p>
          <a:p xmlns:a="http://schemas.openxmlformats.org/drawingml/2006/main">
            <a:r>
              <a:t>Tham khảo: NT chương 5–6; tài liệu sklearn Common Pitfalls.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1.4: Data leakage và Pipeline</a:t>
            </a:r>
          </a:p>
          <a:p xmlns:a="http://schemas.openxmlformats.org/drawingml/2006/main">
            <a:r>
              <a:t>Nguồn giáo trình: NT chương 5–6; tài liệu sklearn Common Pitfalls.</a:t>
            </a:r>
          </a:p>
          <a:p xmlns:a="http://schemas.openxmlformats.org/drawingml/2006/main">
            <a:r>
              <a:t>Bài tiếp theo trong nguồn: NT 9.7 “Pipeline với giá trị thiếu và cột phân loại”, có dữ liệu tạo sẵn và tình huống category mới.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cf1f74ff24d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16ea03cef44449" /><Relationship Type="http://schemas.openxmlformats.org/officeDocument/2006/relationships/slideLayout" Target="/ppt/slideLayouts/slideLayout1.xml" Id="Rce728365329c49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728365329c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f44314bca4fd9" /><Relationship Type="http://schemas.openxmlformats.org/officeDocument/2006/relationships/notesSlide" Target="/ppt/notesSlides/notesSlide1.xml" Id="R03004fe31000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0f03635b8482f" /><Relationship Type="http://schemas.openxmlformats.org/officeDocument/2006/relationships/notesSlide" Target="/ppt/notesSlides/notesSlide2.xml" Id="R1161360aebee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1853d04e04f5b" /><Relationship Type="http://schemas.openxmlformats.org/officeDocument/2006/relationships/notesSlide" Target="/ppt/notesSlides/notesSlide3.xml" Id="Rd169983b0500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7d7654314aaf" /><Relationship Type="http://schemas.openxmlformats.org/officeDocument/2006/relationships/notesSlide" Target="/ppt/notesSlides/notesSlide4.xml" Id="Rd6dd21b8ce6f49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3ac8cc8e4b7c" /><Relationship Type="http://schemas.openxmlformats.org/officeDocument/2006/relationships/notesSlide" Target="/ppt/notesSlides/notesSlide5.xml" Id="R696dc8f0256a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c85ab626f4887" /><Relationship Type="http://schemas.openxmlformats.org/officeDocument/2006/relationships/notesSlide" Target="/ppt/notesSlides/notesSlide6.xml" Id="R6af1aad514f6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d3840064d4e4b" /><Relationship Type="http://schemas.openxmlformats.org/officeDocument/2006/relationships/notesSlide" Target="/ppt/notesSlides/notesSlide7.xml" Id="Rf029c33ec49442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879bbc6174101" /><Relationship Type="http://schemas.openxmlformats.org/officeDocument/2006/relationships/notesSlide" Target="/ppt/notesSlides/notesSlide8.xml" Id="R74cc7948c3fa46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3a54c005a4015" /><Relationship Type="http://schemas.openxmlformats.org/officeDocument/2006/relationships/notesSlide" Target="/ppt/notesSlides/notesSlide9.xml" Id="R5ad08f267d3e41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f232735464dcf" /><Relationship Type="http://schemas.openxmlformats.org/officeDocument/2006/relationships/notesSlide" Target="/ppt/notesSlides/notesSlide10.xml" Id="R571f1423968c43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e8df48f874e58" /><Relationship Type="http://schemas.openxmlformats.org/officeDocument/2006/relationships/notesSlide" Target="/ppt/notesSlides/notesSlide11.xml" Id="R76c23ca244f046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754dfd5e649f1" /><Relationship Type="http://schemas.openxmlformats.org/officeDocument/2006/relationships/notesSlide" Target="/ppt/notesSlides/notesSlide12.xml" Id="R6bd0fc5c82de40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635a9858145ef" /><Relationship Type="http://schemas.openxmlformats.org/officeDocument/2006/relationships/notesSlide" Target="/ppt/notesSlides/notesSlide13.xml" Id="R43f85f1bcda64f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8628c7cb74145" /><Relationship Type="http://schemas.openxmlformats.org/officeDocument/2006/relationships/notesSlide" Target="/ppt/notesSlides/notesSlide14.xml" Id="Rb9fbc998b0214d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782D2-9CFF-421E-AF16-113DA5A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DE9E9-53D4-407E-858B-BA518B5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 leakage và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240C1-BBE4-4C97-8B04-FC7B0E89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Nếu scaler biết trước mean của valid, điểm còn độc lập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AED8F-D099-46B8-ABA0-AB182107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1/14</a:t>
            </a:r>
          </a:p>
        </p:txBody>
      </p:sp>
    </p:spTree>
    <p:extLst>
      <p:ext uri="{BB962C8B-B14F-4D97-AF65-F5344CB8AC3E}">
        <p14:creationId xmlns:p14="http://schemas.microsoft.com/office/powerpoint/2010/main" val="964777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4BEAE-2FAC-4686-862F-B861FA1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5C498-08D6-4416-B191-7937BA53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Preprocessing cũng học thống kê: median, mean/std, vocabulary, PCA.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08C64-B817-4C09-B578-34D97AAC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fit trên train; transform train/valid/test bằng cùng thống kê đã học.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021BC-2285-4524-A85C-0BB0128D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Pipeline trong CV giúp mỗi fold học preprocessing từ phần train của fold.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4F21-8F55-41B9-940E-6C695C9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fit(train) → transform(valid)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04483-6551-456A-BBDF-4D466532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2/14</a:t>
            </a:r>
          </a:p>
        </p:txBody>
      </p:sp>
    </p:spTree>
    <p:extLst>
      <p:ext uri="{BB962C8B-B14F-4D97-AF65-F5344CB8AC3E}">
        <p14:creationId xmlns:p14="http://schemas.microsoft.com/office/powerpoint/2010/main" val="92514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65164-D4C5-40D0-84FF-D23B52CB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[10,null,30]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[null,100]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E56E-71ED-4384-962A-3ED3F04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3/14</a:t>
            </a:r>
          </a:p>
        </p:txBody>
      </p:sp>
    </p:spTree>
    <p:extLst>
      <p:ext uri="{BB962C8B-B14F-4D97-AF65-F5344CB8AC3E}">
        <p14:creationId xmlns:p14="http://schemas.microsoft.com/office/powerpoint/2010/main" val="387514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E3928-4CC4-4BA7-BFB0-257196A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D7941-3373-4051-B3C4-EA169C9E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100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4E3DB-2FE9-402A-8186-4B95FC08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4/14</a:t>
            </a:r>
          </a:p>
        </p:txBody>
      </p:sp>
    </p:spTree>
    <p:extLst>
      <p:ext uri="{BB962C8B-B14F-4D97-AF65-F5344CB8AC3E}">
        <p14:creationId xmlns:p14="http://schemas.microsoft.com/office/powerpoint/2010/main" val="1219653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3F51-EE86-4DAD-9B86-763791E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3ECBB-59DB-4E38-91BA-1720AEA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sklearn.impute import SimpleImputer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sklearn.pipeline import make_pipeline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train = np.array([[10.0],[np.nan],[30.0]])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valid = np.array([[np.nan],[100.0]])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Tất cả thống kê được học từ train.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prep = make_pipeline(SimpleImputer(strategy="median"),StandardScaler())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prep.fit(train)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print("Median train:",prep[0].statistics_.tolist())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sau impute train:",prep[1].mean_.tolist())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print("Valid sau impute:",prep[0].transform(valid).ravel().tolist())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print("Valid sau scale:",prep.transform(valid).round(4).ravel().tolist())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prep[0].statistics_[0] ==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B816D-9914-4A4C-88D7-6029E62B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06FD8-DA56-4974-AABE-34D91769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1.4 · 5/14</a:t>
            </a:r>
          </a:p>
        </p:txBody>
      </p:sp>
    </p:spTree>
    <p:extLst>
      <p:ext uri="{BB962C8B-B14F-4D97-AF65-F5344CB8AC3E}">
        <p14:creationId xmlns:p14="http://schemas.microsoft.com/office/powerpoint/2010/main" val="353777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A2E87-CBB6-4412-ADDC-95E58FB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6033C-21FE-4F8B-B587-02F944F7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Sai protocol: không gọi fit/fit_transform trên valid.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79B0A-F856-4175-B8E4-2DBB425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FBABC-F6E2-4E79-B565-DC9D74F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1.4 · 6/14</a:t>
            </a:r>
          </a:p>
        </p:txBody>
      </p:sp>
    </p:spTree>
    <p:extLst>
      <p:ext uri="{BB962C8B-B14F-4D97-AF65-F5344CB8AC3E}">
        <p14:creationId xmlns:p14="http://schemas.microsoft.com/office/powerpoint/2010/main" val="381626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21BE0-E2D0-4FD2-A663-1250D00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957BC-131A-4DAE-AA77-B1C25743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Median train: [20.0]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sau impute train: [20.0]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Valid sau impute: [20.0, 100.0]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Valid sau scale: [0.0, 9.798]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6A503-9613-4EF6-8EA6-A2661367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7/14</a:t>
            </a:r>
          </a:p>
        </p:txBody>
      </p:sp>
    </p:spTree>
    <p:extLst>
      <p:ext uri="{BB962C8B-B14F-4D97-AF65-F5344CB8AC3E}">
        <p14:creationId xmlns:p14="http://schemas.microsoft.com/office/powerpoint/2010/main" val="1445698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CA91B-3B4D-4EE9-907E-A8D42E20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279FB-7DA7-417F-A476-E36506D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Pipeline không tự sửa group/time leakage hoặc feature nhìn tương lai.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64F1F-B805-4AE4-93A0-B61B5B6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Chỉ ra dòng fit sai trong quy trình scale toàn bảng rồi chia dữ liệu.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7CB18-4BDB-47C1-870B-BDF08FEB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8/14</a:t>
            </a:r>
          </a:p>
        </p:txBody>
      </p:sp>
    </p:spTree>
    <p:extLst>
      <p:ext uri="{BB962C8B-B14F-4D97-AF65-F5344CB8AC3E}">
        <p14:creationId xmlns:p14="http://schemas.microsoft.com/office/powerpoint/2010/main" val="433331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CFD1C-90EA-4E4D-9DB7-EC760335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40381-E774-45E8-9A3D-A6143B5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Học median từ các giá trị train không null; điền null trong query. Nếu train toàn null dùng0.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[10,null,30]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[null,100]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F366D-B7D8-4046-BF68-67B39EF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9/14</a:t>
            </a:r>
          </a:p>
        </p:txBody>
      </p:sp>
    </p:spTree>
    <p:extLst>
      <p:ext uri="{BB962C8B-B14F-4D97-AF65-F5344CB8AC3E}">
        <p14:creationId xmlns:p14="http://schemas.microsoft.com/office/powerpoint/2010/main" val="880194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9FFE8-7767-43DD-97CE-7619DF4D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84291-4916-4BC3-A70E-75AA66B0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Chuẩn hóa từng cột bằng mean/std population của train, áp dụng cho query. Cột std=0 dùng divisor=1.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[[1,10],[3,10]]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[[2,12],[4,10]]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785F3-C141-428B-956D-B59852E3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10/14</a:t>
            </a:r>
          </a:p>
        </p:txBody>
      </p:sp>
    </p:spTree>
    <p:extLst>
      <p:ext uri="{BB962C8B-B14F-4D97-AF65-F5344CB8AC3E}">
        <p14:creationId xmlns:p14="http://schemas.microsoft.com/office/powerpoint/2010/main" val="130078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648A-A5CF-4E2B-9664-18BC7B5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05CDF-DD2D-42D7-82C7-898F8033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Học median từ các giá trị train không null; điền null trong query. Nếu train toàn null dùng0.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60E4B-C2F3-4EFA-B3F0-00CA2BE9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train/query: list số hoặc null.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B33CE-E20B-440C-AAF9-9CAD73B4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F97E4-F53A-4BE9-B98B-10196533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11/14</a:t>
            </a:r>
          </a:p>
        </p:txBody>
      </p:sp>
    </p:spTree>
    <p:extLst>
      <p:ext uri="{BB962C8B-B14F-4D97-AF65-F5344CB8AC3E}">
        <p14:creationId xmlns:p14="http://schemas.microsoft.com/office/powerpoint/2010/main" val="340436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016C1-26B7-4204-BC0F-27675CA8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2E36C-D9EB-4ADB-BC7C-CF57F03E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Chuẩn hóa từng cột bằng mean/std population của train, áp dụng cho query. Cột std=0 dùng divisor=1.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5D431-4AD6-429E-B55C-F31686E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train/query: ma trận cùng số cột; train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AE274-0CED-4277-BFE4-8F22C50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82811-53A0-4F93-A152-9F99626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12/14</a:t>
            </a:r>
          </a:p>
        </p:txBody>
      </p:sp>
    </p:spTree>
    <p:extLst>
      <p:ext uri="{BB962C8B-B14F-4D97-AF65-F5344CB8AC3E}">
        <p14:creationId xmlns:p14="http://schemas.microsoft.com/office/powerpoint/2010/main" val="6282558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FAFDA-BDAC-4EB8-A1A4-9E238AE0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A1C8B-D705-4A76-85D0-0D8A48F6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Vocabulary cấp sẵn; unseen category tạo vector toàn0.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F30B1-E27F-458B-B171-D2975906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values/vocab: list strings; vocab khác nhau.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8CA2F-C62C-45BC-AA14-DCBF8DC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A5E60-984C-47D1-BA67-6BF49C8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13/14</a:t>
            </a:r>
          </a:p>
        </p:txBody>
      </p:sp>
    </p:spTree>
    <p:extLst>
      <p:ext uri="{BB962C8B-B14F-4D97-AF65-F5344CB8AC3E}">
        <p14:creationId xmlns:p14="http://schemas.microsoft.com/office/powerpoint/2010/main" val="198393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B9C54-AE88-46DB-8715-19ED691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FDD0E-3888-49A5-9C2C-8E8E7B4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Chỉ ra dòng fit sai trong quy trình scale toàn bảng rồi chia dữ liệu.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3B46A-86C2-47EA-B25D-C70088EE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chương 5–6; tài liệu sklearn Common Pitfalls.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A7BE4-EBB9-418A-BDAD-DDF95DD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9.7 “Pipeline với giá trị thiếu và cột phân loại”, có dữ liệu tạo sẵn và tình huống category mới.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BF8FD-5EB9-44E0-8F79-8B2DF3F5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1.4 · 14/14</a:t>
            </a:r>
          </a:p>
        </p:txBody>
      </p:sp>
    </p:spTree>
    <p:extLst>
      <p:ext uri="{BB962C8B-B14F-4D97-AF65-F5344CB8AC3E}">
        <p14:creationId xmlns:p14="http://schemas.microsoft.com/office/powerpoint/2010/main" val="149137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2026-10-01T09:01:13.7790000Z</dcterms:created>
  <dcterms:modified xsi:type="dcterms:W3CDTF">2026-10-01T09:01:13.7790000Z</dcterms:modified>
</coreProperties>
</file>